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70" r:id="rId9"/>
    <p:sldId id="261" r:id="rId10"/>
    <p:sldId id="271" r:id="rId11"/>
    <p:sldId id="262" r:id="rId12"/>
    <p:sldId id="263" r:id="rId13"/>
    <p:sldId id="264" r:id="rId14"/>
    <p:sldId id="272" r:id="rId15"/>
    <p:sldId id="265" r:id="rId16"/>
    <p:sldId id="273" r:id="rId17"/>
    <p:sldId id="266" r:id="rId18"/>
    <p:sldId id="274" r:id="rId19"/>
    <p:sldId id="267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undo custSel addSld modSld">
      <pc:chgData name="Clayton Silva" userId="29ef9a7b83f2ddc4" providerId="LiveId" clId="{58335943-2BE6-42EC-897C-A1C4427AB656}" dt="2026-10-30T01:32:48.985" v="275" actId="20577"/>
      <pc:docMkLst>
        <pc:docMk/>
      </pc:docMkLst>
      <pc:sldChg chg="modSp mod">
        <pc:chgData name="Clayton Silva" userId="29ef9a7b83f2ddc4" providerId="LiveId" clId="{58335943-2BE6-42EC-897C-A1C4427AB656}" dt="2026-10-30T01:32:48.985" v="275" actId="20577"/>
        <pc:sldMkLst>
          <pc:docMk/>
          <pc:sldMk cId="3716728323" sldId="256"/>
        </pc:sldMkLst>
        <pc:spChg chg="mod">
          <ac:chgData name="Clayton Silva" userId="29ef9a7b83f2ddc4" providerId="LiveId" clId="{58335943-2BE6-42EC-897C-A1C4427AB656}" dt="2026-10-30T01:32:48.985" v="275" actId="20577"/>
          <ac:spMkLst>
            <pc:docMk/>
            <pc:sldMk cId="3716728323" sldId="256"/>
            <ac:spMk id="2" creationId="{46F89CDC-7389-35AE-D8A1-2460EA8265FD}"/>
          </ac:spMkLst>
        </pc:spChg>
      </pc:sldChg>
      <pc:sldChg chg="addSp delSp modSp mod">
        <pc:chgData name="Clayton Silva" userId="29ef9a7b83f2ddc4" providerId="LiveId" clId="{58335943-2BE6-42EC-897C-A1C4427AB656}" dt="2026-10-30T01:25:41.529" v="210" actId="931"/>
        <pc:sldMkLst>
          <pc:docMk/>
          <pc:sldMk cId="884222857" sldId="266"/>
        </pc:sldMkLst>
        <pc:picChg chg="add del mod">
          <ac:chgData name="Clayton Silva" userId="29ef9a7b83f2ddc4" providerId="LiveId" clId="{58335943-2BE6-42EC-897C-A1C4427AB656}" dt="2026-10-30T01:25:41.529" v="210" actId="931"/>
          <ac:picMkLst>
            <pc:docMk/>
            <pc:sldMk cId="884222857" sldId="266"/>
            <ac:picMk id="6" creationId="{897653CA-2204-2FC6-C005-6AA8C7FD1A31}"/>
          </ac:picMkLst>
        </pc:picChg>
      </pc:sldChg>
      <pc:sldChg chg="addSp mod">
        <pc:chgData name="Clayton Silva" userId="29ef9a7b83f2ddc4" providerId="LiveId" clId="{58335943-2BE6-42EC-897C-A1C4427AB656}" dt="2026-10-29T18:54:00.777" v="0" actId="22"/>
        <pc:sldMkLst>
          <pc:docMk/>
          <pc:sldMk cId="1525301803" sldId="267"/>
        </pc:sldMkLst>
        <pc:picChg chg="add">
          <ac:chgData name="Clayton Silva" userId="29ef9a7b83f2ddc4" providerId="LiveId" clId="{58335943-2BE6-42EC-897C-A1C4427AB656}" dt="2026-10-29T18:54:00.777" v="0" actId="22"/>
          <ac:picMkLst>
            <pc:docMk/>
            <pc:sldMk cId="1525301803" sldId="267"/>
            <ac:picMk id="4" creationId="{C3D91056-E65A-3110-8FC6-87B7BD108AA8}"/>
          </ac:picMkLst>
        </pc:picChg>
      </pc:sldChg>
      <pc:sldChg chg="addSp delSp modSp add mod">
        <pc:chgData name="Clayton Silva" userId="29ef9a7b83f2ddc4" providerId="LiveId" clId="{58335943-2BE6-42EC-897C-A1C4427AB656}" dt="2026-10-30T01:12:47.704" v="40" actId="1036"/>
        <pc:sldMkLst>
          <pc:docMk/>
          <pc:sldMk cId="3610241315" sldId="268"/>
        </pc:sldMkLst>
        <pc:picChg chg="add mod">
          <ac:chgData name="Clayton Silva" userId="29ef9a7b83f2ddc4" providerId="LiveId" clId="{58335943-2BE6-42EC-897C-A1C4427AB656}" dt="2026-10-30T01:11:59.875" v="31" actId="1036"/>
          <ac:picMkLst>
            <pc:docMk/>
            <pc:sldMk cId="3610241315" sldId="268"/>
            <ac:picMk id="3" creationId="{955C4AAD-99DC-9505-12DF-637584EC783D}"/>
          </ac:picMkLst>
        </pc:picChg>
        <pc:picChg chg="del">
          <ac:chgData name="Clayton Silva" userId="29ef9a7b83f2ddc4" providerId="LiveId" clId="{58335943-2BE6-42EC-897C-A1C4427AB656}" dt="2026-10-30T01:11:13.955" v="2" actId="478"/>
          <ac:picMkLst>
            <pc:docMk/>
            <pc:sldMk cId="3610241315" sldId="268"/>
            <ac:picMk id="5" creationId="{37C16847-DA41-DE7B-42E6-29E384E09AD8}"/>
          </ac:picMkLst>
        </pc:picChg>
        <pc:picChg chg="add mod modCrop">
          <ac:chgData name="Clayton Silva" userId="29ef9a7b83f2ddc4" providerId="LiveId" clId="{58335943-2BE6-42EC-897C-A1C4427AB656}" dt="2026-10-30T01:12:47.704" v="40" actId="1036"/>
          <ac:picMkLst>
            <pc:docMk/>
            <pc:sldMk cId="3610241315" sldId="268"/>
            <ac:picMk id="6" creationId="{2AC1163D-091B-BF19-4ED5-A835B6F823BF}"/>
          </ac:picMkLst>
        </pc:picChg>
      </pc:sldChg>
      <pc:sldChg chg="addSp modSp add mod">
        <pc:chgData name="Clayton Silva" userId="29ef9a7b83f2ddc4" providerId="LiveId" clId="{58335943-2BE6-42EC-897C-A1C4427AB656}" dt="2026-10-30T01:13:59.610" v="113" actId="1036"/>
        <pc:sldMkLst>
          <pc:docMk/>
          <pc:sldMk cId="2816906432" sldId="269"/>
        </pc:sldMkLst>
        <pc:picChg chg="mod modCrop">
          <ac:chgData name="Clayton Silva" userId="29ef9a7b83f2ddc4" providerId="LiveId" clId="{58335943-2BE6-42EC-897C-A1C4427AB656}" dt="2026-10-30T01:13:40.428" v="47" actId="1076"/>
          <ac:picMkLst>
            <pc:docMk/>
            <pc:sldMk cId="2816906432" sldId="269"/>
            <ac:picMk id="3" creationId="{0648A25E-3626-B840-2E98-409A336C56C5}"/>
          </ac:picMkLst>
        </pc:picChg>
        <pc:picChg chg="add mod">
          <ac:chgData name="Clayton Silva" userId="29ef9a7b83f2ddc4" providerId="LiveId" clId="{58335943-2BE6-42EC-897C-A1C4427AB656}" dt="2026-10-30T01:13:59.610" v="113" actId="1036"/>
          <ac:picMkLst>
            <pc:docMk/>
            <pc:sldMk cId="2816906432" sldId="269"/>
            <ac:picMk id="4" creationId="{409749E3-B24E-8B78-2C3E-06574A7C7F8D}"/>
          </ac:picMkLst>
        </pc:picChg>
      </pc:sldChg>
      <pc:sldChg chg="addSp delSp modSp add mod">
        <pc:chgData name="Clayton Silva" userId="29ef9a7b83f2ddc4" providerId="LiveId" clId="{58335943-2BE6-42EC-897C-A1C4427AB656}" dt="2026-10-30T01:20:59.032" v="177" actId="22"/>
        <pc:sldMkLst>
          <pc:docMk/>
          <pc:sldMk cId="52611400" sldId="270"/>
        </pc:sldMkLst>
        <pc:picChg chg="del mod modCrop">
          <ac:chgData name="Clayton Silva" userId="29ef9a7b83f2ddc4" providerId="LiveId" clId="{58335943-2BE6-42EC-897C-A1C4427AB656}" dt="2026-10-30T01:20:37.046" v="173" actId="21"/>
          <ac:picMkLst>
            <pc:docMk/>
            <pc:sldMk cId="52611400" sldId="270"/>
            <ac:picMk id="3" creationId="{74B94812-F154-76EE-D6BE-0C33AFE036DA}"/>
          </ac:picMkLst>
        </pc:picChg>
        <pc:picChg chg="add del mod">
          <ac:chgData name="Clayton Silva" userId="29ef9a7b83f2ddc4" providerId="LiveId" clId="{58335943-2BE6-42EC-897C-A1C4427AB656}" dt="2026-10-30T01:15:55.211" v="123" actId="478"/>
          <ac:picMkLst>
            <pc:docMk/>
            <pc:sldMk cId="52611400" sldId="270"/>
            <ac:picMk id="4" creationId="{3A7E3E74-EE1C-A8B4-52FF-0F90D9C72511}"/>
          </ac:picMkLst>
        </pc:picChg>
        <pc:picChg chg="add mod ord modCrop">
          <ac:chgData name="Clayton Silva" userId="29ef9a7b83f2ddc4" providerId="LiveId" clId="{58335943-2BE6-42EC-897C-A1C4427AB656}" dt="2026-10-30T01:18:30.919" v="159" actId="1036"/>
          <ac:picMkLst>
            <pc:docMk/>
            <pc:sldMk cId="52611400" sldId="270"/>
            <ac:picMk id="6" creationId="{7BB41294-CC6F-513F-494A-AD27746158D0}"/>
          </ac:picMkLst>
        </pc:picChg>
        <pc:picChg chg="add">
          <ac:chgData name="Clayton Silva" userId="29ef9a7b83f2ddc4" providerId="LiveId" clId="{58335943-2BE6-42EC-897C-A1C4427AB656}" dt="2026-10-30T01:20:59.032" v="177" actId="22"/>
          <ac:picMkLst>
            <pc:docMk/>
            <pc:sldMk cId="52611400" sldId="270"/>
            <ac:picMk id="8" creationId="{7B8DA8B2-0436-B9B7-B3CC-A607B751B14A}"/>
          </ac:picMkLst>
        </pc:picChg>
      </pc:sldChg>
      <pc:sldChg chg="addSp delSp modSp add mod">
        <pc:chgData name="Clayton Silva" userId="29ef9a7b83f2ddc4" providerId="LiveId" clId="{58335943-2BE6-42EC-897C-A1C4427AB656}" dt="2026-10-30T01:20:53.837" v="176" actId="21"/>
        <pc:sldMkLst>
          <pc:docMk/>
          <pc:sldMk cId="1069273157" sldId="271"/>
        </pc:sldMkLst>
        <pc:picChg chg="add mod modCrop">
          <ac:chgData name="Clayton Silva" userId="29ef9a7b83f2ddc4" providerId="LiveId" clId="{58335943-2BE6-42EC-897C-A1C4427AB656}" dt="2026-10-30T01:20:13.063" v="169" actId="1076"/>
          <ac:picMkLst>
            <pc:docMk/>
            <pc:sldMk cId="1069273157" sldId="271"/>
            <ac:picMk id="3" creationId="{2A9ED277-ED8D-0B16-75D4-2E6ECDD548FA}"/>
          </ac:picMkLst>
        </pc:picChg>
        <pc:picChg chg="mod ord modCrop">
          <ac:chgData name="Clayton Silva" userId="29ef9a7b83f2ddc4" providerId="LiveId" clId="{58335943-2BE6-42EC-897C-A1C4427AB656}" dt="2026-10-30T01:20:20.173" v="171" actId="170"/>
          <ac:picMkLst>
            <pc:docMk/>
            <pc:sldMk cId="1069273157" sldId="271"/>
            <ac:picMk id="4" creationId="{6AE6B784-CD02-A940-C444-45C42CC16CA4}"/>
          </ac:picMkLst>
        </pc:picChg>
        <pc:picChg chg="add del mod">
          <ac:chgData name="Clayton Silva" userId="29ef9a7b83f2ddc4" providerId="LiveId" clId="{58335943-2BE6-42EC-897C-A1C4427AB656}" dt="2026-10-30T01:20:53.837" v="176" actId="21"/>
          <ac:picMkLst>
            <pc:docMk/>
            <pc:sldMk cId="1069273157" sldId="271"/>
            <ac:picMk id="6" creationId="{516E33ED-FFB1-00AC-62A4-32D4AF77BC57}"/>
          </ac:picMkLst>
        </pc:picChg>
      </pc:sldChg>
      <pc:sldChg chg="addSp modSp add mod">
        <pc:chgData name="Clayton Silva" userId="29ef9a7b83f2ddc4" providerId="LiveId" clId="{58335943-2BE6-42EC-897C-A1C4427AB656}" dt="2026-10-30T01:23:45.228" v="197" actId="14100"/>
        <pc:sldMkLst>
          <pc:docMk/>
          <pc:sldMk cId="3892051593" sldId="272"/>
        </pc:sldMkLst>
        <pc:picChg chg="mod ord modCrop">
          <ac:chgData name="Clayton Silva" userId="29ef9a7b83f2ddc4" providerId="LiveId" clId="{58335943-2BE6-42EC-897C-A1C4427AB656}" dt="2026-10-30T01:23:45.228" v="197" actId="14100"/>
          <ac:picMkLst>
            <pc:docMk/>
            <pc:sldMk cId="3892051593" sldId="272"/>
            <ac:picMk id="3" creationId="{284768FA-B8D7-45F8-AB6D-D4C5175A8582}"/>
          </ac:picMkLst>
        </pc:picChg>
        <pc:picChg chg="add mod modCrop">
          <ac:chgData name="Clayton Silva" userId="29ef9a7b83f2ddc4" providerId="LiveId" clId="{58335943-2BE6-42EC-897C-A1C4427AB656}" dt="2026-10-30T01:23:34.960" v="195" actId="1076"/>
          <ac:picMkLst>
            <pc:docMk/>
            <pc:sldMk cId="3892051593" sldId="272"/>
            <ac:picMk id="4" creationId="{B279567B-9E03-6F58-B854-23E63EB62AFD}"/>
          </ac:picMkLst>
        </pc:picChg>
      </pc:sldChg>
      <pc:sldChg chg="addSp modSp add mod">
        <pc:chgData name="Clayton Silva" userId="29ef9a7b83f2ddc4" providerId="LiveId" clId="{58335943-2BE6-42EC-897C-A1C4427AB656}" dt="2026-10-30T01:25:11.047" v="208" actId="14100"/>
        <pc:sldMkLst>
          <pc:docMk/>
          <pc:sldMk cId="1143538977" sldId="273"/>
        </pc:sldMkLst>
        <pc:picChg chg="add mod modCrop">
          <ac:chgData name="Clayton Silva" userId="29ef9a7b83f2ddc4" providerId="LiveId" clId="{58335943-2BE6-42EC-897C-A1C4427AB656}" dt="2026-10-30T01:25:07.001" v="207" actId="1076"/>
          <ac:picMkLst>
            <pc:docMk/>
            <pc:sldMk cId="1143538977" sldId="273"/>
            <ac:picMk id="3" creationId="{A2A72812-3368-1384-1C97-5B6920D48D04}"/>
          </ac:picMkLst>
        </pc:picChg>
        <pc:picChg chg="mod modCrop">
          <ac:chgData name="Clayton Silva" userId="29ef9a7b83f2ddc4" providerId="LiveId" clId="{58335943-2BE6-42EC-897C-A1C4427AB656}" dt="2026-10-30T01:25:11.047" v="208" actId="14100"/>
          <ac:picMkLst>
            <pc:docMk/>
            <pc:sldMk cId="1143538977" sldId="273"/>
            <ac:picMk id="4" creationId="{7436D0D7-0703-BCDC-652E-2D72913D79C7}"/>
          </ac:picMkLst>
        </pc:picChg>
      </pc:sldChg>
      <pc:sldChg chg="addSp modSp add mod">
        <pc:chgData name="Clayton Silva" userId="29ef9a7b83f2ddc4" providerId="LiveId" clId="{58335943-2BE6-42EC-897C-A1C4427AB656}" dt="2026-10-30T01:26:44.804" v="221" actId="1076"/>
        <pc:sldMkLst>
          <pc:docMk/>
          <pc:sldMk cId="3520750645" sldId="274"/>
        </pc:sldMkLst>
        <pc:picChg chg="mod modCrop">
          <ac:chgData name="Clayton Silva" userId="29ef9a7b83f2ddc4" providerId="LiveId" clId="{58335943-2BE6-42EC-897C-A1C4427AB656}" dt="2026-10-30T01:26:28.879" v="219" actId="1076"/>
          <ac:picMkLst>
            <pc:docMk/>
            <pc:sldMk cId="3520750645" sldId="274"/>
            <ac:picMk id="3" creationId="{3F6FC94F-269E-1498-A760-03B3A2D6FACF}"/>
          </ac:picMkLst>
        </pc:picChg>
        <pc:picChg chg="add mod">
          <ac:chgData name="Clayton Silva" userId="29ef9a7b83f2ddc4" providerId="LiveId" clId="{58335943-2BE6-42EC-897C-A1C4427AB656}" dt="2026-10-30T01:26:44.804" v="221" actId="1076"/>
          <ac:picMkLst>
            <pc:docMk/>
            <pc:sldMk cId="3520750645" sldId="274"/>
            <ac:picMk id="4" creationId="{04CD7462-B13D-F376-EF33-48B832988472}"/>
          </ac:picMkLst>
        </pc:picChg>
      </pc:sldChg>
      <pc:sldChg chg="addSp modSp add mod">
        <pc:chgData name="Clayton Silva" userId="29ef9a7b83f2ddc4" providerId="LiveId" clId="{58335943-2BE6-42EC-897C-A1C4427AB656}" dt="2026-10-30T01:30:22.134" v="232" actId="170"/>
        <pc:sldMkLst>
          <pc:docMk/>
          <pc:sldMk cId="2491044802" sldId="275"/>
        </pc:sldMkLst>
        <pc:picChg chg="add mod modCrop">
          <ac:chgData name="Clayton Silva" userId="29ef9a7b83f2ddc4" providerId="LiveId" clId="{58335943-2BE6-42EC-897C-A1C4427AB656}" dt="2026-10-30T01:30:05.797" v="230" actId="1076"/>
          <ac:picMkLst>
            <pc:docMk/>
            <pc:sldMk cId="2491044802" sldId="275"/>
            <ac:picMk id="3" creationId="{B1D16712-DA00-90E9-AC79-B926CE843DA4}"/>
          </ac:picMkLst>
        </pc:picChg>
        <pc:picChg chg="mod ord modCrop">
          <ac:chgData name="Clayton Silva" userId="29ef9a7b83f2ddc4" providerId="LiveId" clId="{58335943-2BE6-42EC-897C-A1C4427AB656}" dt="2026-10-30T01:30:22.134" v="232" actId="170"/>
          <ac:picMkLst>
            <pc:docMk/>
            <pc:sldMk cId="2491044802" sldId="275"/>
            <ac:picMk id="4" creationId="{699C1E22-BF57-B949-14F4-B34AF69789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AF8AA-AD01-4697-8E5E-E85FCF505FF4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6B6FD-6C18-47A8-A3DF-991FEAE235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6B6FD-6C18-47A8-A3DF-991FEAE2354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259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FC8D0-3FA9-6E79-462F-3282C41B9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FE59B0-C478-AB59-336A-94B37C244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33FFC-2A08-719A-A55E-064B7BFF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518D99-A07F-7D45-EE38-338CAF89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B63A47-D36D-26A7-E88C-3A39A21E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75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C8C01-57DC-0E8F-9EC1-755EB9D8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5422A6-D437-7D07-4542-9EEFDD5B9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ECFAFC-FD89-18BE-42B0-371F60CD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8EAB67-6764-92DB-2E5C-9E9F9111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C63A1D-DCDF-6AA9-CFDC-422F3473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30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B8906-0A75-1A19-929E-44CB73F4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A37DAD-D8C1-B31C-4AA7-5C0129C5B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31F5D-91FF-344F-1A3D-7B8F1F86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B63ADC-E979-3103-6C2C-40D4FFB0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3C2FD7-EDB2-FAFC-0225-7BCA9AD2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83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40537-49D9-753A-723D-59931B3B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4D6831-6504-16F8-459A-507B09D54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FA6A19-2ABE-0269-EC6C-D8ECACF80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CC4742-0B5B-A29A-163E-BF9111AF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D4D22B-4E1A-D48D-E52A-2E16641E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1799BB-1875-F1BA-2C04-4F2A4F59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1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2C374-4464-2753-8118-0C3A60A5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D2A068-66EF-76DB-637F-87704D9B3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659838-F3F0-97D1-2D15-D5058F5EF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1528B1-29D1-C557-15E5-C152D3476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D3035B-737B-8620-B337-50AD75055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F5151A-04B6-4B34-9B8A-2EE36B5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4C6B87-D162-FCB7-F414-9B5068B7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E4AAF4-79CC-0DCB-5D60-A4F39776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13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D4244-E859-A102-5457-D8788EA0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F88CB4-2B19-D7F6-8CDF-BF0DA8EA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CF94E0-187E-8DEC-1178-32F6D9BB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0235BC-AE3C-E563-8AD2-C7088883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56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C3B978-87B3-2375-173B-E659B639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15C9BE-2264-3133-2D14-96CC4D44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04E3B3-4C17-CBE6-4EBE-70353020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7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F0A4A-684F-6FA9-8C8D-9C7CF9906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B36BA-DA81-2C6B-8E78-7699C37C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B00189-A095-91AF-B801-AD0DF1D3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70B1B2-E0D5-C4AD-F2DA-766D97D7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2DE698-6BEC-817B-97DD-3BA9A540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B0279D-EA67-492F-B32E-F3424596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55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0C582-8EDF-1D07-2416-F7B4B032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5AB403-C840-0F6A-00E5-210CB3A868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F96997-8457-AEB8-E404-ACC24FC7C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6A82D4-16B5-6078-A704-DADB4590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D4515C-0E93-60F3-FAE3-57ACFA27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B3D77B-44FE-E1C3-E144-E64A44B8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5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44048-0FE8-13EE-5D85-490F3149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C8D61D-9E4B-760B-3FEF-A16EDF0E1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414FC1-11A1-FCD5-2428-FC4A14538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A69DEB-1324-DB0A-1C80-96AC6E08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0BE55F-42AA-8757-9962-0D6C53D8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27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B8245A-A8D3-A3BB-CBAA-DCE7611D3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915D0F-0414-832E-D82B-576FCDA6B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5B1610-C9BD-9194-4829-72368FF4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3A8577-3F4D-DC70-7135-E4E94D3F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D68F9-D340-E213-3E2F-F9B54907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76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3CEFA8E-F653-0C92-2A23-FE683C37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DCAADC-E4F4-0B74-C6A6-8ADA9057D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2FE580-0EEE-813A-552E-AEFA5438D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5FE7E-665C-4FCA-B9CD-804194B6EC13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CAD361-8267-D2BF-BEA8-C7F41B00D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3324F3-0125-CB76-EA3F-F1B23398E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D3EA9-352E-4656-986D-9BA8112A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66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89CDC-7389-35AE-D8A1-2460EA826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Sistemas sequenciais</a:t>
            </a:r>
            <a:br>
              <a:rPr lang="pt-BR" dirty="0"/>
            </a:br>
            <a:r>
              <a:rPr lang="pt-BR" dirty="0"/>
              <a:t>Aplicações com FF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96D6FA-09EB-F121-859D-B8DB8A603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72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FEF8C33-CE1A-92F9-0678-E96CFC87B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9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0075-CF29-3916-BC0C-0D7CA746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5C4AAD-99DC-9505-12DF-637584EC7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" y="2133600"/>
            <a:ext cx="12192000" cy="47244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AC1163D-091B-BF19-4ED5-A835B6F82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394" b="22727"/>
          <a:stretch>
            <a:fillRect/>
          </a:stretch>
        </p:blipFill>
        <p:spPr>
          <a:xfrm>
            <a:off x="2587105" y="20782"/>
            <a:ext cx="7544031" cy="22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41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F4B4-9126-4B74-039E-F79C45DD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FD0A8E-9FA6-148C-9BA0-8CD11A397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2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C00F-2B18-0490-ABF0-1586FA43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648A25E-3626-B840-2E98-409A336C5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45" b="26515"/>
          <a:stretch>
            <a:fillRect/>
          </a:stretch>
        </p:blipFill>
        <p:spPr>
          <a:xfrm>
            <a:off x="1302247" y="0"/>
            <a:ext cx="9426004" cy="25948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09749E3-B24E-8B78-2C3E-06574A7C7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1022"/>
            <a:ext cx="12192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0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641EE-011D-9C94-20E2-62A4D9C3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B210CF5-6AF8-A69A-3678-3E7946BF5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7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D2A4-7A43-BA0A-63E6-CE971D5C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2DCB22E-B870-B3BC-E325-0868E585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6D62-61F8-1E93-C905-38A99A25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BB41294-CC6F-513F-494A-AD2774615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1"/>
          <a:stretch>
            <a:fillRect/>
          </a:stretch>
        </p:blipFill>
        <p:spPr>
          <a:xfrm>
            <a:off x="320842" y="599440"/>
            <a:ext cx="11550316" cy="625856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B8DA8B2-0436-B9B7-B3CC-A607B751B1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481" b="17926"/>
          <a:stretch>
            <a:fillRect/>
          </a:stretch>
        </p:blipFill>
        <p:spPr>
          <a:xfrm>
            <a:off x="7516272" y="0"/>
            <a:ext cx="4675728" cy="14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63B8-47E1-539A-3547-04729AAFD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3FAD25-4046-251A-5BBA-640BD1FB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5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4581-42DF-27D7-6F07-D7D3C53E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A9ED277-ED8D-0B16-75D4-2E6ECDD54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70"/>
          <a:stretch>
            <a:fillRect/>
          </a:stretch>
        </p:blipFill>
        <p:spPr>
          <a:xfrm>
            <a:off x="229402" y="711200"/>
            <a:ext cx="11550316" cy="6146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AE6B784-CD02-A940-C444-45C42CC16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30" b="30370"/>
          <a:stretch>
            <a:fillRect/>
          </a:stretch>
        </p:blipFill>
        <p:spPr>
          <a:xfrm>
            <a:off x="5760720" y="0"/>
            <a:ext cx="6431280" cy="144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7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93713-6EF2-2A9F-BA6F-FF96F68D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ACEED3-6D09-2201-AC22-0D964BF76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2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FACC-1BDF-F583-D85E-8432EF13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2E59308-C692-C7C9-9E64-B228663E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2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9EA7-44BB-E021-21FB-6838DA85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18233B9-9FAA-1DAA-BBFA-B3EA264A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656D-2D52-192B-ED56-1EA0D147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279567B-9E03-6F58-B854-23E63EB62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98"/>
          <a:stretch>
            <a:fillRect/>
          </a:stretch>
        </p:blipFill>
        <p:spPr>
          <a:xfrm>
            <a:off x="0" y="1832274"/>
            <a:ext cx="12192000" cy="516774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84768FA-B8D7-45F8-AB6D-D4C5175A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74" b="23704"/>
          <a:stretch>
            <a:fillRect/>
          </a:stretch>
        </p:blipFill>
        <p:spPr>
          <a:xfrm>
            <a:off x="5262880" y="0"/>
            <a:ext cx="6929120" cy="21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5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1B67-FFE9-5E1E-54FD-8F3D8886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9D045DF-EBFD-8004-48A5-A643DE0B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73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3F30-C37C-B51B-95EC-5C9572DB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436D0D7-0703-BCDC-652E-2D72913D7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33" b="34222"/>
          <a:stretch>
            <a:fillRect/>
          </a:stretch>
        </p:blipFill>
        <p:spPr>
          <a:xfrm>
            <a:off x="2895600" y="0"/>
            <a:ext cx="9296399" cy="169659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2A72812-3368-1384-1C97-5B6920D48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1"/>
          <a:stretch>
            <a:fillRect/>
          </a:stretch>
        </p:blipFill>
        <p:spPr>
          <a:xfrm>
            <a:off x="0" y="1623060"/>
            <a:ext cx="12192000" cy="523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8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2736-530F-EFCF-0DC5-92CBD807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341960-B0A5-00B2-9CA5-87180059B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22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4FBC-893B-07BE-413B-905E6716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6FC94F-269E-1498-A760-03B3A2D6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6" t="22519" r="32085" b="10371"/>
          <a:stretch>
            <a:fillRect/>
          </a:stretch>
        </p:blipFill>
        <p:spPr>
          <a:xfrm>
            <a:off x="8575040" y="0"/>
            <a:ext cx="3616960" cy="21087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4CD7462-B13D-F376-EF33-48B832988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50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D4189-C811-8230-3768-D6467038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3D91056-E65A-3110-8FC6-87B7BD10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01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82DB-179A-CA7B-43F8-D9B305C7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D16712-DA00-90E9-AC79-B926CE843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9C1E22-BF57-B949-14F4-B34AF697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74" b="27259"/>
          <a:stretch>
            <a:fillRect/>
          </a:stretch>
        </p:blipFill>
        <p:spPr>
          <a:xfrm>
            <a:off x="4937760" y="0"/>
            <a:ext cx="7254240" cy="17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44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9</Words>
  <Application>Microsoft Office PowerPoint</Application>
  <PresentationFormat>Widescreen</PresentationFormat>
  <Paragraphs>2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  Sistemas sequenciais Aplicações com FF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Silva</dc:creator>
  <cp:lastModifiedBy>Clayton Silva</cp:lastModifiedBy>
  <cp:revision>1</cp:revision>
  <dcterms:created xsi:type="dcterms:W3CDTF">2026-10-29T18:22:59Z</dcterms:created>
  <dcterms:modified xsi:type="dcterms:W3CDTF">2026-10-30T01:33:41Z</dcterms:modified>
</cp:coreProperties>
</file>