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8"/>
  </p:notesMasterIdLst>
  <p:sldIdLst>
    <p:sldId id="256" r:id="rId5"/>
    <p:sldId id="705" r:id="rId6"/>
    <p:sldId id="722" r:id="rId7"/>
    <p:sldId id="723" r:id="rId8"/>
    <p:sldId id="727" r:id="rId9"/>
    <p:sldId id="724" r:id="rId10"/>
    <p:sldId id="728" r:id="rId11"/>
    <p:sldId id="725" r:id="rId12"/>
    <p:sldId id="726" r:id="rId13"/>
    <p:sldId id="730" r:id="rId14"/>
    <p:sldId id="731" r:id="rId15"/>
    <p:sldId id="729" r:id="rId16"/>
    <p:sldId id="258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ela Medeiros Duque de Leon" initials="PMDdL" lastIdx="3" clrIdx="0">
    <p:extLst>
      <p:ext uri="{19B8F6BF-5375-455C-9EA6-DF929625EA0E}">
        <p15:presenceInfo xmlns:p15="http://schemas.microsoft.com/office/powerpoint/2012/main" userId="Pamela Medeiros Duque de Le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A0CCF2-7999-4E52-8AF9-DFF17236EF50}" v="2" dt="2024-10-30T02:58:04.51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667AD158-A895-46BE-8C0A-F1AABBD7F52A}"/>
    <pc:docChg chg="undo custSel mod addSld delSld modSld sldOrd">
      <pc:chgData name="Clayton Silva" userId="29ef9a7b83f2ddc4" providerId="LiveId" clId="{667AD158-A895-46BE-8C0A-F1AABBD7F52A}" dt="2020-08-21T01:49:06.050" v="1794"/>
      <pc:docMkLst>
        <pc:docMk/>
      </pc:docMkLst>
      <pc:sldChg chg="modSp mod">
        <pc:chgData name="Clayton Silva" userId="29ef9a7b83f2ddc4" providerId="LiveId" clId="{667AD158-A895-46BE-8C0A-F1AABBD7F52A}" dt="2020-08-20T17:47:37.124" v="1" actId="20577"/>
        <pc:sldMkLst>
          <pc:docMk/>
          <pc:sldMk cId="3310034269" sldId="264"/>
        </pc:sldMkLst>
        <pc:spChg chg="mod">
          <ac:chgData name="Clayton Silva" userId="29ef9a7b83f2ddc4" providerId="LiveId" clId="{667AD158-A895-46BE-8C0A-F1AABBD7F52A}" dt="2020-08-20T17:47:37.124" v="1" actId="20577"/>
          <ac:spMkLst>
            <pc:docMk/>
            <pc:sldMk cId="3310034269" sldId="264"/>
            <ac:spMk id="4" creationId="{4D95FF0F-F271-48E7-A204-C5656918B6A3}"/>
          </ac:spMkLst>
        </pc:spChg>
      </pc:sldChg>
      <pc:sldChg chg="modSp mod">
        <pc:chgData name="Clayton Silva" userId="29ef9a7b83f2ddc4" providerId="LiveId" clId="{667AD158-A895-46BE-8C0A-F1AABBD7F52A}" dt="2020-08-20T17:49:46.382" v="55" actId="207"/>
        <pc:sldMkLst>
          <pc:docMk/>
          <pc:sldMk cId="2757276560" sldId="416"/>
        </pc:sldMkLst>
        <pc:spChg chg="mod">
          <ac:chgData name="Clayton Silva" userId="29ef9a7b83f2ddc4" providerId="LiveId" clId="{667AD158-A895-46BE-8C0A-F1AABBD7F52A}" dt="2020-08-20T17:49:46.382" v="55" actId="207"/>
          <ac:spMkLst>
            <pc:docMk/>
            <pc:sldMk cId="2757276560" sldId="416"/>
            <ac:spMk id="3" creationId="{E64E2913-9AFE-4F57-8459-2411B1EC6F5D}"/>
          </ac:spMkLst>
        </pc:spChg>
      </pc:sldChg>
      <pc:sldChg chg="addSp delSp modSp mod">
        <pc:chgData name="Clayton Silva" userId="29ef9a7b83f2ddc4" providerId="LiveId" clId="{667AD158-A895-46BE-8C0A-F1AABBD7F52A}" dt="2020-08-20T18:11:42.347" v="127" actId="113"/>
        <pc:sldMkLst>
          <pc:docMk/>
          <pc:sldMk cId="2547182882" sldId="425"/>
        </pc:sldMkLst>
        <pc:spChg chg="mod">
          <ac:chgData name="Clayton Silva" userId="29ef9a7b83f2ddc4" providerId="LiveId" clId="{667AD158-A895-46BE-8C0A-F1AABBD7F52A}" dt="2020-08-20T17:53:17.055" v="86" actId="114"/>
          <ac:spMkLst>
            <pc:docMk/>
            <pc:sldMk cId="2547182882" sldId="425"/>
            <ac:spMk id="3" creationId="{3D751DFF-B427-46D1-9F50-5B783A22AB67}"/>
          </ac:spMkLst>
        </pc:spChg>
        <pc:spChg chg="mod">
          <ac:chgData name="Clayton Silva" userId="29ef9a7b83f2ddc4" providerId="LiveId" clId="{667AD158-A895-46BE-8C0A-F1AABBD7F52A}" dt="2020-08-20T18:11:42.347" v="127" actId="113"/>
          <ac:spMkLst>
            <pc:docMk/>
            <pc:sldMk cId="2547182882" sldId="425"/>
            <ac:spMk id="15" creationId="{5A759B61-D403-442F-B3F5-D63F7D76E397}"/>
          </ac:spMkLst>
        </pc:spChg>
        <pc:picChg chg="add del mod">
          <ac:chgData name="Clayton Silva" userId="29ef9a7b83f2ddc4" providerId="LiveId" clId="{667AD158-A895-46BE-8C0A-F1AABBD7F52A}" dt="2020-08-20T18:09:42.093" v="112" actId="478"/>
          <ac:picMkLst>
            <pc:docMk/>
            <pc:sldMk cId="2547182882" sldId="425"/>
            <ac:picMk id="4" creationId="{35E62C3A-4405-4D84-BA3F-A5529311E287}"/>
          </ac:picMkLst>
        </pc:picChg>
        <pc:picChg chg="add del mod">
          <ac:chgData name="Clayton Silva" userId="29ef9a7b83f2ddc4" providerId="LiveId" clId="{667AD158-A895-46BE-8C0A-F1AABBD7F52A}" dt="2020-08-20T18:09:36.910" v="110" actId="478"/>
          <ac:picMkLst>
            <pc:docMk/>
            <pc:sldMk cId="2547182882" sldId="425"/>
            <ac:picMk id="6" creationId="{ED67A1CB-F6D3-4393-92C8-AC2E5C01CFD2}"/>
          </ac:picMkLst>
        </pc:picChg>
        <pc:picChg chg="add del mod">
          <ac:chgData name="Clayton Silva" userId="29ef9a7b83f2ddc4" providerId="LiveId" clId="{667AD158-A895-46BE-8C0A-F1AABBD7F52A}" dt="2020-08-20T18:09:39.711" v="111" actId="478"/>
          <ac:picMkLst>
            <pc:docMk/>
            <pc:sldMk cId="2547182882" sldId="425"/>
            <ac:picMk id="8" creationId="{562EC593-E367-4B21-B571-422DDE0A6E90}"/>
          </ac:picMkLst>
        </pc:picChg>
      </pc:sldChg>
      <pc:sldChg chg="del">
        <pc:chgData name="Clayton Silva" userId="29ef9a7b83f2ddc4" providerId="LiveId" clId="{667AD158-A895-46BE-8C0A-F1AABBD7F52A}" dt="2020-08-20T19:33:19.223" v="1165" actId="47"/>
        <pc:sldMkLst>
          <pc:docMk/>
          <pc:sldMk cId="1663965914" sldId="435"/>
        </pc:sldMkLst>
      </pc:sldChg>
      <pc:sldChg chg="del">
        <pc:chgData name="Clayton Silva" userId="29ef9a7b83f2ddc4" providerId="LiveId" clId="{667AD158-A895-46BE-8C0A-F1AABBD7F52A}" dt="2020-08-20T19:33:19.790" v="1166" actId="47"/>
        <pc:sldMkLst>
          <pc:docMk/>
          <pc:sldMk cId="3827279124" sldId="436"/>
        </pc:sldMkLst>
      </pc:sldChg>
      <pc:sldChg chg="addSp delSp modSp mod">
        <pc:chgData name="Clayton Silva" userId="29ef9a7b83f2ddc4" providerId="LiveId" clId="{667AD158-A895-46BE-8C0A-F1AABBD7F52A}" dt="2020-08-20T18:14:11.905" v="183" actId="207"/>
        <pc:sldMkLst>
          <pc:docMk/>
          <pc:sldMk cId="1509210954" sldId="437"/>
        </pc:sldMkLst>
        <pc:spChg chg="mod">
          <ac:chgData name="Clayton Silva" userId="29ef9a7b83f2ddc4" providerId="LiveId" clId="{667AD158-A895-46BE-8C0A-F1AABBD7F52A}" dt="2020-08-20T18:14:11.905" v="183" actId="207"/>
          <ac:spMkLst>
            <pc:docMk/>
            <pc:sldMk cId="1509210954" sldId="437"/>
            <ac:spMk id="3" creationId="{3D751DFF-B427-46D1-9F50-5B783A22AB67}"/>
          </ac:spMkLst>
        </pc:spChg>
        <pc:spChg chg="del">
          <ac:chgData name="Clayton Silva" userId="29ef9a7b83f2ddc4" providerId="LiveId" clId="{667AD158-A895-46BE-8C0A-F1AABBD7F52A}" dt="2020-08-20T18:13:33.889" v="150" actId="26606"/>
          <ac:spMkLst>
            <pc:docMk/>
            <pc:sldMk cId="1509210954" sldId="437"/>
            <ac:spMk id="29" creationId="{7F57BEA8-497D-4AA8-8A18-BDCD696B25FE}"/>
          </ac:spMkLst>
        </pc:spChg>
        <pc:spChg chg="add">
          <ac:chgData name="Clayton Silva" userId="29ef9a7b83f2ddc4" providerId="LiveId" clId="{667AD158-A895-46BE-8C0A-F1AABBD7F52A}" dt="2020-08-20T18:13:33.889" v="150" actId="26606"/>
          <ac:spMkLst>
            <pc:docMk/>
            <pc:sldMk cId="1509210954" sldId="437"/>
            <ac:spMk id="38" creationId="{1707FC24-6981-43D9-B525-C7832BA22463}"/>
          </ac:spMkLst>
        </pc:spChg>
        <pc:picChg chg="del">
          <ac:chgData name="Clayton Silva" userId="29ef9a7b83f2ddc4" providerId="LiveId" clId="{667AD158-A895-46BE-8C0A-F1AABBD7F52A}" dt="2020-08-20T18:12:25.921" v="144" actId="478"/>
          <ac:picMkLst>
            <pc:docMk/>
            <pc:sldMk cId="1509210954" sldId="437"/>
            <ac:picMk id="4" creationId="{BBBCD379-6416-4C16-B1E5-743847A839F3}"/>
          </ac:picMkLst>
        </pc:picChg>
        <pc:picChg chg="add mod">
          <ac:chgData name="Clayton Silva" userId="29ef9a7b83f2ddc4" providerId="LiveId" clId="{667AD158-A895-46BE-8C0A-F1AABBD7F52A}" dt="2020-08-20T18:13:33.889" v="150" actId="26606"/>
          <ac:picMkLst>
            <pc:docMk/>
            <pc:sldMk cId="1509210954" sldId="437"/>
            <ac:picMk id="8" creationId="{B4D68D38-A901-4973-8714-B7BA70A65ACF}"/>
          </ac:picMkLst>
        </pc:picChg>
        <pc:cxnChg chg="del">
          <ac:chgData name="Clayton Silva" userId="29ef9a7b83f2ddc4" providerId="LiveId" clId="{667AD158-A895-46BE-8C0A-F1AABBD7F52A}" dt="2020-08-20T18:13:33.889" v="150" actId="26606"/>
          <ac:cxnSpMkLst>
            <pc:docMk/>
            <pc:sldMk cId="1509210954" sldId="437"/>
            <ac:cxnSpMk id="27" creationId="{D2E961F1-4A28-4A5F-BBD4-6E400E5E6C75}"/>
          </ac:cxnSpMkLst>
        </pc:cxnChg>
        <pc:cxnChg chg="del">
          <ac:chgData name="Clayton Silva" userId="29ef9a7b83f2ddc4" providerId="LiveId" clId="{667AD158-A895-46BE-8C0A-F1AABBD7F52A}" dt="2020-08-20T18:13:33.889" v="150" actId="26606"/>
          <ac:cxnSpMkLst>
            <pc:docMk/>
            <pc:sldMk cId="1509210954" sldId="437"/>
            <ac:cxnSpMk id="31" creationId="{A82415D3-DDE5-4D63-8CB3-23A5EC581B27}"/>
          </ac:cxnSpMkLst>
        </pc:cxnChg>
        <pc:cxnChg chg="del">
          <ac:chgData name="Clayton Silva" userId="29ef9a7b83f2ddc4" providerId="LiveId" clId="{667AD158-A895-46BE-8C0A-F1AABBD7F52A}" dt="2020-08-20T18:13:33.889" v="150" actId="26606"/>
          <ac:cxnSpMkLst>
            <pc:docMk/>
            <pc:sldMk cId="1509210954" sldId="437"/>
            <ac:cxnSpMk id="33" creationId="{AD7193FB-6AE6-4B3B-8F89-56B55DD63B4D}"/>
          </ac:cxnSpMkLst>
        </pc:cxnChg>
      </pc:sldChg>
      <pc:sldChg chg="addSp delSp modSp mod">
        <pc:chgData name="Clayton Silva" userId="29ef9a7b83f2ddc4" providerId="LiveId" clId="{667AD158-A895-46BE-8C0A-F1AABBD7F52A}" dt="2020-08-20T19:24:08.244" v="982"/>
        <pc:sldMkLst>
          <pc:docMk/>
          <pc:sldMk cId="1989773763" sldId="438"/>
        </pc:sldMkLst>
        <pc:spChg chg="mod">
          <ac:chgData name="Clayton Silva" userId="29ef9a7b83f2ddc4" providerId="LiveId" clId="{667AD158-A895-46BE-8C0A-F1AABBD7F52A}" dt="2020-08-20T19:22:14.822" v="941" actId="26606"/>
          <ac:spMkLst>
            <pc:docMk/>
            <pc:sldMk cId="1989773763" sldId="438"/>
            <ac:spMk id="3" creationId="{3D751DFF-B427-46D1-9F50-5B783A22AB67}"/>
          </ac:spMkLst>
        </pc:spChg>
        <pc:spChg chg="del mod">
          <ac:chgData name="Clayton Silva" userId="29ef9a7b83f2ddc4" providerId="LiveId" clId="{667AD158-A895-46BE-8C0A-F1AABBD7F52A}" dt="2020-08-20T19:22:14.822" v="941" actId="26606"/>
          <ac:spMkLst>
            <pc:docMk/>
            <pc:sldMk cId="1989773763" sldId="438"/>
            <ac:spMk id="15" creationId="{5A759B61-D403-442F-B3F5-D63F7D76E397}"/>
          </ac:spMkLst>
        </pc:spChg>
        <pc:spChg chg="del">
          <ac:chgData name="Clayton Silva" userId="29ef9a7b83f2ddc4" providerId="LiveId" clId="{667AD158-A895-46BE-8C0A-F1AABBD7F52A}" dt="2020-08-20T19:22:14.822" v="941" actId="26606"/>
          <ac:spMkLst>
            <pc:docMk/>
            <pc:sldMk cId="1989773763" sldId="438"/>
            <ac:spMk id="29" creationId="{7F57BEA8-497D-4AA8-8A18-BDCD696B25FE}"/>
          </ac:spMkLst>
        </pc:spChg>
        <pc:spChg chg="add">
          <ac:chgData name="Clayton Silva" userId="29ef9a7b83f2ddc4" providerId="LiveId" clId="{667AD158-A895-46BE-8C0A-F1AABBD7F52A}" dt="2020-08-20T19:22:14.822" v="941" actId="26606"/>
          <ac:spMkLst>
            <pc:docMk/>
            <pc:sldMk cId="1989773763" sldId="438"/>
            <ac:spMk id="39" creationId="{3A5B4632-C963-4296-86F0-79AA9EA5AE98}"/>
          </ac:spMkLst>
        </pc:spChg>
        <pc:graphicFrameChg chg="add mod">
          <ac:chgData name="Clayton Silva" userId="29ef9a7b83f2ddc4" providerId="LiveId" clId="{667AD158-A895-46BE-8C0A-F1AABBD7F52A}" dt="2020-08-20T19:24:08.244" v="982"/>
          <ac:graphicFrameMkLst>
            <pc:docMk/>
            <pc:sldMk cId="1989773763" sldId="438"/>
            <ac:graphicFrameMk id="35" creationId="{8AF67C51-1944-48C6-9FCA-FE4582C111DA}"/>
          </ac:graphicFrameMkLst>
        </pc:graphicFrameChg>
        <pc:cxnChg chg="del">
          <ac:chgData name="Clayton Silva" userId="29ef9a7b83f2ddc4" providerId="LiveId" clId="{667AD158-A895-46BE-8C0A-F1AABBD7F52A}" dt="2020-08-20T19:22:14.822" v="941" actId="26606"/>
          <ac:cxnSpMkLst>
            <pc:docMk/>
            <pc:sldMk cId="1989773763" sldId="438"/>
            <ac:cxnSpMk id="27" creationId="{D2E961F1-4A28-4A5F-BBD4-6E400E5E6C75}"/>
          </ac:cxnSpMkLst>
        </pc:cxnChg>
        <pc:cxnChg chg="del">
          <ac:chgData name="Clayton Silva" userId="29ef9a7b83f2ddc4" providerId="LiveId" clId="{667AD158-A895-46BE-8C0A-F1AABBD7F52A}" dt="2020-08-20T19:22:14.822" v="941" actId="26606"/>
          <ac:cxnSpMkLst>
            <pc:docMk/>
            <pc:sldMk cId="1989773763" sldId="438"/>
            <ac:cxnSpMk id="31" creationId="{A82415D3-DDE5-4D63-8CB3-23A5EC581B27}"/>
          </ac:cxnSpMkLst>
        </pc:cxnChg>
        <pc:cxnChg chg="del">
          <ac:chgData name="Clayton Silva" userId="29ef9a7b83f2ddc4" providerId="LiveId" clId="{667AD158-A895-46BE-8C0A-F1AABBD7F52A}" dt="2020-08-20T19:22:14.822" v="941" actId="26606"/>
          <ac:cxnSpMkLst>
            <pc:docMk/>
            <pc:sldMk cId="1989773763" sldId="438"/>
            <ac:cxnSpMk id="33" creationId="{AD7193FB-6AE6-4B3B-8F89-56B55DD63B4D}"/>
          </ac:cxnSpMkLst>
        </pc:cxnChg>
      </pc:sldChg>
      <pc:sldChg chg="addSp delSp modSp mod">
        <pc:chgData name="Clayton Silva" userId="29ef9a7b83f2ddc4" providerId="LiveId" clId="{667AD158-A895-46BE-8C0A-F1AABBD7F52A}" dt="2020-08-20T19:31:19.532" v="1164"/>
        <pc:sldMkLst>
          <pc:docMk/>
          <pc:sldMk cId="1996388495" sldId="439"/>
        </pc:sldMkLst>
        <pc:spChg chg="mod">
          <ac:chgData name="Clayton Silva" userId="29ef9a7b83f2ddc4" providerId="LiveId" clId="{667AD158-A895-46BE-8C0A-F1AABBD7F52A}" dt="2020-08-20T19:30:43.390" v="1158" actId="26606"/>
          <ac:spMkLst>
            <pc:docMk/>
            <pc:sldMk cId="1996388495" sldId="439"/>
            <ac:spMk id="3" creationId="{3D751DFF-B427-46D1-9F50-5B783A22AB67}"/>
          </ac:spMkLst>
        </pc:spChg>
        <pc:spChg chg="del mod">
          <ac:chgData name="Clayton Silva" userId="29ef9a7b83f2ddc4" providerId="LiveId" clId="{667AD158-A895-46BE-8C0A-F1AABBD7F52A}" dt="2020-08-20T19:30:43.390" v="1158" actId="26606"/>
          <ac:spMkLst>
            <pc:docMk/>
            <pc:sldMk cId="1996388495" sldId="439"/>
            <ac:spMk id="15" creationId="{5A759B61-D403-442F-B3F5-D63F7D76E397}"/>
          </ac:spMkLst>
        </pc:spChg>
        <pc:spChg chg="del">
          <ac:chgData name="Clayton Silva" userId="29ef9a7b83f2ddc4" providerId="LiveId" clId="{667AD158-A895-46BE-8C0A-F1AABBD7F52A}" dt="2020-08-20T19:30:43.390" v="1158" actId="26606"/>
          <ac:spMkLst>
            <pc:docMk/>
            <pc:sldMk cId="1996388495" sldId="439"/>
            <ac:spMk id="29" creationId="{7F57BEA8-497D-4AA8-8A18-BDCD696B25FE}"/>
          </ac:spMkLst>
        </pc:spChg>
        <pc:spChg chg="add">
          <ac:chgData name="Clayton Silva" userId="29ef9a7b83f2ddc4" providerId="LiveId" clId="{667AD158-A895-46BE-8C0A-F1AABBD7F52A}" dt="2020-08-20T19:30:43.390" v="1158" actId="26606"/>
          <ac:spMkLst>
            <pc:docMk/>
            <pc:sldMk cId="1996388495" sldId="439"/>
            <ac:spMk id="39" creationId="{DC8C3900-B8A1-4965-88E6-CBCBFE067207}"/>
          </ac:spMkLst>
        </pc:spChg>
        <pc:graphicFrameChg chg="add mod">
          <ac:chgData name="Clayton Silva" userId="29ef9a7b83f2ddc4" providerId="LiveId" clId="{667AD158-A895-46BE-8C0A-F1AABBD7F52A}" dt="2020-08-20T19:31:19.532" v="1164"/>
          <ac:graphicFrameMkLst>
            <pc:docMk/>
            <pc:sldMk cId="1996388495" sldId="439"/>
            <ac:graphicFrameMk id="35" creationId="{C6882BD1-61F3-4E95-8514-3D89FB786C02}"/>
          </ac:graphicFrameMkLst>
        </pc:graphicFrameChg>
        <pc:cxnChg chg="del">
          <ac:chgData name="Clayton Silva" userId="29ef9a7b83f2ddc4" providerId="LiveId" clId="{667AD158-A895-46BE-8C0A-F1AABBD7F52A}" dt="2020-08-20T19:30:43.390" v="1158" actId="26606"/>
          <ac:cxnSpMkLst>
            <pc:docMk/>
            <pc:sldMk cId="1996388495" sldId="439"/>
            <ac:cxnSpMk id="27" creationId="{D2E961F1-4A28-4A5F-BBD4-6E400E5E6C75}"/>
          </ac:cxnSpMkLst>
        </pc:cxnChg>
        <pc:cxnChg chg="del">
          <ac:chgData name="Clayton Silva" userId="29ef9a7b83f2ddc4" providerId="LiveId" clId="{667AD158-A895-46BE-8C0A-F1AABBD7F52A}" dt="2020-08-20T19:30:43.390" v="1158" actId="26606"/>
          <ac:cxnSpMkLst>
            <pc:docMk/>
            <pc:sldMk cId="1996388495" sldId="439"/>
            <ac:cxnSpMk id="31" creationId="{A82415D3-DDE5-4D63-8CB3-23A5EC581B27}"/>
          </ac:cxnSpMkLst>
        </pc:cxnChg>
        <pc:cxnChg chg="del">
          <ac:chgData name="Clayton Silva" userId="29ef9a7b83f2ddc4" providerId="LiveId" clId="{667AD158-A895-46BE-8C0A-F1AABBD7F52A}" dt="2020-08-20T19:30:43.390" v="1158" actId="26606"/>
          <ac:cxnSpMkLst>
            <pc:docMk/>
            <pc:sldMk cId="1996388495" sldId="439"/>
            <ac:cxnSpMk id="33" creationId="{AD7193FB-6AE6-4B3B-8F89-56B55DD63B4D}"/>
          </ac:cxnSpMkLst>
        </pc:cxnChg>
      </pc:sldChg>
      <pc:sldChg chg="del">
        <pc:chgData name="Clayton Silva" userId="29ef9a7b83f2ddc4" providerId="LiveId" clId="{667AD158-A895-46BE-8C0A-F1AABBD7F52A}" dt="2020-08-20T19:33:20.612" v="1168" actId="47"/>
        <pc:sldMkLst>
          <pc:docMk/>
          <pc:sldMk cId="889437791" sldId="440"/>
        </pc:sldMkLst>
      </pc:sldChg>
      <pc:sldChg chg="addSp delSp modSp mod ord">
        <pc:chgData name="Clayton Silva" userId="29ef9a7b83f2ddc4" providerId="LiveId" clId="{667AD158-A895-46BE-8C0A-F1AABBD7F52A}" dt="2020-08-20T19:26:12.217" v="1053" actId="403"/>
        <pc:sldMkLst>
          <pc:docMk/>
          <pc:sldMk cId="626797566" sldId="441"/>
        </pc:sldMkLst>
        <pc:spChg chg="mod">
          <ac:chgData name="Clayton Silva" userId="29ef9a7b83f2ddc4" providerId="LiveId" clId="{667AD158-A895-46BE-8C0A-F1AABBD7F52A}" dt="2020-08-20T19:26:12.217" v="1053" actId="403"/>
          <ac:spMkLst>
            <pc:docMk/>
            <pc:sldMk cId="626797566" sldId="441"/>
            <ac:spMk id="2" creationId="{37205C98-E40C-4AF1-AEF6-FBA80E382AFD}"/>
          </ac:spMkLst>
        </pc:spChg>
        <pc:spChg chg="add mod">
          <ac:chgData name="Clayton Silva" userId="29ef9a7b83f2ddc4" providerId="LiveId" clId="{667AD158-A895-46BE-8C0A-F1AABBD7F52A}" dt="2020-08-20T19:24:59.487" v="985" actId="478"/>
          <ac:spMkLst>
            <pc:docMk/>
            <pc:sldMk cId="626797566" sldId="441"/>
            <ac:spMk id="4" creationId="{7365886C-3991-4288-98F8-A7D1F4488EF0}"/>
          </ac:spMkLst>
        </pc:spChg>
        <pc:picChg chg="del">
          <ac:chgData name="Clayton Silva" userId="29ef9a7b83f2ddc4" providerId="LiveId" clId="{667AD158-A895-46BE-8C0A-F1AABBD7F52A}" dt="2020-08-20T19:24:59.487" v="985" actId="478"/>
          <ac:picMkLst>
            <pc:docMk/>
            <pc:sldMk cId="626797566" sldId="441"/>
            <ac:picMk id="5" creationId="{17AE1535-75B9-4B48-BC19-DF8B71E5250F}"/>
          </ac:picMkLst>
        </pc:picChg>
        <pc:picChg chg="add mod ord">
          <ac:chgData name="Clayton Silva" userId="29ef9a7b83f2ddc4" providerId="LiveId" clId="{667AD158-A895-46BE-8C0A-F1AABBD7F52A}" dt="2020-08-20T19:26:01.496" v="1050" actId="1037"/>
          <ac:picMkLst>
            <pc:docMk/>
            <pc:sldMk cId="626797566" sldId="441"/>
            <ac:picMk id="6" creationId="{4E3D854F-FC28-4BD5-ABDA-F65A5D5CA8D5}"/>
          </ac:picMkLst>
        </pc:picChg>
      </pc:sldChg>
      <pc:sldChg chg="del">
        <pc:chgData name="Clayton Silva" userId="29ef9a7b83f2ddc4" providerId="LiveId" clId="{667AD158-A895-46BE-8C0A-F1AABBD7F52A}" dt="2020-08-20T19:33:21.590" v="1170" actId="47"/>
        <pc:sldMkLst>
          <pc:docMk/>
          <pc:sldMk cId="2219234263" sldId="443"/>
        </pc:sldMkLst>
      </pc:sldChg>
      <pc:sldChg chg="del">
        <pc:chgData name="Clayton Silva" userId="29ef9a7b83f2ddc4" providerId="LiveId" clId="{667AD158-A895-46BE-8C0A-F1AABBD7F52A}" dt="2020-08-20T19:33:22.150" v="1171" actId="47"/>
        <pc:sldMkLst>
          <pc:docMk/>
          <pc:sldMk cId="1196396891" sldId="444"/>
        </pc:sldMkLst>
      </pc:sldChg>
      <pc:sldChg chg="del">
        <pc:chgData name="Clayton Silva" userId="29ef9a7b83f2ddc4" providerId="LiveId" clId="{667AD158-A895-46BE-8C0A-F1AABBD7F52A}" dt="2020-08-20T19:33:22.657" v="1172" actId="47"/>
        <pc:sldMkLst>
          <pc:docMk/>
          <pc:sldMk cId="2202158352" sldId="445"/>
        </pc:sldMkLst>
      </pc:sldChg>
      <pc:sldChg chg="del">
        <pc:chgData name="Clayton Silva" userId="29ef9a7b83f2ddc4" providerId="LiveId" clId="{667AD158-A895-46BE-8C0A-F1AABBD7F52A}" dt="2020-08-20T19:33:25.416" v="1175" actId="47"/>
        <pc:sldMkLst>
          <pc:docMk/>
          <pc:sldMk cId="4266153804" sldId="446"/>
        </pc:sldMkLst>
      </pc:sldChg>
      <pc:sldChg chg="del">
        <pc:chgData name="Clayton Silva" userId="29ef9a7b83f2ddc4" providerId="LiveId" clId="{667AD158-A895-46BE-8C0A-F1AABBD7F52A}" dt="2020-08-20T19:33:26.273" v="1176" actId="47"/>
        <pc:sldMkLst>
          <pc:docMk/>
          <pc:sldMk cId="836051882" sldId="447"/>
        </pc:sldMkLst>
      </pc:sldChg>
      <pc:sldChg chg="del">
        <pc:chgData name="Clayton Silva" userId="29ef9a7b83f2ddc4" providerId="LiveId" clId="{667AD158-A895-46BE-8C0A-F1AABBD7F52A}" dt="2020-08-20T19:33:23.705" v="1173" actId="47"/>
        <pc:sldMkLst>
          <pc:docMk/>
          <pc:sldMk cId="3873523174" sldId="448"/>
        </pc:sldMkLst>
      </pc:sldChg>
      <pc:sldChg chg="del">
        <pc:chgData name="Clayton Silva" userId="29ef9a7b83f2ddc4" providerId="LiveId" clId="{667AD158-A895-46BE-8C0A-F1AABBD7F52A}" dt="2020-08-20T19:33:27.352" v="1177" actId="47"/>
        <pc:sldMkLst>
          <pc:docMk/>
          <pc:sldMk cId="3560696867" sldId="449"/>
        </pc:sldMkLst>
      </pc:sldChg>
      <pc:sldChg chg="del">
        <pc:chgData name="Clayton Silva" userId="29ef9a7b83f2ddc4" providerId="LiveId" clId="{667AD158-A895-46BE-8C0A-F1AABBD7F52A}" dt="2020-08-20T19:33:20.181" v="1167" actId="47"/>
        <pc:sldMkLst>
          <pc:docMk/>
          <pc:sldMk cId="3513495837" sldId="450"/>
        </pc:sldMkLst>
      </pc:sldChg>
      <pc:sldChg chg="del">
        <pc:chgData name="Clayton Silva" userId="29ef9a7b83f2ddc4" providerId="LiveId" clId="{667AD158-A895-46BE-8C0A-F1AABBD7F52A}" dt="2020-08-20T19:33:21.071" v="1169" actId="47"/>
        <pc:sldMkLst>
          <pc:docMk/>
          <pc:sldMk cId="322536309" sldId="451"/>
        </pc:sldMkLst>
      </pc:sldChg>
      <pc:sldChg chg="del">
        <pc:chgData name="Clayton Silva" userId="29ef9a7b83f2ddc4" providerId="LiveId" clId="{667AD158-A895-46BE-8C0A-F1AABBD7F52A}" dt="2020-08-20T19:33:24.404" v="1174" actId="47"/>
        <pc:sldMkLst>
          <pc:docMk/>
          <pc:sldMk cId="4024024082" sldId="452"/>
        </pc:sldMkLst>
      </pc:sldChg>
      <pc:sldChg chg="modSp add mod ord">
        <pc:chgData name="Clayton Silva" userId="29ef9a7b83f2ddc4" providerId="LiveId" clId="{667AD158-A895-46BE-8C0A-F1AABBD7F52A}" dt="2020-08-20T17:48:15.401" v="49" actId="20577"/>
        <pc:sldMkLst>
          <pc:docMk/>
          <pc:sldMk cId="603324679" sldId="453"/>
        </pc:sldMkLst>
        <pc:spChg chg="mod">
          <ac:chgData name="Clayton Silva" userId="29ef9a7b83f2ddc4" providerId="LiveId" clId="{667AD158-A895-46BE-8C0A-F1AABBD7F52A}" dt="2020-08-20T17:48:15.401" v="49" actId="20577"/>
          <ac:spMkLst>
            <pc:docMk/>
            <pc:sldMk cId="603324679" sldId="453"/>
            <ac:spMk id="4" creationId="{4D95FF0F-F271-48E7-A204-C5656918B6A3}"/>
          </ac:spMkLst>
        </pc:spChg>
      </pc:sldChg>
      <pc:sldChg chg="addSp delSp modSp add mod">
        <pc:chgData name="Clayton Silva" userId="29ef9a7b83f2ddc4" providerId="LiveId" clId="{667AD158-A895-46BE-8C0A-F1AABBD7F52A}" dt="2020-08-20T18:17:11.292" v="223" actId="207"/>
        <pc:sldMkLst>
          <pc:docMk/>
          <pc:sldMk cId="4251762456" sldId="454"/>
        </pc:sldMkLst>
        <pc:spChg chg="mo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3" creationId="{3D751DFF-B427-46D1-9F50-5B783A22AB67}"/>
          </ac:spMkLst>
        </pc:spChg>
        <pc:spChg chg="add mod">
          <ac:chgData name="Clayton Silva" userId="29ef9a7b83f2ddc4" providerId="LiveId" clId="{667AD158-A895-46BE-8C0A-F1AABBD7F52A}" dt="2020-08-20T18:17:11.292" v="223" actId="207"/>
          <ac:spMkLst>
            <pc:docMk/>
            <pc:sldMk cId="4251762456" sldId="454"/>
            <ac:spMk id="22" creationId="{046BA7FD-B2E1-47E0-B44E-9696FE9E54A5}"/>
          </ac:spMkLst>
        </pc:spChg>
        <pc:spChg chg="add del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38" creationId="{1707FC24-6981-43D9-B525-C7832BA22463}"/>
          </ac:spMkLst>
        </pc:spChg>
        <pc:spChg chg="add del">
          <ac:chgData name="Clayton Silva" userId="29ef9a7b83f2ddc4" providerId="LiveId" clId="{667AD158-A895-46BE-8C0A-F1AABBD7F52A}" dt="2020-08-20T18:16:12.027" v="214" actId="26606"/>
          <ac:spMkLst>
            <pc:docMk/>
            <pc:sldMk cId="4251762456" sldId="454"/>
            <ac:spMk id="43" creationId="{1707FC24-6981-43D9-B525-C7832BA22463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45" creationId="{A5704422-1118-4FD1-95AD-29A064EB80D9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46" creationId="{07322A9E-F1EC-405E-8971-BA906EFFCCB8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47" creationId="{A88B2AAA-B805-498E-A9E6-98B885855498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49" creationId="{9B8051E0-19D7-43E1-BFD9-E6DBFEB3A3F1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51" creationId="{4EDB2B02-86A2-46F5-A4BE-B7D9B10411D6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53" creationId="{43954639-FB5D-41F4-9560-6F6DFE778425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55" creationId="{E898931C-0323-41FA-A036-20F818B1FF81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57" creationId="{89AFE9DD-0792-4B98-B4EB-97ACA17E6AA8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59" creationId="{3981F5C4-9AE1-404E-AF44-A4E6DB374F9D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61" creationId="{763C1781-8726-4FAC-8C45-FF40376BE409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63" creationId="{301491B5-56C7-43DC-A3D9-861EECCA056A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65" creationId="{237E2353-22DF-46E0-A200-FB30F8F394E2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67" creationId="{DD6138DB-057B-45F7-A5F4-E7BFDA20D02C}"/>
          </ac:spMkLst>
        </pc:spChg>
        <pc:spChg chg="add">
          <ac:chgData name="Clayton Silva" userId="29ef9a7b83f2ddc4" providerId="LiveId" clId="{667AD158-A895-46BE-8C0A-F1AABBD7F52A}" dt="2020-08-20T18:16:12.380" v="215" actId="26606"/>
          <ac:spMkLst>
            <pc:docMk/>
            <pc:sldMk cId="4251762456" sldId="454"/>
            <ac:spMk id="69" creationId="{79A54AB1-B64F-4843-BFAB-81CB74E66B65}"/>
          </ac:spMkLst>
        </pc:spChg>
        <pc:picChg chg="add mod">
          <ac:chgData name="Clayton Silva" userId="29ef9a7b83f2ddc4" providerId="LiveId" clId="{667AD158-A895-46BE-8C0A-F1AABBD7F52A}" dt="2020-08-20T18:16:12.380" v="215" actId="26606"/>
          <ac:picMkLst>
            <pc:docMk/>
            <pc:sldMk cId="4251762456" sldId="454"/>
            <ac:picMk id="5" creationId="{C404FD99-1D27-402F-B566-AB2573C98A3D}"/>
          </ac:picMkLst>
        </pc:picChg>
        <pc:picChg chg="del">
          <ac:chgData name="Clayton Silva" userId="29ef9a7b83f2ddc4" providerId="LiveId" clId="{667AD158-A895-46BE-8C0A-F1AABBD7F52A}" dt="2020-08-20T18:14:47.745" v="210" actId="478"/>
          <ac:picMkLst>
            <pc:docMk/>
            <pc:sldMk cId="4251762456" sldId="454"/>
            <ac:picMk id="8" creationId="{B4D68D38-A901-4973-8714-B7BA70A65ACF}"/>
          </ac:picMkLst>
        </pc:picChg>
      </pc:sldChg>
      <pc:sldChg chg="modSp add mod ord">
        <pc:chgData name="Clayton Silva" userId="29ef9a7b83f2ddc4" providerId="LiveId" clId="{667AD158-A895-46BE-8C0A-F1AABBD7F52A}" dt="2020-08-20T18:28:07.633" v="405" actId="114"/>
        <pc:sldMkLst>
          <pc:docMk/>
          <pc:sldMk cId="3306557651" sldId="455"/>
        </pc:sldMkLst>
        <pc:spChg chg="mod">
          <ac:chgData name="Clayton Silva" userId="29ef9a7b83f2ddc4" providerId="LiveId" clId="{667AD158-A895-46BE-8C0A-F1AABBD7F52A}" dt="2020-08-20T18:17:51.942" v="256" actId="20577"/>
          <ac:spMkLst>
            <pc:docMk/>
            <pc:sldMk cId="3306557651" sldId="455"/>
            <ac:spMk id="3" creationId="{3D751DFF-B427-46D1-9F50-5B783A22AB67}"/>
          </ac:spMkLst>
        </pc:spChg>
        <pc:spChg chg="mod">
          <ac:chgData name="Clayton Silva" userId="29ef9a7b83f2ddc4" providerId="LiveId" clId="{667AD158-A895-46BE-8C0A-F1AABBD7F52A}" dt="2020-08-20T18:28:07.633" v="405" actId="114"/>
          <ac:spMkLst>
            <pc:docMk/>
            <pc:sldMk cId="3306557651" sldId="455"/>
            <ac:spMk id="15" creationId="{5A759B61-D403-442F-B3F5-D63F7D76E397}"/>
          </ac:spMkLst>
        </pc:spChg>
      </pc:sldChg>
      <pc:sldChg chg="addSp delSp modSp add mod">
        <pc:chgData name="Clayton Silva" userId="29ef9a7b83f2ddc4" providerId="LiveId" clId="{667AD158-A895-46BE-8C0A-F1AABBD7F52A}" dt="2020-08-21T01:49:06.050" v="1794"/>
        <pc:sldMkLst>
          <pc:docMk/>
          <pc:sldMk cId="679976063" sldId="456"/>
        </pc:sldMkLst>
        <pc:spChg chg="mod">
          <ac:chgData name="Clayton Silva" userId="29ef9a7b83f2ddc4" providerId="LiveId" clId="{667AD158-A895-46BE-8C0A-F1AABBD7F52A}" dt="2020-08-20T18:28:47.047" v="427" actId="114"/>
          <ac:spMkLst>
            <pc:docMk/>
            <pc:sldMk cId="679976063" sldId="456"/>
            <ac:spMk id="3" creationId="{3D751DFF-B427-46D1-9F50-5B783A22AB67}"/>
          </ac:spMkLst>
        </pc:spChg>
        <pc:spChg chg="add mod">
          <ac:chgData name="Clayton Silva" userId="29ef9a7b83f2ddc4" providerId="LiveId" clId="{667AD158-A895-46BE-8C0A-F1AABBD7F52A}" dt="2020-08-20T18:44:50.948" v="495" actId="1076"/>
          <ac:spMkLst>
            <pc:docMk/>
            <pc:sldMk cId="679976063" sldId="456"/>
            <ac:spMk id="4" creationId="{38BFE7E2-2A4F-4A60-B3C2-D8DC0D9FDBDB}"/>
          </ac:spMkLst>
        </pc:spChg>
        <pc:spChg chg="add del mod">
          <ac:chgData name="Clayton Silva" userId="29ef9a7b83f2ddc4" providerId="LiveId" clId="{667AD158-A895-46BE-8C0A-F1AABBD7F52A}" dt="2020-08-20T18:44:57.971" v="499" actId="22"/>
          <ac:spMkLst>
            <pc:docMk/>
            <pc:sldMk cId="679976063" sldId="456"/>
            <ac:spMk id="5" creationId="{AE2A0076-414D-49F0-9070-BA78A4DDDF27}"/>
          </ac:spMkLst>
        </pc:spChg>
        <pc:spChg chg="add mod">
          <ac:chgData name="Clayton Silva" userId="29ef9a7b83f2ddc4" providerId="LiveId" clId="{667AD158-A895-46BE-8C0A-F1AABBD7F52A}" dt="2020-08-20T18:45:18.522" v="502" actId="207"/>
          <ac:spMkLst>
            <pc:docMk/>
            <pc:sldMk cId="679976063" sldId="456"/>
            <ac:spMk id="6" creationId="{F85B2452-DAAA-4E06-985A-61DCA88D33EB}"/>
          </ac:spMkLst>
        </pc:spChg>
        <pc:spChg chg="add mod">
          <ac:chgData name="Clayton Silva" userId="29ef9a7b83f2ddc4" providerId="LiveId" clId="{667AD158-A895-46BE-8C0A-F1AABBD7F52A}" dt="2020-08-21T01:49:06.050" v="1794"/>
          <ac:spMkLst>
            <pc:docMk/>
            <pc:sldMk cId="679976063" sldId="456"/>
            <ac:spMk id="8" creationId="{2E6BC69D-335A-4995-B588-9D97BD771F62}"/>
          </ac:spMkLst>
        </pc:spChg>
        <pc:spChg chg="add del mod">
          <ac:chgData name="Clayton Silva" userId="29ef9a7b83f2ddc4" providerId="LiveId" clId="{667AD158-A895-46BE-8C0A-F1AABBD7F52A}" dt="2020-08-20T18:53:23.257" v="744" actId="21"/>
          <ac:spMkLst>
            <pc:docMk/>
            <pc:sldMk cId="679976063" sldId="456"/>
            <ac:spMk id="11" creationId="{4C148EE4-4AC2-4AA9-9F18-B3EA60BB4616}"/>
          </ac:spMkLst>
        </pc:spChg>
        <pc:spChg chg="add del mod">
          <ac:chgData name="Clayton Silva" userId="29ef9a7b83f2ddc4" providerId="LiveId" clId="{667AD158-A895-46BE-8C0A-F1AABBD7F52A}" dt="2020-08-20T18:53:23.257" v="744" actId="21"/>
          <ac:spMkLst>
            <pc:docMk/>
            <pc:sldMk cId="679976063" sldId="456"/>
            <ac:spMk id="13" creationId="{C2DB2D94-7F71-462A-A727-5B369EFADB14}"/>
          </ac:spMkLst>
        </pc:spChg>
        <pc:spChg chg="del">
          <ac:chgData name="Clayton Silva" userId="29ef9a7b83f2ddc4" providerId="LiveId" clId="{667AD158-A895-46BE-8C0A-F1AABBD7F52A}" dt="2020-08-20T18:28:50.671" v="428" actId="478"/>
          <ac:spMkLst>
            <pc:docMk/>
            <pc:sldMk cId="679976063" sldId="456"/>
            <ac:spMk id="15" creationId="{5A759B61-D403-442F-B3F5-D63F7D76E397}"/>
          </ac:spMkLst>
        </pc:spChg>
        <pc:spChg chg="add del mod">
          <ac:chgData name="Clayton Silva" userId="29ef9a7b83f2ddc4" providerId="LiveId" clId="{667AD158-A895-46BE-8C0A-F1AABBD7F52A}" dt="2020-08-20T18:53:23.257" v="744" actId="21"/>
          <ac:spMkLst>
            <pc:docMk/>
            <pc:sldMk cId="679976063" sldId="456"/>
            <ac:spMk id="16" creationId="{0FB81938-648C-4904-B681-663184A81E18}"/>
          </ac:spMkLst>
        </pc:spChg>
        <pc:picChg chg="add mod">
          <ac:chgData name="Clayton Silva" userId="29ef9a7b83f2ddc4" providerId="LiveId" clId="{667AD158-A895-46BE-8C0A-F1AABBD7F52A}" dt="2020-08-20T18:44:56.458" v="498" actId="1076"/>
          <ac:picMkLst>
            <pc:docMk/>
            <pc:sldMk cId="679976063" sldId="456"/>
            <ac:picMk id="2" creationId="{F4723D72-B02A-42E6-8586-9C610042EB38}"/>
          </ac:picMkLst>
        </pc:picChg>
        <pc:picChg chg="add del mod">
          <ac:chgData name="Clayton Silva" userId="29ef9a7b83f2ddc4" providerId="LiveId" clId="{667AD158-A895-46BE-8C0A-F1AABBD7F52A}" dt="2020-08-20T18:46:03.734" v="540" actId="21"/>
          <ac:picMkLst>
            <pc:docMk/>
            <pc:sldMk cId="679976063" sldId="456"/>
            <ac:picMk id="7" creationId="{CC7ADE11-2EFA-46A1-A9B8-A7A072B90F68}"/>
          </ac:picMkLst>
        </pc:picChg>
        <pc:picChg chg="add del mod">
          <ac:chgData name="Clayton Silva" userId="29ef9a7b83f2ddc4" providerId="LiveId" clId="{667AD158-A895-46BE-8C0A-F1AABBD7F52A}" dt="2020-08-20T18:53:23.257" v="744" actId="21"/>
          <ac:picMkLst>
            <pc:docMk/>
            <pc:sldMk cId="679976063" sldId="456"/>
            <ac:picMk id="9" creationId="{67E1F037-BFB4-4692-9153-CC3EECDA8ED5}"/>
          </ac:picMkLst>
        </pc:picChg>
      </pc:sldChg>
      <pc:sldChg chg="addSp delSp modSp add mod">
        <pc:chgData name="Clayton Silva" userId="29ef9a7b83f2ddc4" providerId="LiveId" clId="{667AD158-A895-46BE-8C0A-F1AABBD7F52A}" dt="2020-08-20T20:13:00.598" v="1789" actId="1036"/>
        <pc:sldMkLst>
          <pc:docMk/>
          <pc:sldMk cId="293342192" sldId="457"/>
        </pc:sldMkLst>
        <pc:spChg chg="mod">
          <ac:chgData name="Clayton Silva" userId="29ef9a7b83f2ddc4" providerId="LiveId" clId="{667AD158-A895-46BE-8C0A-F1AABBD7F52A}" dt="2020-08-20T18:30:28.243" v="440" actId="20577"/>
          <ac:spMkLst>
            <pc:docMk/>
            <pc:sldMk cId="293342192" sldId="457"/>
            <ac:spMk id="3" creationId="{3D751DFF-B427-46D1-9F50-5B783A22AB67}"/>
          </ac:spMkLst>
        </pc:spChg>
        <pc:spChg chg="add del mod">
          <ac:chgData name="Clayton Silva" userId="29ef9a7b83f2ddc4" providerId="LiveId" clId="{667AD158-A895-46BE-8C0A-F1AABBD7F52A}" dt="2020-08-20T18:53:10.219" v="732" actId="21"/>
          <ac:spMkLst>
            <pc:docMk/>
            <pc:sldMk cId="293342192" sldId="457"/>
            <ac:spMk id="6" creationId="{5F615914-ED3C-4630-9769-9E182F6665C4}"/>
          </ac:spMkLst>
        </pc:spChg>
        <pc:spChg chg="add del mod">
          <ac:chgData name="Clayton Silva" userId="29ef9a7b83f2ddc4" providerId="LiveId" clId="{667AD158-A895-46BE-8C0A-F1AABBD7F52A}" dt="2020-08-20T18:53:10.219" v="732" actId="21"/>
          <ac:spMkLst>
            <pc:docMk/>
            <pc:sldMk cId="293342192" sldId="457"/>
            <ac:spMk id="7" creationId="{8E693B82-8E91-4D12-85E0-5CFE3BD8199E}"/>
          </ac:spMkLst>
        </pc:spChg>
        <pc:spChg chg="add del mod">
          <ac:chgData name="Clayton Silva" userId="29ef9a7b83f2ddc4" providerId="LiveId" clId="{667AD158-A895-46BE-8C0A-F1AABBD7F52A}" dt="2020-08-20T18:53:10.219" v="732" actId="21"/>
          <ac:spMkLst>
            <pc:docMk/>
            <pc:sldMk cId="293342192" sldId="457"/>
            <ac:spMk id="9" creationId="{D3DBD805-E228-425D-8F1C-F41E0A6F0F6B}"/>
          </ac:spMkLst>
        </pc:spChg>
        <pc:spChg chg="add">
          <ac:chgData name="Clayton Silva" userId="29ef9a7b83f2ddc4" providerId="LiveId" clId="{667AD158-A895-46BE-8C0A-F1AABBD7F52A}" dt="2020-08-20T18:53:26.709" v="745" actId="22"/>
          <ac:spMkLst>
            <pc:docMk/>
            <pc:sldMk cId="293342192" sldId="457"/>
            <ac:spMk id="12" creationId="{B4B38459-56F7-441A-8C44-2DC03F844B0F}"/>
          </ac:spMkLst>
        </pc:spChg>
        <pc:spChg chg="add">
          <ac:chgData name="Clayton Silva" userId="29ef9a7b83f2ddc4" providerId="LiveId" clId="{667AD158-A895-46BE-8C0A-F1AABBD7F52A}" dt="2020-08-20T18:53:26.709" v="745" actId="22"/>
          <ac:spMkLst>
            <pc:docMk/>
            <pc:sldMk cId="293342192" sldId="457"/>
            <ac:spMk id="14" creationId="{BEEF9A30-591C-4FE7-81E9-D7603CA89422}"/>
          </ac:spMkLst>
        </pc:spChg>
        <pc:spChg chg="add mod">
          <ac:chgData name="Clayton Silva" userId="29ef9a7b83f2ddc4" providerId="LiveId" clId="{667AD158-A895-46BE-8C0A-F1AABBD7F52A}" dt="2020-08-20T20:13:00.598" v="1789" actId="1036"/>
          <ac:spMkLst>
            <pc:docMk/>
            <pc:sldMk cId="293342192" sldId="457"/>
            <ac:spMk id="16" creationId="{1765AFA4-4CAB-40A6-B0EB-F9C7306FE206}"/>
          </ac:spMkLst>
        </pc:spChg>
        <pc:picChg chg="del">
          <ac:chgData name="Clayton Silva" userId="29ef9a7b83f2ddc4" providerId="LiveId" clId="{667AD158-A895-46BE-8C0A-F1AABBD7F52A}" dt="2020-08-20T18:45:44.207" v="503" actId="21"/>
          <ac:picMkLst>
            <pc:docMk/>
            <pc:sldMk cId="293342192" sldId="457"/>
            <ac:picMk id="2" creationId="{F4723D72-B02A-42E6-8586-9C610042EB38}"/>
          </ac:picMkLst>
        </pc:picChg>
        <pc:picChg chg="add del">
          <ac:chgData name="Clayton Silva" userId="29ef9a7b83f2ddc4" providerId="LiveId" clId="{667AD158-A895-46BE-8C0A-F1AABBD7F52A}" dt="2020-08-20T18:47:11.526" v="549" actId="478"/>
          <ac:picMkLst>
            <pc:docMk/>
            <pc:sldMk cId="293342192" sldId="457"/>
            <ac:picMk id="4" creationId="{BF25CCF9-8D17-46D8-9310-D3349C6D4543}"/>
          </ac:picMkLst>
        </pc:picChg>
        <pc:picChg chg="add del mod">
          <ac:chgData name="Clayton Silva" userId="29ef9a7b83f2ddc4" providerId="LiveId" clId="{667AD158-A895-46BE-8C0A-F1AABBD7F52A}" dt="2020-08-20T18:53:10.219" v="732" actId="21"/>
          <ac:picMkLst>
            <pc:docMk/>
            <pc:sldMk cId="293342192" sldId="457"/>
            <ac:picMk id="5" creationId="{1678C629-69F5-422D-8094-E8CF5A96D3D4}"/>
          </ac:picMkLst>
        </pc:picChg>
        <pc:picChg chg="add">
          <ac:chgData name="Clayton Silva" userId="29ef9a7b83f2ddc4" providerId="LiveId" clId="{667AD158-A895-46BE-8C0A-F1AABBD7F52A}" dt="2020-08-20T18:53:26.709" v="745" actId="22"/>
          <ac:picMkLst>
            <pc:docMk/>
            <pc:sldMk cId="293342192" sldId="457"/>
            <ac:picMk id="10" creationId="{E9FFC3D2-8E0C-456B-AB1B-F3D881ACC4B9}"/>
          </ac:picMkLst>
        </pc:picChg>
      </pc:sldChg>
      <pc:sldChg chg="addSp delSp modSp add mod ord delDesignElem chgLayout">
        <pc:chgData name="Clayton Silva" userId="29ef9a7b83f2ddc4" providerId="LiveId" clId="{667AD158-A895-46BE-8C0A-F1AABBD7F52A}" dt="2020-08-20T18:55:54.369" v="817" actId="26606"/>
        <pc:sldMkLst>
          <pc:docMk/>
          <pc:sldMk cId="1255357724" sldId="458"/>
        </pc:sldMkLst>
        <pc:spChg chg="add del mod ord">
          <ac:chgData name="Clayton Silva" userId="29ef9a7b83f2ddc4" providerId="LiveId" clId="{667AD158-A895-46BE-8C0A-F1AABBD7F52A}" dt="2020-08-20T18:55:38.041" v="809" actId="26606"/>
          <ac:spMkLst>
            <pc:docMk/>
            <pc:sldMk cId="1255357724" sldId="458"/>
            <ac:spMk id="2" creationId="{6D930AB6-0492-4255-8BE7-B684699D34C4}"/>
          </ac:spMkLst>
        </pc:spChg>
        <pc:spChg chg="mod ord">
          <ac:chgData name="Clayton Silva" userId="29ef9a7b83f2ddc4" providerId="LiveId" clId="{667AD158-A895-46BE-8C0A-F1AABBD7F52A}" dt="2020-08-20T18:55:54.369" v="817" actId="26606"/>
          <ac:spMkLst>
            <pc:docMk/>
            <pc:sldMk cId="1255357724" sldId="458"/>
            <ac:spMk id="3" creationId="{3D751DFF-B427-46D1-9F50-5B783A22AB67}"/>
          </ac:spMkLst>
        </pc:spChg>
        <pc:spChg chg="del mod">
          <ac:chgData name="Clayton Silva" userId="29ef9a7b83f2ddc4" providerId="LiveId" clId="{667AD158-A895-46BE-8C0A-F1AABBD7F52A}" dt="2020-08-20T18:55:54.369" v="817" actId="26606"/>
          <ac:spMkLst>
            <pc:docMk/>
            <pc:sldMk cId="1255357724" sldId="458"/>
            <ac:spMk id="15" creationId="{5A759B61-D403-442F-B3F5-D63F7D76E397}"/>
          </ac:spMkLst>
        </pc:spChg>
        <pc:spChg chg="add del">
          <ac:chgData name="Clayton Silva" userId="29ef9a7b83f2ddc4" providerId="LiveId" clId="{667AD158-A895-46BE-8C0A-F1AABBD7F52A}" dt="2020-08-20T18:55:54.369" v="817" actId="26606"/>
          <ac:spMkLst>
            <pc:docMk/>
            <pc:sldMk cId="1255357724" sldId="458"/>
            <ac:spMk id="20" creationId="{33CD251C-A887-4D2F-925B-FC097198538B}"/>
          </ac:spMkLst>
        </pc:spChg>
        <pc:spChg chg="add del">
          <ac:chgData name="Clayton Silva" userId="29ef9a7b83f2ddc4" providerId="LiveId" clId="{667AD158-A895-46BE-8C0A-F1AABBD7F52A}" dt="2020-08-20T18:55:54.369" v="817" actId="26606"/>
          <ac:spMkLst>
            <pc:docMk/>
            <pc:sldMk cId="1255357724" sldId="458"/>
            <ac:spMk id="22" creationId="{B19D093C-27FB-4032-B282-42C4563F257C}"/>
          </ac:spMkLst>
        </pc:spChg>
        <pc:spChg chg="del">
          <ac:chgData name="Clayton Silva" userId="29ef9a7b83f2ddc4" providerId="LiveId" clId="{667AD158-A895-46BE-8C0A-F1AABBD7F52A}" dt="2020-08-20T18:55:29.812" v="808" actId="700"/>
          <ac:spMkLst>
            <pc:docMk/>
            <pc:sldMk cId="1255357724" sldId="458"/>
            <ac:spMk id="29" creationId="{7F57BEA8-497D-4AA8-8A18-BDCD696B25FE}"/>
          </ac:spMkLst>
        </pc:spChg>
        <pc:spChg chg="add">
          <ac:chgData name="Clayton Silva" userId="29ef9a7b83f2ddc4" providerId="LiveId" clId="{667AD158-A895-46BE-8C0A-F1AABBD7F52A}" dt="2020-08-20T18:55:54.369" v="817" actId="26606"/>
          <ac:spMkLst>
            <pc:docMk/>
            <pc:sldMk cId="1255357724" sldId="458"/>
            <ac:spMk id="32" creationId="{DC8C3900-B8A1-4965-88E6-CBCBFE067207}"/>
          </ac:spMkLst>
        </pc:spChg>
        <pc:grpChg chg="add del">
          <ac:chgData name="Clayton Silva" userId="29ef9a7b83f2ddc4" providerId="LiveId" clId="{667AD158-A895-46BE-8C0A-F1AABBD7F52A}" dt="2020-08-20T18:55:54.369" v="817" actId="26606"/>
          <ac:grpSpMkLst>
            <pc:docMk/>
            <pc:sldMk cId="1255357724" sldId="458"/>
            <ac:grpSpMk id="24" creationId="{35EE815E-1BD3-4777-B652-6D98825BF66B}"/>
          </ac:grpSpMkLst>
        </pc:grpChg>
        <pc:graphicFrameChg chg="add">
          <ac:chgData name="Clayton Silva" userId="29ef9a7b83f2ddc4" providerId="LiveId" clId="{667AD158-A895-46BE-8C0A-F1AABBD7F52A}" dt="2020-08-20T18:55:54.369" v="817" actId="26606"/>
          <ac:graphicFrameMkLst>
            <pc:docMk/>
            <pc:sldMk cId="1255357724" sldId="458"/>
            <ac:graphicFrameMk id="28" creationId="{339161B6-0FFF-475F-96EE-18739FA56BC7}"/>
          </ac:graphicFrameMkLst>
        </pc:graphicFrameChg>
        <pc:cxnChg chg="del">
          <ac:chgData name="Clayton Silva" userId="29ef9a7b83f2ddc4" providerId="LiveId" clId="{667AD158-A895-46BE-8C0A-F1AABBD7F52A}" dt="2020-08-20T18:55:29.812" v="808" actId="700"/>
          <ac:cxnSpMkLst>
            <pc:docMk/>
            <pc:sldMk cId="1255357724" sldId="458"/>
            <ac:cxnSpMk id="27" creationId="{D2E961F1-4A28-4A5F-BBD4-6E400E5E6C75}"/>
          </ac:cxnSpMkLst>
        </pc:cxnChg>
        <pc:cxnChg chg="del">
          <ac:chgData name="Clayton Silva" userId="29ef9a7b83f2ddc4" providerId="LiveId" clId="{667AD158-A895-46BE-8C0A-F1AABBD7F52A}" dt="2020-08-20T18:55:29.812" v="808" actId="700"/>
          <ac:cxnSpMkLst>
            <pc:docMk/>
            <pc:sldMk cId="1255357724" sldId="458"/>
            <ac:cxnSpMk id="31" creationId="{A82415D3-DDE5-4D63-8CB3-23A5EC581B27}"/>
          </ac:cxnSpMkLst>
        </pc:cxnChg>
        <pc:cxnChg chg="del">
          <ac:chgData name="Clayton Silva" userId="29ef9a7b83f2ddc4" providerId="LiveId" clId="{667AD158-A895-46BE-8C0A-F1AABBD7F52A}" dt="2020-08-20T18:55:29.812" v="808" actId="700"/>
          <ac:cxnSpMkLst>
            <pc:docMk/>
            <pc:sldMk cId="1255357724" sldId="458"/>
            <ac:cxnSpMk id="33" creationId="{AD7193FB-6AE6-4B3B-8F89-56B55DD63B4D}"/>
          </ac:cxnSpMkLst>
        </pc:cxnChg>
      </pc:sldChg>
      <pc:sldChg chg="addSp delSp modSp new mod">
        <pc:chgData name="Clayton Silva" userId="29ef9a7b83f2ddc4" providerId="LiveId" clId="{667AD158-A895-46BE-8C0A-F1AABBD7F52A}" dt="2020-08-20T19:35:41.318" v="1211" actId="1076"/>
        <pc:sldMkLst>
          <pc:docMk/>
          <pc:sldMk cId="3925240854" sldId="459"/>
        </pc:sldMkLst>
        <pc:spChg chg="mod">
          <ac:chgData name="Clayton Silva" userId="29ef9a7b83f2ddc4" providerId="LiveId" clId="{667AD158-A895-46BE-8C0A-F1AABBD7F52A}" dt="2020-08-20T19:34:58.996" v="1200" actId="20577"/>
          <ac:spMkLst>
            <pc:docMk/>
            <pc:sldMk cId="3925240854" sldId="459"/>
            <ac:spMk id="2" creationId="{82ACF478-394C-4384-8CCB-9F2A4F5ED6A9}"/>
          </ac:spMkLst>
        </pc:spChg>
        <pc:spChg chg="del mod">
          <ac:chgData name="Clayton Silva" userId="29ef9a7b83f2ddc4" providerId="LiveId" clId="{667AD158-A895-46BE-8C0A-F1AABBD7F52A}" dt="2020-08-20T19:35:23.107" v="1206" actId="478"/>
          <ac:spMkLst>
            <pc:docMk/>
            <pc:sldMk cId="3925240854" sldId="459"/>
            <ac:spMk id="3" creationId="{B1F3A44A-A1B6-4D2F-9EFB-BAE1AC492469}"/>
          </ac:spMkLst>
        </pc:spChg>
        <pc:spChg chg="del">
          <ac:chgData name="Clayton Silva" userId="29ef9a7b83f2ddc4" providerId="LiveId" clId="{667AD158-A895-46BE-8C0A-F1AABBD7F52A}" dt="2020-08-20T19:35:26.854" v="1207" actId="478"/>
          <ac:spMkLst>
            <pc:docMk/>
            <pc:sldMk cId="3925240854" sldId="459"/>
            <ac:spMk id="4" creationId="{D3EC91A1-463C-4D02-9692-ED8DB01AA660}"/>
          </ac:spMkLst>
        </pc:spChg>
        <pc:spChg chg="add mod">
          <ac:chgData name="Clayton Silva" userId="29ef9a7b83f2ddc4" providerId="LiveId" clId="{667AD158-A895-46BE-8C0A-F1AABBD7F52A}" dt="2020-08-20T19:35:10.851" v="1203" actId="1076"/>
          <ac:spMkLst>
            <pc:docMk/>
            <pc:sldMk cId="3925240854" sldId="459"/>
            <ac:spMk id="5" creationId="{4C706D04-44C5-43FA-BDE6-651207857FA2}"/>
          </ac:spMkLst>
        </pc:spChg>
        <pc:graphicFrameChg chg="add mod">
          <ac:chgData name="Clayton Silva" userId="29ef9a7b83f2ddc4" providerId="LiveId" clId="{667AD158-A895-46BE-8C0A-F1AABBD7F52A}" dt="2020-08-20T19:35:41.318" v="1211" actId="1076"/>
          <ac:graphicFrameMkLst>
            <pc:docMk/>
            <pc:sldMk cId="3925240854" sldId="459"/>
            <ac:graphicFrameMk id="6" creationId="{8C1CEA6E-2CC1-44AF-9AFB-B5E37E84BC2A}"/>
          </ac:graphicFrameMkLst>
        </pc:graphicFrameChg>
      </pc:sldChg>
      <pc:sldChg chg="addSp delSp modSp add mod setBg">
        <pc:chgData name="Clayton Silva" userId="29ef9a7b83f2ddc4" providerId="LiveId" clId="{667AD158-A895-46BE-8C0A-F1AABBD7F52A}" dt="2020-08-20T19:37:08.251" v="1218" actId="1076"/>
        <pc:sldMkLst>
          <pc:docMk/>
          <pc:sldMk cId="2623040658" sldId="460"/>
        </pc:sldMkLst>
        <pc:spChg chg="mod">
          <ac:chgData name="Clayton Silva" userId="29ef9a7b83f2ddc4" providerId="LiveId" clId="{667AD158-A895-46BE-8C0A-F1AABBD7F52A}" dt="2020-08-20T19:36:52.779" v="1215" actId="26606"/>
          <ac:spMkLst>
            <pc:docMk/>
            <pc:sldMk cId="2623040658" sldId="460"/>
            <ac:spMk id="2" creationId="{82ACF478-394C-4384-8CCB-9F2A4F5ED6A9}"/>
          </ac:spMkLst>
        </pc:spChg>
        <pc:spChg chg="ord">
          <ac:chgData name="Clayton Silva" userId="29ef9a7b83f2ddc4" providerId="LiveId" clId="{667AD158-A895-46BE-8C0A-F1AABBD7F52A}" dt="2020-08-20T19:36:52.779" v="1215" actId="26606"/>
          <ac:spMkLst>
            <pc:docMk/>
            <pc:sldMk cId="2623040658" sldId="460"/>
            <ac:spMk id="5" creationId="{4C706D04-44C5-43FA-BDE6-651207857FA2}"/>
          </ac:spMkLst>
        </pc:spChg>
        <pc:spChg chg="add">
          <ac:chgData name="Clayton Silva" userId="29ef9a7b83f2ddc4" providerId="LiveId" clId="{667AD158-A895-46BE-8C0A-F1AABBD7F52A}" dt="2020-08-20T19:36:52.779" v="1215" actId="26606"/>
          <ac:spMkLst>
            <pc:docMk/>
            <pc:sldMk cId="2623040658" sldId="460"/>
            <ac:spMk id="12" creationId="{1707FC24-6981-43D9-B525-C7832BA22463}"/>
          </ac:spMkLst>
        </pc:spChg>
        <pc:graphicFrameChg chg="del">
          <ac:chgData name="Clayton Silva" userId="29ef9a7b83f2ddc4" providerId="LiveId" clId="{667AD158-A895-46BE-8C0A-F1AABBD7F52A}" dt="2020-08-20T19:35:55.030" v="1213" actId="478"/>
          <ac:graphicFrameMkLst>
            <pc:docMk/>
            <pc:sldMk cId="2623040658" sldId="460"/>
            <ac:graphicFrameMk id="6" creationId="{8C1CEA6E-2CC1-44AF-9AFB-B5E37E84BC2A}"/>
          </ac:graphicFrameMkLst>
        </pc:graphicFrameChg>
        <pc:picChg chg="add mod">
          <ac:chgData name="Clayton Silva" userId="29ef9a7b83f2ddc4" providerId="LiveId" clId="{667AD158-A895-46BE-8C0A-F1AABBD7F52A}" dt="2020-08-20T19:37:08.251" v="1218" actId="1076"/>
          <ac:picMkLst>
            <pc:docMk/>
            <pc:sldMk cId="2623040658" sldId="460"/>
            <ac:picMk id="7" creationId="{823CB596-CE55-47C2-93C6-798AC9A86050}"/>
          </ac:picMkLst>
        </pc:picChg>
      </pc:sldChg>
      <pc:sldChg chg="addSp delSp modSp new mod setBg">
        <pc:chgData name="Clayton Silva" userId="29ef9a7b83f2ddc4" providerId="LiveId" clId="{667AD158-A895-46BE-8C0A-F1AABBD7F52A}" dt="2020-08-20T19:41:59.485" v="1274" actId="478"/>
        <pc:sldMkLst>
          <pc:docMk/>
          <pc:sldMk cId="1686542038" sldId="461"/>
        </pc:sldMkLst>
        <pc:spChg chg="mod">
          <ac:chgData name="Clayton Silva" userId="29ef9a7b83f2ddc4" providerId="LiveId" clId="{667AD158-A895-46BE-8C0A-F1AABBD7F52A}" dt="2020-08-20T19:41:50.904" v="1273" actId="26606"/>
          <ac:spMkLst>
            <pc:docMk/>
            <pc:sldMk cId="1686542038" sldId="461"/>
            <ac:spMk id="2" creationId="{34513773-B4C2-44E8-A969-E91156BBF336}"/>
          </ac:spMkLst>
        </pc:spChg>
        <pc:spChg chg="mod">
          <ac:chgData name="Clayton Silva" userId="29ef9a7b83f2ddc4" providerId="LiveId" clId="{667AD158-A895-46BE-8C0A-F1AABBD7F52A}" dt="2020-08-20T19:41:50.904" v="1273" actId="26606"/>
          <ac:spMkLst>
            <pc:docMk/>
            <pc:sldMk cId="1686542038" sldId="461"/>
            <ac:spMk id="3" creationId="{F49D9E92-33BA-47FB-AAF4-54FCFB3051E9}"/>
          </ac:spMkLst>
        </pc:spChg>
        <pc:spChg chg="del mod">
          <ac:chgData name="Clayton Silva" userId="29ef9a7b83f2ddc4" providerId="LiveId" clId="{667AD158-A895-46BE-8C0A-F1AABBD7F52A}" dt="2020-08-20T19:41:59.485" v="1274" actId="478"/>
          <ac:spMkLst>
            <pc:docMk/>
            <pc:sldMk cId="1686542038" sldId="461"/>
            <ac:spMk id="4" creationId="{34EF666D-FEB3-428C-8D22-D41DE84A6E05}"/>
          </ac:spMkLst>
        </pc:spChg>
        <pc:spChg chg="add">
          <ac:chgData name="Clayton Silva" userId="29ef9a7b83f2ddc4" providerId="LiveId" clId="{667AD158-A895-46BE-8C0A-F1AABBD7F52A}" dt="2020-08-20T19:41:50.904" v="1273" actId="26606"/>
          <ac:spMkLst>
            <pc:docMk/>
            <pc:sldMk cId="1686542038" sldId="461"/>
            <ac:spMk id="9" creationId="{76EFD3D9-44F0-4267-BCC1-1613E79D8274}"/>
          </ac:spMkLst>
        </pc:spChg>
        <pc:spChg chg="add">
          <ac:chgData name="Clayton Silva" userId="29ef9a7b83f2ddc4" providerId="LiveId" clId="{667AD158-A895-46BE-8C0A-F1AABBD7F52A}" dt="2020-08-20T19:41:50.904" v="1273" actId="26606"/>
          <ac:spMkLst>
            <pc:docMk/>
            <pc:sldMk cId="1686542038" sldId="461"/>
            <ac:spMk id="11" creationId="{A779A851-95D6-41AF-937A-B0E4B7F6FA8D}"/>
          </ac:spMkLst>
        </pc:spChg>
        <pc:spChg chg="add">
          <ac:chgData name="Clayton Silva" userId="29ef9a7b83f2ddc4" providerId="LiveId" clId="{667AD158-A895-46BE-8C0A-F1AABBD7F52A}" dt="2020-08-20T19:41:50.904" v="1273" actId="26606"/>
          <ac:spMkLst>
            <pc:docMk/>
            <pc:sldMk cId="1686542038" sldId="461"/>
            <ac:spMk id="13" creationId="{953FB2E7-B6CB-429C-81EB-D9516D6D5C8D}"/>
          </ac:spMkLst>
        </pc:spChg>
        <pc:spChg chg="add">
          <ac:chgData name="Clayton Silva" userId="29ef9a7b83f2ddc4" providerId="LiveId" clId="{667AD158-A895-46BE-8C0A-F1AABBD7F52A}" dt="2020-08-20T19:41:50.904" v="1273" actId="26606"/>
          <ac:spMkLst>
            <pc:docMk/>
            <pc:sldMk cId="1686542038" sldId="461"/>
            <ac:spMk id="15" creationId="{2EC40DB1-B719-4A13-9A4D-0966B4B27866}"/>
          </ac:spMkLst>
        </pc:spChg>
        <pc:spChg chg="add">
          <ac:chgData name="Clayton Silva" userId="29ef9a7b83f2ddc4" providerId="LiveId" clId="{667AD158-A895-46BE-8C0A-F1AABBD7F52A}" dt="2020-08-20T19:41:50.904" v="1273" actId="26606"/>
          <ac:spMkLst>
            <pc:docMk/>
            <pc:sldMk cId="1686542038" sldId="461"/>
            <ac:spMk id="17" creationId="{82211336-CFF3-412D-868A-6679C1004C45}"/>
          </ac:spMkLst>
        </pc:spChg>
      </pc:sldChg>
      <pc:sldChg chg="addSp delSp modSp new mod">
        <pc:chgData name="Clayton Silva" userId="29ef9a7b83f2ddc4" providerId="LiveId" clId="{667AD158-A895-46BE-8C0A-F1AABBD7F52A}" dt="2020-08-20T20:08:06.513" v="1775" actId="1076"/>
        <pc:sldMkLst>
          <pc:docMk/>
          <pc:sldMk cId="345142182" sldId="462"/>
        </pc:sldMkLst>
        <pc:spChg chg="mod">
          <ac:chgData name="Clayton Silva" userId="29ef9a7b83f2ddc4" providerId="LiveId" clId="{667AD158-A895-46BE-8C0A-F1AABBD7F52A}" dt="2020-08-20T19:42:58.366" v="1305" actId="1076"/>
          <ac:spMkLst>
            <pc:docMk/>
            <pc:sldMk cId="345142182" sldId="462"/>
            <ac:spMk id="2" creationId="{A34E2011-7F43-4D6C-8FAA-B09AF52C6231}"/>
          </ac:spMkLst>
        </pc:spChg>
        <pc:spChg chg="del">
          <ac:chgData name="Clayton Silva" userId="29ef9a7b83f2ddc4" providerId="LiveId" clId="{667AD158-A895-46BE-8C0A-F1AABBD7F52A}" dt="2020-08-20T19:43:11.519" v="1308" actId="478"/>
          <ac:spMkLst>
            <pc:docMk/>
            <pc:sldMk cId="345142182" sldId="462"/>
            <ac:spMk id="3" creationId="{8AE2C729-F28E-43E2-9179-1ACB91642942}"/>
          </ac:spMkLst>
        </pc:spChg>
        <pc:spChg chg="del">
          <ac:chgData name="Clayton Silva" userId="29ef9a7b83f2ddc4" providerId="LiveId" clId="{667AD158-A895-46BE-8C0A-F1AABBD7F52A}" dt="2020-08-20T19:43:27.584" v="1311" actId="478"/>
          <ac:spMkLst>
            <pc:docMk/>
            <pc:sldMk cId="345142182" sldId="462"/>
            <ac:spMk id="4" creationId="{AAEF49D1-9EA8-489A-95F6-2D8CEDA2CC6A}"/>
          </ac:spMkLst>
        </pc:spChg>
        <pc:spChg chg="add mod">
          <ac:chgData name="Clayton Silva" userId="29ef9a7b83f2ddc4" providerId="LiveId" clId="{667AD158-A895-46BE-8C0A-F1AABBD7F52A}" dt="2020-08-20T19:42:58.366" v="1305" actId="1076"/>
          <ac:spMkLst>
            <pc:docMk/>
            <pc:sldMk cId="345142182" sldId="462"/>
            <ac:spMk id="5" creationId="{F9C3FF80-3F5E-4468-AD81-3540898B3BF9}"/>
          </ac:spMkLst>
        </pc:spChg>
        <pc:spChg chg="add del mod">
          <ac:chgData name="Clayton Silva" userId="29ef9a7b83f2ddc4" providerId="LiveId" clId="{667AD158-A895-46BE-8C0A-F1AABBD7F52A}" dt="2020-08-20T19:43:46.646" v="1314" actId="478"/>
          <ac:spMkLst>
            <pc:docMk/>
            <pc:sldMk cId="345142182" sldId="462"/>
            <ac:spMk id="7" creationId="{AE074913-0518-470E-8AB7-0CA512010FD0}"/>
          </ac:spMkLst>
        </pc:spChg>
        <pc:spChg chg="add mod">
          <ac:chgData name="Clayton Silva" userId="29ef9a7b83f2ddc4" providerId="LiveId" clId="{667AD158-A895-46BE-8C0A-F1AABBD7F52A}" dt="2020-08-20T20:08:06.513" v="1775" actId="1076"/>
          <ac:spMkLst>
            <pc:docMk/>
            <pc:sldMk cId="345142182" sldId="462"/>
            <ac:spMk id="10" creationId="{A069A917-0D59-475C-9A73-916F0E3B3F13}"/>
          </ac:spMkLst>
        </pc:spChg>
        <pc:graphicFrameChg chg="add mod">
          <ac:chgData name="Clayton Silva" userId="29ef9a7b83f2ddc4" providerId="LiveId" clId="{667AD158-A895-46BE-8C0A-F1AABBD7F52A}" dt="2020-08-20T19:43:22.176" v="1310" actId="1076"/>
          <ac:graphicFrameMkLst>
            <pc:docMk/>
            <pc:sldMk cId="345142182" sldId="462"/>
            <ac:graphicFrameMk id="6" creationId="{87C51096-10CE-4C72-9F86-FC154BF5CD49}"/>
          </ac:graphicFrameMkLst>
        </pc:graphicFrameChg>
        <pc:graphicFrameChg chg="add mod">
          <ac:chgData name="Clayton Silva" userId="29ef9a7b83f2ddc4" providerId="LiveId" clId="{667AD158-A895-46BE-8C0A-F1AABBD7F52A}" dt="2020-08-20T19:43:57.807" v="1316" actId="1076"/>
          <ac:graphicFrameMkLst>
            <pc:docMk/>
            <pc:sldMk cId="345142182" sldId="462"/>
            <ac:graphicFrameMk id="8" creationId="{969B3D35-A70C-4313-8538-EE5E1CE48FA9}"/>
          </ac:graphicFrameMkLst>
        </pc:graphicFrameChg>
      </pc:sldChg>
      <pc:sldChg chg="addSp delSp modSp new mod">
        <pc:chgData name="Clayton Silva" userId="29ef9a7b83f2ddc4" providerId="LiveId" clId="{667AD158-A895-46BE-8C0A-F1AABBD7F52A}" dt="2020-08-20T19:49:29.342" v="1519" actId="14100"/>
        <pc:sldMkLst>
          <pc:docMk/>
          <pc:sldMk cId="4095581884" sldId="463"/>
        </pc:sldMkLst>
        <pc:spChg chg="mod">
          <ac:chgData name="Clayton Silva" userId="29ef9a7b83f2ddc4" providerId="LiveId" clId="{667AD158-A895-46BE-8C0A-F1AABBD7F52A}" dt="2020-08-20T19:44:26.839" v="1338" actId="20577"/>
          <ac:spMkLst>
            <pc:docMk/>
            <pc:sldMk cId="4095581884" sldId="463"/>
            <ac:spMk id="2" creationId="{08506D7E-2228-4C79-ABE2-1E8BB14988B2}"/>
          </ac:spMkLst>
        </pc:spChg>
        <pc:spChg chg="del">
          <ac:chgData name="Clayton Silva" userId="29ef9a7b83f2ddc4" providerId="LiveId" clId="{667AD158-A895-46BE-8C0A-F1AABBD7F52A}" dt="2020-08-20T19:46:50.829" v="1418" actId="478"/>
          <ac:spMkLst>
            <pc:docMk/>
            <pc:sldMk cId="4095581884" sldId="463"/>
            <ac:spMk id="3" creationId="{08F5DAF9-C47B-4D48-A1D0-265925D1E4BD}"/>
          </ac:spMkLst>
        </pc:spChg>
        <pc:spChg chg="del">
          <ac:chgData name="Clayton Silva" userId="29ef9a7b83f2ddc4" providerId="LiveId" clId="{667AD158-A895-46BE-8C0A-F1AABBD7F52A}" dt="2020-08-20T19:45:29.096" v="1403" actId="478"/>
          <ac:spMkLst>
            <pc:docMk/>
            <pc:sldMk cId="4095581884" sldId="463"/>
            <ac:spMk id="4" creationId="{EA4A89ED-4989-4C9F-B0CD-7974FE9F6552}"/>
          </ac:spMkLst>
        </pc:spChg>
        <pc:spChg chg="add del mod">
          <ac:chgData name="Clayton Silva" userId="29ef9a7b83f2ddc4" providerId="LiveId" clId="{667AD158-A895-46BE-8C0A-F1AABBD7F52A}" dt="2020-08-20T19:46:26.297" v="1409" actId="478"/>
          <ac:spMkLst>
            <pc:docMk/>
            <pc:sldMk cId="4095581884" sldId="463"/>
            <ac:spMk id="7" creationId="{64B2ECE9-C3E4-411F-9A48-C99D4540B89B}"/>
          </ac:spMkLst>
        </pc:spChg>
        <pc:spChg chg="add mod">
          <ac:chgData name="Clayton Silva" userId="29ef9a7b83f2ddc4" providerId="LiveId" clId="{667AD158-A895-46BE-8C0A-F1AABBD7F52A}" dt="2020-08-20T19:46:44.047" v="1417" actId="1036"/>
          <ac:spMkLst>
            <pc:docMk/>
            <pc:sldMk cId="4095581884" sldId="463"/>
            <ac:spMk id="8" creationId="{AB7F5217-EF9E-44E7-85C2-5EAD871C22C0}"/>
          </ac:spMkLst>
        </pc:spChg>
        <pc:spChg chg="add mod">
          <ac:chgData name="Clayton Silva" userId="29ef9a7b83f2ddc4" providerId="LiveId" clId="{667AD158-A895-46BE-8C0A-F1AABBD7F52A}" dt="2020-08-20T19:49:11.369" v="1516" actId="114"/>
          <ac:spMkLst>
            <pc:docMk/>
            <pc:sldMk cId="4095581884" sldId="463"/>
            <ac:spMk id="9" creationId="{9D3F4391-A24A-446D-A9B2-F877F4D71B9D}"/>
          </ac:spMkLst>
        </pc:spChg>
        <pc:spChg chg="add mod">
          <ac:chgData name="Clayton Silva" userId="29ef9a7b83f2ddc4" providerId="LiveId" clId="{667AD158-A895-46BE-8C0A-F1AABBD7F52A}" dt="2020-08-20T19:48:23.243" v="1500" actId="1036"/>
          <ac:spMkLst>
            <pc:docMk/>
            <pc:sldMk cId="4095581884" sldId="463"/>
            <ac:spMk id="13" creationId="{958306B3-2BB9-4E09-B74E-9D2C84422C0C}"/>
          </ac:spMkLst>
        </pc:spChg>
        <pc:spChg chg="add mod">
          <ac:chgData name="Clayton Silva" userId="29ef9a7b83f2ddc4" providerId="LiveId" clId="{667AD158-A895-46BE-8C0A-F1AABBD7F52A}" dt="2020-08-20T19:48:56.797" v="1514" actId="113"/>
          <ac:spMkLst>
            <pc:docMk/>
            <pc:sldMk cId="4095581884" sldId="463"/>
            <ac:spMk id="15" creationId="{6EFABFC9-3519-4E23-B8A5-D01670D333BE}"/>
          </ac:spMkLst>
        </pc:spChg>
        <pc:graphicFrameChg chg="add">
          <ac:chgData name="Clayton Silva" userId="29ef9a7b83f2ddc4" providerId="LiveId" clId="{667AD158-A895-46BE-8C0A-F1AABBD7F52A}" dt="2020-08-20T19:44:49.634" v="1339" actId="22"/>
          <ac:graphicFrameMkLst>
            <pc:docMk/>
            <pc:sldMk cId="4095581884" sldId="463"/>
            <ac:graphicFrameMk id="6" creationId="{17B4AFE3-2254-4341-8388-2C8F23856D0D}"/>
          </ac:graphicFrameMkLst>
        </pc:graphicFrameChg>
        <pc:cxnChg chg="add">
          <ac:chgData name="Clayton Silva" userId="29ef9a7b83f2ddc4" providerId="LiveId" clId="{667AD158-A895-46BE-8C0A-F1AABBD7F52A}" dt="2020-08-20T19:48:03.997" v="1463" actId="11529"/>
          <ac:cxnSpMkLst>
            <pc:docMk/>
            <pc:sldMk cId="4095581884" sldId="463"/>
            <ac:cxnSpMk id="11" creationId="{94EFB2EB-FA93-473D-89AC-34610CBDC021}"/>
          </ac:cxnSpMkLst>
        </pc:cxnChg>
        <pc:cxnChg chg="add mod">
          <ac:chgData name="Clayton Silva" userId="29ef9a7b83f2ddc4" providerId="LiveId" clId="{667AD158-A895-46BE-8C0A-F1AABBD7F52A}" dt="2020-08-20T19:49:29.342" v="1519" actId="14100"/>
          <ac:cxnSpMkLst>
            <pc:docMk/>
            <pc:sldMk cId="4095581884" sldId="463"/>
            <ac:cxnSpMk id="16" creationId="{CE496341-B1A9-4891-8A9B-7C70081E8989}"/>
          </ac:cxnSpMkLst>
        </pc:cxnChg>
      </pc:sldChg>
      <pc:sldChg chg="addSp delSp modSp add mod">
        <pc:chgData name="Clayton Silva" userId="29ef9a7b83f2ddc4" providerId="LiveId" clId="{667AD158-A895-46BE-8C0A-F1AABBD7F52A}" dt="2020-08-20T19:50:57.496" v="1628" actId="14100"/>
        <pc:sldMkLst>
          <pc:docMk/>
          <pc:sldMk cId="243324654" sldId="464"/>
        </pc:sldMkLst>
        <pc:spChg chg="mod">
          <ac:chgData name="Clayton Silva" userId="29ef9a7b83f2ddc4" providerId="LiveId" clId="{667AD158-A895-46BE-8C0A-F1AABBD7F52A}" dt="2020-08-20T19:50:32.572" v="1577" actId="1036"/>
          <ac:spMkLst>
            <pc:docMk/>
            <pc:sldMk cId="243324654" sldId="464"/>
            <ac:spMk id="8" creationId="{AB7F5217-EF9E-44E7-85C2-5EAD871C22C0}"/>
          </ac:spMkLst>
        </pc:spChg>
        <pc:spChg chg="mod">
          <ac:chgData name="Clayton Silva" userId="29ef9a7b83f2ddc4" providerId="LiveId" clId="{667AD158-A895-46BE-8C0A-F1AABBD7F52A}" dt="2020-08-20T19:50:49.854" v="1627" actId="20577"/>
          <ac:spMkLst>
            <pc:docMk/>
            <pc:sldMk cId="243324654" sldId="464"/>
            <ac:spMk id="9" creationId="{9D3F4391-A24A-446D-A9B2-F877F4D71B9D}"/>
          </ac:spMkLst>
        </pc:spChg>
        <pc:spChg chg="add del mod">
          <ac:chgData name="Clayton Silva" userId="29ef9a7b83f2ddc4" providerId="LiveId" clId="{667AD158-A895-46BE-8C0A-F1AABBD7F52A}" dt="2020-08-20T19:50:01.892" v="1523" actId="1076"/>
          <ac:spMkLst>
            <pc:docMk/>
            <pc:sldMk cId="243324654" sldId="464"/>
            <ac:spMk id="13" creationId="{958306B3-2BB9-4E09-B74E-9D2C84422C0C}"/>
          </ac:spMkLst>
        </pc:spChg>
        <pc:spChg chg="mod">
          <ac:chgData name="Clayton Silva" userId="29ef9a7b83f2ddc4" providerId="LiveId" clId="{667AD158-A895-46BE-8C0A-F1AABBD7F52A}" dt="2020-08-20T19:50:15.922" v="1554" actId="20577"/>
          <ac:spMkLst>
            <pc:docMk/>
            <pc:sldMk cId="243324654" sldId="464"/>
            <ac:spMk id="15" creationId="{6EFABFC9-3519-4E23-B8A5-D01670D333BE}"/>
          </ac:spMkLst>
        </pc:spChg>
        <pc:cxnChg chg="mod">
          <ac:chgData name="Clayton Silva" userId="29ef9a7b83f2ddc4" providerId="LiveId" clId="{667AD158-A895-46BE-8C0A-F1AABBD7F52A}" dt="2020-08-20T19:50:57.496" v="1628" actId="14100"/>
          <ac:cxnSpMkLst>
            <pc:docMk/>
            <pc:sldMk cId="243324654" sldId="464"/>
            <ac:cxnSpMk id="11" creationId="{94EFB2EB-FA93-473D-89AC-34610CBDC021}"/>
          </ac:cxnSpMkLst>
        </pc:cxnChg>
        <pc:cxnChg chg="mod">
          <ac:chgData name="Clayton Silva" userId="29ef9a7b83f2ddc4" providerId="LiveId" clId="{667AD158-A895-46BE-8C0A-F1AABBD7F52A}" dt="2020-08-20T19:50:21.820" v="1555" actId="14100"/>
          <ac:cxnSpMkLst>
            <pc:docMk/>
            <pc:sldMk cId="243324654" sldId="464"/>
            <ac:cxnSpMk id="16" creationId="{CE496341-B1A9-4891-8A9B-7C70081E8989}"/>
          </ac:cxnSpMkLst>
        </pc:cxnChg>
      </pc:sldChg>
      <pc:sldChg chg="addSp modSp add mod ord">
        <pc:chgData name="Clayton Silva" userId="29ef9a7b83f2ddc4" providerId="LiveId" clId="{667AD158-A895-46BE-8C0A-F1AABBD7F52A}" dt="2020-08-20T19:55:03.649" v="1642" actId="14100"/>
        <pc:sldMkLst>
          <pc:docMk/>
          <pc:sldMk cId="3946576838" sldId="465"/>
        </pc:sldMkLst>
        <pc:spChg chg="mod">
          <ac:chgData name="Clayton Silva" userId="29ef9a7b83f2ddc4" providerId="LiveId" clId="{667AD158-A895-46BE-8C0A-F1AABBD7F52A}" dt="2020-08-20T19:54:47.519" v="1639" actId="1076"/>
          <ac:spMkLst>
            <pc:docMk/>
            <pc:sldMk cId="3946576838" sldId="465"/>
            <ac:spMk id="15" creationId="{6EFABFC9-3519-4E23-B8A5-D01670D333BE}"/>
          </ac:spMkLst>
        </pc:spChg>
        <pc:picChg chg="add mod">
          <ac:chgData name="Clayton Silva" userId="29ef9a7b83f2ddc4" providerId="LiveId" clId="{667AD158-A895-46BE-8C0A-F1AABBD7F52A}" dt="2020-08-20T19:55:03.649" v="1642" actId="14100"/>
          <ac:picMkLst>
            <pc:docMk/>
            <pc:sldMk cId="3946576838" sldId="465"/>
            <ac:picMk id="3" creationId="{6659D095-88CE-4CE8-9E24-D9B60EF766B1}"/>
          </ac:picMkLst>
        </pc:picChg>
        <pc:cxnChg chg="mod">
          <ac:chgData name="Clayton Silva" userId="29ef9a7b83f2ddc4" providerId="LiveId" clId="{667AD158-A895-46BE-8C0A-F1AABBD7F52A}" dt="2020-08-20T19:54:42.820" v="1638" actId="14100"/>
          <ac:cxnSpMkLst>
            <pc:docMk/>
            <pc:sldMk cId="3946576838" sldId="465"/>
            <ac:cxnSpMk id="11" creationId="{94EFB2EB-FA93-473D-89AC-34610CBDC021}"/>
          </ac:cxnSpMkLst>
        </pc:cxnChg>
        <pc:cxnChg chg="mod">
          <ac:chgData name="Clayton Silva" userId="29ef9a7b83f2ddc4" providerId="LiveId" clId="{667AD158-A895-46BE-8C0A-F1AABBD7F52A}" dt="2020-08-20T19:54:56.207" v="1641" actId="14100"/>
          <ac:cxnSpMkLst>
            <pc:docMk/>
            <pc:sldMk cId="3946576838" sldId="465"/>
            <ac:cxnSpMk id="16" creationId="{CE496341-B1A9-4891-8A9B-7C70081E8989}"/>
          </ac:cxnSpMkLst>
        </pc:cxnChg>
      </pc:sldChg>
      <pc:sldChg chg="addSp delSp modSp add mod">
        <pc:chgData name="Clayton Silva" userId="29ef9a7b83f2ddc4" providerId="LiveId" clId="{667AD158-A895-46BE-8C0A-F1AABBD7F52A}" dt="2020-08-20T20:06:25.883" v="1708" actId="21"/>
        <pc:sldMkLst>
          <pc:docMk/>
          <pc:sldMk cId="1833954149" sldId="466"/>
        </pc:sldMkLst>
        <pc:spChg chg="del">
          <ac:chgData name="Clayton Silva" userId="29ef9a7b83f2ddc4" providerId="LiveId" clId="{667AD158-A895-46BE-8C0A-F1AABBD7F52A}" dt="2020-08-20T20:00:42.920" v="1646" actId="478"/>
          <ac:spMkLst>
            <pc:docMk/>
            <pc:sldMk cId="1833954149" sldId="466"/>
            <ac:spMk id="8" creationId="{AB7F5217-EF9E-44E7-85C2-5EAD871C22C0}"/>
          </ac:spMkLst>
        </pc:spChg>
        <pc:spChg chg="del">
          <ac:chgData name="Clayton Silva" userId="29ef9a7b83f2ddc4" providerId="LiveId" clId="{667AD158-A895-46BE-8C0A-F1AABBD7F52A}" dt="2020-08-20T20:00:57.446" v="1652" actId="478"/>
          <ac:spMkLst>
            <pc:docMk/>
            <pc:sldMk cId="1833954149" sldId="466"/>
            <ac:spMk id="9" creationId="{9D3F4391-A24A-446D-A9B2-F877F4D71B9D}"/>
          </ac:spMkLst>
        </pc:spChg>
        <pc:spChg chg="del">
          <ac:chgData name="Clayton Silva" userId="29ef9a7b83f2ddc4" providerId="LiveId" clId="{667AD158-A895-46BE-8C0A-F1AABBD7F52A}" dt="2020-08-20T20:00:45.067" v="1647" actId="478"/>
          <ac:spMkLst>
            <pc:docMk/>
            <pc:sldMk cId="1833954149" sldId="466"/>
            <ac:spMk id="13" creationId="{958306B3-2BB9-4E09-B74E-9D2C84422C0C}"/>
          </ac:spMkLst>
        </pc:spChg>
        <pc:spChg chg="del">
          <ac:chgData name="Clayton Silva" userId="29ef9a7b83f2ddc4" providerId="LiveId" clId="{667AD158-A895-46BE-8C0A-F1AABBD7F52A}" dt="2020-08-20T20:00:49.233" v="1648" actId="478"/>
          <ac:spMkLst>
            <pc:docMk/>
            <pc:sldMk cId="1833954149" sldId="466"/>
            <ac:spMk id="15" creationId="{6EFABFC9-3519-4E23-B8A5-D01670D333BE}"/>
          </ac:spMkLst>
        </pc:spChg>
        <pc:graphicFrameChg chg="del">
          <ac:chgData name="Clayton Silva" userId="29ef9a7b83f2ddc4" providerId="LiveId" clId="{667AD158-A895-46BE-8C0A-F1AABBD7F52A}" dt="2020-08-20T20:00:40.725" v="1645" actId="478"/>
          <ac:graphicFrameMkLst>
            <pc:docMk/>
            <pc:sldMk cId="1833954149" sldId="466"/>
            <ac:graphicFrameMk id="6" creationId="{17B4AFE3-2254-4341-8388-2C8F23856D0D}"/>
          </ac:graphicFrameMkLst>
        </pc:graphicFrameChg>
        <pc:picChg chg="del">
          <ac:chgData name="Clayton Silva" userId="29ef9a7b83f2ddc4" providerId="LiveId" clId="{667AD158-A895-46BE-8C0A-F1AABBD7F52A}" dt="2020-08-20T20:00:38.765" v="1644" actId="478"/>
          <ac:picMkLst>
            <pc:docMk/>
            <pc:sldMk cId="1833954149" sldId="466"/>
            <ac:picMk id="3" creationId="{6659D095-88CE-4CE8-9E24-D9B60EF766B1}"/>
          </ac:picMkLst>
        </pc:picChg>
        <pc:picChg chg="add mod">
          <ac:chgData name="Clayton Silva" userId="29ef9a7b83f2ddc4" providerId="LiveId" clId="{667AD158-A895-46BE-8C0A-F1AABBD7F52A}" dt="2020-08-20T20:01:18.152" v="1657" actId="1076"/>
          <ac:picMkLst>
            <pc:docMk/>
            <pc:sldMk cId="1833954149" sldId="466"/>
            <ac:picMk id="5" creationId="{4F82923C-F485-432B-9F41-CCB6464D1F5C}"/>
          </ac:picMkLst>
        </pc:picChg>
        <pc:picChg chg="add del mod">
          <ac:chgData name="Clayton Silva" userId="29ef9a7b83f2ddc4" providerId="LiveId" clId="{667AD158-A895-46BE-8C0A-F1AABBD7F52A}" dt="2020-08-20T20:06:25.883" v="1708" actId="21"/>
          <ac:picMkLst>
            <pc:docMk/>
            <pc:sldMk cId="1833954149" sldId="466"/>
            <ac:picMk id="7" creationId="{F6B535A0-FCE8-4187-A8FA-85B32A789325}"/>
          </ac:picMkLst>
        </pc:picChg>
        <pc:cxnChg chg="del">
          <ac:chgData name="Clayton Silva" userId="29ef9a7b83f2ddc4" providerId="LiveId" clId="{667AD158-A895-46BE-8C0A-F1AABBD7F52A}" dt="2020-08-20T20:00:53.958" v="1651" actId="478"/>
          <ac:cxnSpMkLst>
            <pc:docMk/>
            <pc:sldMk cId="1833954149" sldId="466"/>
            <ac:cxnSpMk id="11" creationId="{94EFB2EB-FA93-473D-89AC-34610CBDC021}"/>
          </ac:cxnSpMkLst>
        </pc:cxnChg>
        <pc:cxnChg chg="del mod">
          <ac:chgData name="Clayton Silva" userId="29ef9a7b83f2ddc4" providerId="LiveId" clId="{667AD158-A895-46BE-8C0A-F1AABBD7F52A}" dt="2020-08-20T20:00:51.815" v="1650" actId="478"/>
          <ac:cxnSpMkLst>
            <pc:docMk/>
            <pc:sldMk cId="1833954149" sldId="466"/>
            <ac:cxnSpMk id="16" creationId="{CE496341-B1A9-4891-8A9B-7C70081E8989}"/>
          </ac:cxnSpMkLst>
        </pc:cxnChg>
      </pc:sldChg>
      <pc:sldChg chg="addSp delSp modSp add mod setBg">
        <pc:chgData name="Clayton Silva" userId="29ef9a7b83f2ddc4" providerId="LiveId" clId="{667AD158-A895-46BE-8C0A-F1AABBD7F52A}" dt="2020-08-20T20:07:12.173" v="1772" actId="207"/>
        <pc:sldMkLst>
          <pc:docMk/>
          <pc:sldMk cId="2278067396" sldId="467"/>
        </pc:sldMkLst>
        <pc:spChg chg="mod">
          <ac:chgData name="Clayton Silva" userId="29ef9a7b83f2ddc4" providerId="LiveId" clId="{667AD158-A895-46BE-8C0A-F1AABBD7F52A}" dt="2020-08-20T20:06:39.100" v="1711" actId="26606"/>
          <ac:spMkLst>
            <pc:docMk/>
            <pc:sldMk cId="2278067396" sldId="467"/>
            <ac:spMk id="2" creationId="{08506D7E-2228-4C79-ABE2-1E8BB14988B2}"/>
          </ac:spMkLst>
        </pc:spChg>
        <pc:spChg chg="add mod">
          <ac:chgData name="Clayton Silva" userId="29ef9a7b83f2ddc4" providerId="LiveId" clId="{667AD158-A895-46BE-8C0A-F1AABBD7F52A}" dt="2020-08-20T20:07:12.173" v="1772" actId="207"/>
          <ac:spMkLst>
            <pc:docMk/>
            <pc:sldMk cId="2278067396" sldId="467"/>
            <ac:spMk id="8" creationId="{18BABCBF-5CDA-42A6-8FFD-B183498BF93C}"/>
          </ac:spMkLst>
        </pc:spChg>
        <pc:spChg chg="add del">
          <ac:chgData name="Clayton Silva" userId="29ef9a7b83f2ddc4" providerId="LiveId" clId="{667AD158-A895-46BE-8C0A-F1AABBD7F52A}" dt="2020-08-20T20:06:39.100" v="1711" actId="26606"/>
          <ac:spMkLst>
            <pc:docMk/>
            <pc:sldMk cId="2278067396" sldId="467"/>
            <ac:spMk id="12" creationId="{1707FC24-6981-43D9-B525-C7832BA22463}"/>
          </ac:spMkLst>
        </pc:spChg>
        <pc:picChg chg="add del mod">
          <ac:chgData name="Clayton Silva" userId="29ef9a7b83f2ddc4" providerId="LiveId" clId="{667AD158-A895-46BE-8C0A-F1AABBD7F52A}" dt="2020-08-20T20:06:08.041" v="1664" actId="21"/>
          <ac:picMkLst>
            <pc:docMk/>
            <pc:sldMk cId="2278067396" sldId="467"/>
            <ac:picMk id="4" creationId="{7EEEA0AD-F29A-481C-8D73-66EEF5523384}"/>
          </ac:picMkLst>
        </pc:picChg>
        <pc:picChg chg="del">
          <ac:chgData name="Clayton Silva" userId="29ef9a7b83f2ddc4" providerId="LiveId" clId="{667AD158-A895-46BE-8C0A-F1AABBD7F52A}" dt="2020-08-20T20:06:04.100" v="1663" actId="478"/>
          <ac:picMkLst>
            <pc:docMk/>
            <pc:sldMk cId="2278067396" sldId="467"/>
            <ac:picMk id="5" creationId="{4F82923C-F485-432B-9F41-CCB6464D1F5C}"/>
          </ac:picMkLst>
        </pc:picChg>
        <pc:picChg chg="add mod">
          <ac:chgData name="Clayton Silva" userId="29ef9a7b83f2ddc4" providerId="LiveId" clId="{667AD158-A895-46BE-8C0A-F1AABBD7F52A}" dt="2020-08-20T20:06:39.100" v="1711" actId="26606"/>
          <ac:picMkLst>
            <pc:docMk/>
            <pc:sldMk cId="2278067396" sldId="467"/>
            <ac:picMk id="7" creationId="{5D84D87B-CF43-4CD2-832A-7EBC9B974C34}"/>
          </ac:picMkLst>
        </pc:picChg>
      </pc:sldChg>
      <pc:sldMasterChg chg="delSldLayout">
        <pc:chgData name="Clayton Silva" userId="29ef9a7b83f2ddc4" providerId="LiveId" clId="{667AD158-A895-46BE-8C0A-F1AABBD7F52A}" dt="2020-08-20T19:33:19.223" v="1165" actId="47"/>
        <pc:sldMasterMkLst>
          <pc:docMk/>
          <pc:sldMasterMk cId="0" sldId="2147483648"/>
        </pc:sldMasterMkLst>
        <pc:sldLayoutChg chg="del">
          <pc:chgData name="Clayton Silva" userId="29ef9a7b83f2ddc4" providerId="LiveId" clId="{667AD158-A895-46BE-8C0A-F1AABBD7F52A}" dt="2020-08-20T19:33:19.223" v="1165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Clayton Silva" userId="29ef9a7b83f2ddc4" providerId="LiveId" clId="{D6CEE8BD-7EF1-4086-B1A6-9C3409B96CC8}"/>
    <pc:docChg chg="custSel delSld modSld">
      <pc:chgData name="Clayton Silva" userId="29ef9a7b83f2ddc4" providerId="LiveId" clId="{D6CEE8BD-7EF1-4086-B1A6-9C3409B96CC8}" dt="2024-10-29T01:03:23.473" v="353" actId="47"/>
      <pc:docMkLst>
        <pc:docMk/>
      </pc:docMkLst>
      <pc:sldChg chg="del">
        <pc:chgData name="Clayton Silva" userId="29ef9a7b83f2ddc4" providerId="LiveId" clId="{D6CEE8BD-7EF1-4086-B1A6-9C3409B96CC8}" dt="2024-10-29T01:01:35.224" v="183" actId="47"/>
        <pc:sldMkLst>
          <pc:docMk/>
          <pc:sldMk cId="2774926086" sldId="633"/>
        </pc:sldMkLst>
      </pc:sldChg>
      <pc:sldChg chg="del">
        <pc:chgData name="Clayton Silva" userId="29ef9a7b83f2ddc4" providerId="LiveId" clId="{D6CEE8BD-7EF1-4086-B1A6-9C3409B96CC8}" dt="2024-10-29T01:02:05.123" v="236" actId="47"/>
        <pc:sldMkLst>
          <pc:docMk/>
          <pc:sldMk cId="3476715532" sldId="704"/>
        </pc:sldMkLst>
      </pc:sldChg>
      <pc:sldChg chg="delSp modSp mod">
        <pc:chgData name="Clayton Silva" userId="29ef9a7b83f2ddc4" providerId="LiveId" clId="{D6CEE8BD-7EF1-4086-B1A6-9C3409B96CC8}" dt="2024-10-29T01:03:18.599" v="352" actId="12"/>
        <pc:sldMkLst>
          <pc:docMk/>
          <pc:sldMk cId="1071487193" sldId="706"/>
        </pc:sldMkLst>
        <pc:spChg chg="mod">
          <ac:chgData name="Clayton Silva" userId="29ef9a7b83f2ddc4" providerId="LiveId" clId="{D6CEE8BD-7EF1-4086-B1A6-9C3409B96CC8}" dt="2024-10-29T01:03:10.385" v="351" actId="20577"/>
          <ac:spMkLst>
            <pc:docMk/>
            <pc:sldMk cId="1071487193" sldId="706"/>
            <ac:spMk id="2" creationId="{25373D15-6700-9488-D03E-0F6C7C866928}"/>
          </ac:spMkLst>
        </pc:spChg>
        <pc:spChg chg="mod">
          <ac:chgData name="Clayton Silva" userId="29ef9a7b83f2ddc4" providerId="LiveId" clId="{D6CEE8BD-7EF1-4086-B1A6-9C3409B96CC8}" dt="2024-10-29T01:03:18.599" v="352" actId="12"/>
          <ac:spMkLst>
            <pc:docMk/>
            <pc:sldMk cId="1071487193" sldId="706"/>
            <ac:spMk id="3" creationId="{150095E2-2634-52C8-0C59-197A316A81C1}"/>
          </ac:spMkLst>
        </pc:spChg>
        <pc:spChg chg="del">
          <ac:chgData name="Clayton Silva" userId="29ef9a7b83f2ddc4" providerId="LiveId" clId="{D6CEE8BD-7EF1-4086-B1A6-9C3409B96CC8}" dt="2024-10-29T01:00:17.663" v="54" actId="478"/>
          <ac:spMkLst>
            <pc:docMk/>
            <pc:sldMk cId="1071487193" sldId="706"/>
            <ac:spMk id="5" creationId="{86040E23-D3CF-C54A-AF86-8CB219C6AEDC}"/>
          </ac:spMkLst>
        </pc:spChg>
      </pc:sldChg>
      <pc:sldChg chg="del">
        <pc:chgData name="Clayton Silva" userId="29ef9a7b83f2ddc4" providerId="LiveId" clId="{D6CEE8BD-7EF1-4086-B1A6-9C3409B96CC8}" dt="2024-10-29T01:02:36.651" v="295" actId="47"/>
        <pc:sldMkLst>
          <pc:docMk/>
          <pc:sldMk cId="1037647923" sldId="707"/>
        </pc:sldMkLst>
      </pc:sldChg>
      <pc:sldChg chg="del">
        <pc:chgData name="Clayton Silva" userId="29ef9a7b83f2ddc4" providerId="LiveId" clId="{D6CEE8BD-7EF1-4086-B1A6-9C3409B96CC8}" dt="2024-10-29T01:02:39.752" v="296" actId="47"/>
        <pc:sldMkLst>
          <pc:docMk/>
          <pc:sldMk cId="3156535996" sldId="708"/>
        </pc:sldMkLst>
      </pc:sldChg>
      <pc:sldChg chg="del">
        <pc:chgData name="Clayton Silva" userId="29ef9a7b83f2ddc4" providerId="LiveId" clId="{D6CEE8BD-7EF1-4086-B1A6-9C3409B96CC8}" dt="2024-10-29T01:03:23.473" v="353" actId="47"/>
        <pc:sldMkLst>
          <pc:docMk/>
          <pc:sldMk cId="2955659537" sldId="709"/>
        </pc:sldMkLst>
      </pc:sldChg>
    </pc:docChg>
  </pc:docChgLst>
  <pc:docChgLst>
    <pc:chgData name="Clayton Silva" userId="29ef9a7b83f2ddc4" providerId="LiveId" clId="{EA9EBB54-6B1D-472A-8FCD-96542B3A66B4}"/>
    <pc:docChg chg="undo custSel addSld delSld modSld sldOrd">
      <pc:chgData name="Clayton Silva" userId="29ef9a7b83f2ddc4" providerId="LiveId" clId="{EA9EBB54-6B1D-472A-8FCD-96542B3A66B4}" dt="2024-08-23T19:50:44.684" v="4103" actId="20577"/>
      <pc:docMkLst>
        <pc:docMk/>
      </pc:docMkLst>
      <pc:sldChg chg="del ord">
        <pc:chgData name="Clayton Silva" userId="29ef9a7b83f2ddc4" providerId="LiveId" clId="{EA9EBB54-6B1D-472A-8FCD-96542B3A66B4}" dt="2024-08-23T14:46:39.438" v="2419"/>
        <pc:sldMkLst>
          <pc:docMk/>
          <pc:sldMk cId="677833589" sldId="407"/>
        </pc:sldMkLst>
      </pc:sldChg>
      <pc:sldChg chg="del">
        <pc:chgData name="Clayton Silva" userId="29ef9a7b83f2ddc4" providerId="LiveId" clId="{EA9EBB54-6B1D-472A-8FCD-96542B3A66B4}" dt="2024-08-23T19:32:29.395" v="3902" actId="47"/>
        <pc:sldMkLst>
          <pc:docMk/>
          <pc:sldMk cId="1045601341" sldId="560"/>
        </pc:sldMkLst>
      </pc:sldChg>
      <pc:sldChg chg="del">
        <pc:chgData name="Clayton Silva" userId="29ef9a7b83f2ddc4" providerId="LiveId" clId="{EA9EBB54-6B1D-472A-8FCD-96542B3A66B4}" dt="2024-08-23T19:32:30.207" v="3903" actId="47"/>
        <pc:sldMkLst>
          <pc:docMk/>
          <pc:sldMk cId="644458068" sldId="561"/>
        </pc:sldMkLst>
      </pc:sldChg>
      <pc:sldChg chg="delSp modSp mod">
        <pc:chgData name="Clayton Silva" userId="29ef9a7b83f2ddc4" providerId="LiveId" clId="{EA9EBB54-6B1D-472A-8FCD-96542B3A66B4}" dt="2024-08-23T13:13:46.636" v="113" actId="1036"/>
        <pc:sldMkLst>
          <pc:docMk/>
          <pc:sldMk cId="2078325598" sldId="565"/>
        </pc:sldMkLst>
        <pc:spChg chg="mod">
          <ac:chgData name="Clayton Silva" userId="29ef9a7b83f2ddc4" providerId="LiveId" clId="{EA9EBB54-6B1D-472A-8FCD-96542B3A66B4}" dt="2024-08-23T13:10:41.623" v="25" actId="20577"/>
          <ac:spMkLst>
            <pc:docMk/>
            <pc:sldMk cId="2078325598" sldId="565"/>
            <ac:spMk id="2" creationId="{DD3B1C15-B353-48DC-9571-788F286393E8}"/>
          </ac:spMkLst>
        </pc:spChg>
        <pc:spChg chg="del">
          <ac:chgData name="Clayton Silva" userId="29ef9a7b83f2ddc4" providerId="LiveId" clId="{EA9EBB54-6B1D-472A-8FCD-96542B3A66B4}" dt="2024-08-23T13:11:07.208" v="26" actId="478"/>
          <ac:spMkLst>
            <pc:docMk/>
            <pc:sldMk cId="2078325598" sldId="565"/>
            <ac:spMk id="3" creationId="{2CAFA324-67D8-F021-C74B-345502E28154}"/>
          </ac:spMkLst>
        </pc:spChg>
        <pc:spChg chg="mod">
          <ac:chgData name="Clayton Silva" userId="29ef9a7b83f2ddc4" providerId="LiveId" clId="{EA9EBB54-6B1D-472A-8FCD-96542B3A66B4}" dt="2024-08-23T13:13:46.636" v="113" actId="1036"/>
          <ac:spMkLst>
            <pc:docMk/>
            <pc:sldMk cId="2078325598" sldId="565"/>
            <ac:spMk id="5" creationId="{E2A18E85-6FE4-41F6-8B76-B4E13A00DDF1}"/>
          </ac:spMkLst>
        </pc:spChg>
        <pc:cxnChg chg="del">
          <ac:chgData name="Clayton Silva" userId="29ef9a7b83f2ddc4" providerId="LiveId" clId="{EA9EBB54-6B1D-472A-8FCD-96542B3A66B4}" dt="2024-08-23T13:11:41.035" v="32" actId="478"/>
          <ac:cxnSpMkLst>
            <pc:docMk/>
            <pc:sldMk cId="2078325598" sldId="565"/>
            <ac:cxnSpMk id="6" creationId="{FFC5272E-FC13-1478-9B8C-2421704EB557}"/>
          </ac:cxnSpMkLst>
        </pc:cxnChg>
      </pc:sldChg>
      <pc:sldChg chg="del">
        <pc:chgData name="Clayton Silva" userId="29ef9a7b83f2ddc4" providerId="LiveId" clId="{EA9EBB54-6B1D-472A-8FCD-96542B3A66B4}" dt="2024-08-23T14:27:08.918" v="2230" actId="47"/>
        <pc:sldMkLst>
          <pc:docMk/>
          <pc:sldMk cId="4011249771" sldId="570"/>
        </pc:sldMkLst>
      </pc:sldChg>
      <pc:sldChg chg="del">
        <pc:chgData name="Clayton Silva" userId="29ef9a7b83f2ddc4" providerId="LiveId" clId="{EA9EBB54-6B1D-472A-8FCD-96542B3A66B4}" dt="2024-08-23T14:27:14.628" v="2232" actId="47"/>
        <pc:sldMkLst>
          <pc:docMk/>
          <pc:sldMk cId="1346365452" sldId="573"/>
        </pc:sldMkLst>
      </pc:sldChg>
      <pc:sldChg chg="addSp delSp modSp mod">
        <pc:chgData name="Clayton Silva" userId="29ef9a7b83f2ddc4" providerId="LiveId" clId="{EA9EBB54-6B1D-472A-8FCD-96542B3A66B4}" dt="2024-08-23T14:27:48.390" v="2272" actId="26606"/>
        <pc:sldMkLst>
          <pc:docMk/>
          <pc:sldMk cId="1833395965" sldId="575"/>
        </pc:sldMkLst>
        <pc:spChg chg="mod">
          <ac:chgData name="Clayton Silva" userId="29ef9a7b83f2ddc4" providerId="LiveId" clId="{EA9EBB54-6B1D-472A-8FCD-96542B3A66B4}" dt="2024-08-23T14:27:48.390" v="2272" actId="26606"/>
          <ac:spMkLst>
            <pc:docMk/>
            <pc:sldMk cId="1833395965" sldId="575"/>
            <ac:spMk id="4" creationId="{4D95FF0F-F271-48E7-A204-C5656918B6A3}"/>
          </ac:spMkLst>
        </pc:spChg>
        <pc:spChg chg="mod">
          <ac:chgData name="Clayton Silva" userId="29ef9a7b83f2ddc4" providerId="LiveId" clId="{EA9EBB54-6B1D-472A-8FCD-96542B3A66B4}" dt="2024-08-23T14:27:48.390" v="2272" actId="26606"/>
          <ac:spMkLst>
            <pc:docMk/>
            <pc:sldMk cId="1833395965" sldId="575"/>
            <ac:spMk id="6" creationId="{AB5B4A18-F13B-4442-AE35-C5DB313C2CC4}"/>
          </ac:spMkLst>
        </pc:spChg>
        <pc:spChg chg="del">
          <ac:chgData name="Clayton Silva" userId="29ef9a7b83f2ddc4" providerId="LiveId" clId="{EA9EBB54-6B1D-472A-8FCD-96542B3A66B4}" dt="2024-08-23T14:27:48.390" v="2272" actId="26606"/>
          <ac:spMkLst>
            <pc:docMk/>
            <pc:sldMk cId="1833395965" sldId="575"/>
            <ac:spMk id="42" creationId="{37C89E4B-3C9F-44B9-8B86-D9E3D112D8EC}"/>
          </ac:spMkLst>
        </pc:spChg>
        <pc:spChg chg="add">
          <ac:chgData name="Clayton Silva" userId="29ef9a7b83f2ddc4" providerId="LiveId" clId="{EA9EBB54-6B1D-472A-8FCD-96542B3A66B4}" dt="2024-08-23T14:27:48.390" v="2272" actId="26606"/>
          <ac:spMkLst>
            <pc:docMk/>
            <pc:sldMk cId="1833395965" sldId="575"/>
            <ac:spMk id="51" creationId="{E91DC736-0EF8-4F87-9146-EBF1D2EE4D3D}"/>
          </ac:spMkLst>
        </pc:spChg>
        <pc:spChg chg="add">
          <ac:chgData name="Clayton Silva" userId="29ef9a7b83f2ddc4" providerId="LiveId" clId="{EA9EBB54-6B1D-472A-8FCD-96542B3A66B4}" dt="2024-08-23T14:27:48.390" v="2272" actId="26606"/>
          <ac:spMkLst>
            <pc:docMk/>
            <pc:sldMk cId="1833395965" sldId="575"/>
            <ac:spMk id="53" creationId="{097CD68E-23E3-4007-8847-CD0944C4F7BE}"/>
          </ac:spMkLst>
        </pc:spChg>
        <pc:spChg chg="add">
          <ac:chgData name="Clayton Silva" userId="29ef9a7b83f2ddc4" providerId="LiveId" clId="{EA9EBB54-6B1D-472A-8FCD-96542B3A66B4}" dt="2024-08-23T14:27:48.390" v="2272" actId="26606"/>
          <ac:spMkLst>
            <pc:docMk/>
            <pc:sldMk cId="1833395965" sldId="575"/>
            <ac:spMk id="55" creationId="{AF2F604E-43BE-4DC3-B983-E071523364F8}"/>
          </ac:spMkLst>
        </pc:spChg>
        <pc:spChg chg="add">
          <ac:chgData name="Clayton Silva" userId="29ef9a7b83f2ddc4" providerId="LiveId" clId="{EA9EBB54-6B1D-472A-8FCD-96542B3A66B4}" dt="2024-08-23T14:27:48.390" v="2272" actId="26606"/>
          <ac:spMkLst>
            <pc:docMk/>
            <pc:sldMk cId="1833395965" sldId="575"/>
            <ac:spMk id="57" creationId="{08C9B587-E65E-4B52-B37C-ABEBB6E87928}"/>
          </ac:spMkLst>
        </pc:spChg>
        <pc:picChg chg="mod">
          <ac:chgData name="Clayton Silva" userId="29ef9a7b83f2ddc4" providerId="LiveId" clId="{EA9EBB54-6B1D-472A-8FCD-96542B3A66B4}" dt="2024-08-23T14:27:48.390" v="2272" actId="26606"/>
          <ac:picMkLst>
            <pc:docMk/>
            <pc:sldMk cId="1833395965" sldId="575"/>
            <ac:picMk id="8" creationId="{5976A124-2A17-44A5-AD4C-4BE6C0E5A92D}"/>
          </ac:picMkLst>
        </pc:picChg>
        <pc:cxnChg chg="del">
          <ac:chgData name="Clayton Silva" userId="29ef9a7b83f2ddc4" providerId="LiveId" clId="{EA9EBB54-6B1D-472A-8FCD-96542B3A66B4}" dt="2024-08-23T14:27:48.390" v="2272" actId="26606"/>
          <ac:cxnSpMkLst>
            <pc:docMk/>
            <pc:sldMk cId="1833395965" sldId="575"/>
            <ac:cxnSpMk id="44" creationId="{AA2EAA10-076F-46BD-8F0F-B9A2FB77A85C}"/>
          </ac:cxnSpMkLst>
        </pc:cxnChg>
        <pc:cxnChg chg="del">
          <ac:chgData name="Clayton Silva" userId="29ef9a7b83f2ddc4" providerId="LiveId" clId="{EA9EBB54-6B1D-472A-8FCD-96542B3A66B4}" dt="2024-08-23T14:27:48.390" v="2272" actId="26606"/>
          <ac:cxnSpMkLst>
            <pc:docMk/>
            <pc:sldMk cId="1833395965" sldId="575"/>
            <ac:cxnSpMk id="46" creationId="{D891E407-403B-4764-86C9-33A56D3BCAA3}"/>
          </ac:cxnSpMkLst>
        </pc:cxnChg>
      </pc:sldChg>
      <pc:sldChg chg="del">
        <pc:chgData name="Clayton Silva" userId="29ef9a7b83f2ddc4" providerId="LiveId" clId="{EA9EBB54-6B1D-472A-8FCD-96542B3A66B4}" dt="2024-08-23T19:31:58.636" v="3890" actId="47"/>
        <pc:sldMkLst>
          <pc:docMk/>
          <pc:sldMk cId="3322107155" sldId="576"/>
        </pc:sldMkLst>
      </pc:sldChg>
      <pc:sldChg chg="del">
        <pc:chgData name="Clayton Silva" userId="29ef9a7b83f2ddc4" providerId="LiveId" clId="{EA9EBB54-6B1D-472A-8FCD-96542B3A66B4}" dt="2024-08-23T19:32:21.517" v="3897" actId="47"/>
        <pc:sldMkLst>
          <pc:docMk/>
          <pc:sldMk cId="3936130942" sldId="577"/>
        </pc:sldMkLst>
      </pc:sldChg>
      <pc:sldChg chg="del">
        <pc:chgData name="Clayton Silva" userId="29ef9a7b83f2ddc4" providerId="LiveId" clId="{EA9EBB54-6B1D-472A-8FCD-96542B3A66B4}" dt="2024-08-23T19:32:10.870" v="3893" actId="47"/>
        <pc:sldMkLst>
          <pc:docMk/>
          <pc:sldMk cId="381243423" sldId="585"/>
        </pc:sldMkLst>
      </pc:sldChg>
      <pc:sldChg chg="del">
        <pc:chgData name="Clayton Silva" userId="29ef9a7b83f2ddc4" providerId="LiveId" clId="{EA9EBB54-6B1D-472A-8FCD-96542B3A66B4}" dt="2024-08-23T19:32:27.065" v="3900" actId="47"/>
        <pc:sldMkLst>
          <pc:docMk/>
          <pc:sldMk cId="1185701776" sldId="586"/>
        </pc:sldMkLst>
      </pc:sldChg>
      <pc:sldChg chg="del">
        <pc:chgData name="Clayton Silva" userId="29ef9a7b83f2ddc4" providerId="LiveId" clId="{EA9EBB54-6B1D-472A-8FCD-96542B3A66B4}" dt="2024-08-23T19:32:24.537" v="3899" actId="47"/>
        <pc:sldMkLst>
          <pc:docMk/>
          <pc:sldMk cId="948590471" sldId="615"/>
        </pc:sldMkLst>
      </pc:sldChg>
      <pc:sldChg chg="del">
        <pc:chgData name="Clayton Silva" userId="29ef9a7b83f2ddc4" providerId="LiveId" clId="{EA9EBB54-6B1D-472A-8FCD-96542B3A66B4}" dt="2024-08-23T14:27:03.394" v="2226" actId="47"/>
        <pc:sldMkLst>
          <pc:docMk/>
          <pc:sldMk cId="58268741" sldId="616"/>
        </pc:sldMkLst>
      </pc:sldChg>
      <pc:sldChg chg="del">
        <pc:chgData name="Clayton Silva" userId="29ef9a7b83f2ddc4" providerId="LiveId" clId="{EA9EBB54-6B1D-472A-8FCD-96542B3A66B4}" dt="2024-08-23T14:27:04.230" v="2227" actId="47"/>
        <pc:sldMkLst>
          <pc:docMk/>
          <pc:sldMk cId="3788461130" sldId="617"/>
        </pc:sldMkLst>
      </pc:sldChg>
      <pc:sldChg chg="del">
        <pc:chgData name="Clayton Silva" userId="29ef9a7b83f2ddc4" providerId="LiveId" clId="{EA9EBB54-6B1D-472A-8FCD-96542B3A66B4}" dt="2024-08-23T14:27:08.180" v="2229" actId="47"/>
        <pc:sldMkLst>
          <pc:docMk/>
          <pc:sldMk cId="3718926077" sldId="618"/>
        </pc:sldMkLst>
      </pc:sldChg>
      <pc:sldChg chg="del">
        <pc:chgData name="Clayton Silva" userId="29ef9a7b83f2ddc4" providerId="LiveId" clId="{EA9EBB54-6B1D-472A-8FCD-96542B3A66B4}" dt="2024-08-23T15:29:01.357" v="2857" actId="47"/>
        <pc:sldMkLst>
          <pc:docMk/>
          <pc:sldMk cId="1831277085" sldId="619"/>
        </pc:sldMkLst>
      </pc:sldChg>
      <pc:sldChg chg="modSp mod">
        <pc:chgData name="Clayton Silva" userId="29ef9a7b83f2ddc4" providerId="LiveId" clId="{EA9EBB54-6B1D-472A-8FCD-96542B3A66B4}" dt="2024-08-23T15:38:53.545" v="2976" actId="113"/>
        <pc:sldMkLst>
          <pc:docMk/>
          <pc:sldMk cId="3451816181" sldId="620"/>
        </pc:sldMkLst>
        <pc:spChg chg="mod">
          <ac:chgData name="Clayton Silva" userId="29ef9a7b83f2ddc4" providerId="LiveId" clId="{EA9EBB54-6B1D-472A-8FCD-96542B3A66B4}" dt="2024-08-23T15:29:22.579" v="2898" actId="1036"/>
          <ac:spMkLst>
            <pc:docMk/>
            <pc:sldMk cId="3451816181" sldId="620"/>
            <ac:spMk id="2" creationId="{277F8F8A-B287-387C-7200-3B020FBEDC87}"/>
          </ac:spMkLst>
        </pc:spChg>
        <pc:spChg chg="mod">
          <ac:chgData name="Clayton Silva" userId="29ef9a7b83f2ddc4" providerId="LiveId" clId="{EA9EBB54-6B1D-472A-8FCD-96542B3A66B4}" dt="2024-08-23T15:38:53.545" v="2976" actId="113"/>
          <ac:spMkLst>
            <pc:docMk/>
            <pc:sldMk cId="3451816181" sldId="620"/>
            <ac:spMk id="3" creationId="{D1B4B913-D068-3237-F3ED-57633D83F6C5}"/>
          </ac:spMkLst>
        </pc:spChg>
      </pc:sldChg>
      <pc:sldChg chg="del">
        <pc:chgData name="Clayton Silva" userId="29ef9a7b83f2ddc4" providerId="LiveId" clId="{EA9EBB54-6B1D-472A-8FCD-96542B3A66B4}" dt="2024-08-23T19:31:57.083" v="3889" actId="47"/>
        <pc:sldMkLst>
          <pc:docMk/>
          <pc:sldMk cId="2890514167" sldId="621"/>
        </pc:sldMkLst>
      </pc:sldChg>
      <pc:sldChg chg="del">
        <pc:chgData name="Clayton Silva" userId="29ef9a7b83f2ddc4" providerId="LiveId" clId="{EA9EBB54-6B1D-472A-8FCD-96542B3A66B4}" dt="2024-08-23T19:31:59.882" v="3891" actId="47"/>
        <pc:sldMkLst>
          <pc:docMk/>
          <pc:sldMk cId="3764397084" sldId="622"/>
        </pc:sldMkLst>
      </pc:sldChg>
      <pc:sldChg chg="del">
        <pc:chgData name="Clayton Silva" userId="29ef9a7b83f2ddc4" providerId="LiveId" clId="{EA9EBB54-6B1D-472A-8FCD-96542B3A66B4}" dt="2024-08-23T19:32:09.448" v="3892" actId="47"/>
        <pc:sldMkLst>
          <pc:docMk/>
          <pc:sldMk cId="1286125100" sldId="623"/>
        </pc:sldMkLst>
      </pc:sldChg>
      <pc:sldChg chg="del">
        <pc:chgData name="Clayton Silva" userId="29ef9a7b83f2ddc4" providerId="LiveId" clId="{EA9EBB54-6B1D-472A-8FCD-96542B3A66B4}" dt="2024-08-23T19:32:12.644" v="3894" actId="47"/>
        <pc:sldMkLst>
          <pc:docMk/>
          <pc:sldMk cId="3421483330" sldId="624"/>
        </pc:sldMkLst>
      </pc:sldChg>
      <pc:sldChg chg="del">
        <pc:chgData name="Clayton Silva" userId="29ef9a7b83f2ddc4" providerId="LiveId" clId="{EA9EBB54-6B1D-472A-8FCD-96542B3A66B4}" dt="2024-08-23T19:31:54.335" v="3888" actId="47"/>
        <pc:sldMkLst>
          <pc:docMk/>
          <pc:sldMk cId="177154342" sldId="625"/>
        </pc:sldMkLst>
      </pc:sldChg>
      <pc:sldChg chg="del">
        <pc:chgData name="Clayton Silva" userId="29ef9a7b83f2ddc4" providerId="LiveId" clId="{EA9EBB54-6B1D-472A-8FCD-96542B3A66B4}" dt="2024-08-23T14:27:13.019" v="2231" actId="47"/>
        <pc:sldMkLst>
          <pc:docMk/>
          <pc:sldMk cId="996541705" sldId="627"/>
        </pc:sldMkLst>
      </pc:sldChg>
      <pc:sldChg chg="del">
        <pc:chgData name="Clayton Silva" userId="29ef9a7b83f2ddc4" providerId="LiveId" clId="{EA9EBB54-6B1D-472A-8FCD-96542B3A66B4}" dt="2024-08-23T19:32:15.483" v="3895" actId="47"/>
        <pc:sldMkLst>
          <pc:docMk/>
          <pc:sldMk cId="1641079941" sldId="628"/>
        </pc:sldMkLst>
      </pc:sldChg>
      <pc:sldChg chg="del">
        <pc:chgData name="Clayton Silva" userId="29ef9a7b83f2ddc4" providerId="LiveId" clId="{EA9EBB54-6B1D-472A-8FCD-96542B3A66B4}" dt="2024-08-23T19:32:18.850" v="3896" actId="47"/>
        <pc:sldMkLst>
          <pc:docMk/>
          <pc:sldMk cId="148252269" sldId="629"/>
        </pc:sldMkLst>
      </pc:sldChg>
      <pc:sldChg chg="del">
        <pc:chgData name="Clayton Silva" userId="29ef9a7b83f2ddc4" providerId="LiveId" clId="{EA9EBB54-6B1D-472A-8FCD-96542B3A66B4}" dt="2024-08-23T19:32:22.948" v="3898" actId="47"/>
        <pc:sldMkLst>
          <pc:docMk/>
          <pc:sldMk cId="4176453190" sldId="631"/>
        </pc:sldMkLst>
      </pc:sldChg>
      <pc:sldChg chg="del">
        <pc:chgData name="Clayton Silva" userId="29ef9a7b83f2ddc4" providerId="LiveId" clId="{EA9EBB54-6B1D-472A-8FCD-96542B3A66B4}" dt="2024-08-23T19:32:28.236" v="3901" actId="47"/>
        <pc:sldMkLst>
          <pc:docMk/>
          <pc:sldMk cId="4140614966" sldId="632"/>
        </pc:sldMkLst>
      </pc:sldChg>
      <pc:sldChg chg="modSp new mod">
        <pc:chgData name="Clayton Silva" userId="29ef9a7b83f2ddc4" providerId="LiveId" clId="{EA9EBB54-6B1D-472A-8FCD-96542B3A66B4}" dt="2024-08-23T13:39:15.039" v="1183" actId="1037"/>
        <pc:sldMkLst>
          <pc:docMk/>
          <pc:sldMk cId="2774926086" sldId="633"/>
        </pc:sldMkLst>
        <pc:spChg chg="mod">
          <ac:chgData name="Clayton Silva" userId="29ef9a7b83f2ddc4" providerId="LiveId" clId="{EA9EBB54-6B1D-472A-8FCD-96542B3A66B4}" dt="2024-08-23T13:19:48.678" v="151" actId="404"/>
          <ac:spMkLst>
            <pc:docMk/>
            <pc:sldMk cId="2774926086" sldId="633"/>
            <ac:spMk id="2" creationId="{9CF32A0B-47EF-E3B0-BAEF-C27A61E24313}"/>
          </ac:spMkLst>
        </pc:spChg>
        <pc:spChg chg="mod">
          <ac:chgData name="Clayton Silva" userId="29ef9a7b83f2ddc4" providerId="LiveId" clId="{EA9EBB54-6B1D-472A-8FCD-96542B3A66B4}" dt="2024-08-23T13:39:15.039" v="1183" actId="1037"/>
          <ac:spMkLst>
            <pc:docMk/>
            <pc:sldMk cId="2774926086" sldId="633"/>
            <ac:spMk id="3" creationId="{7A4DF3FA-894E-968E-D8BB-D255C49A23A1}"/>
          </ac:spMkLst>
        </pc:spChg>
      </pc:sldChg>
      <pc:sldChg chg="addSp delSp modSp new mod modClrScheme chgLayout">
        <pc:chgData name="Clayton Silva" userId="29ef9a7b83f2ddc4" providerId="LiveId" clId="{EA9EBB54-6B1D-472A-8FCD-96542B3A66B4}" dt="2024-08-23T13:33:26.852" v="1136" actId="403"/>
        <pc:sldMkLst>
          <pc:docMk/>
          <pc:sldMk cId="228009390" sldId="634"/>
        </pc:sldMkLst>
        <pc:spChg chg="del mod ord">
          <ac:chgData name="Clayton Silva" userId="29ef9a7b83f2ddc4" providerId="LiveId" clId="{EA9EBB54-6B1D-472A-8FCD-96542B3A66B4}" dt="2024-08-23T13:23:14.661" v="269" actId="700"/>
          <ac:spMkLst>
            <pc:docMk/>
            <pc:sldMk cId="228009390" sldId="634"/>
            <ac:spMk id="2" creationId="{F2FECD1C-1BF5-3757-F134-407C56A90E4E}"/>
          </ac:spMkLst>
        </pc:spChg>
        <pc:spChg chg="del mod ord">
          <ac:chgData name="Clayton Silva" userId="29ef9a7b83f2ddc4" providerId="LiveId" clId="{EA9EBB54-6B1D-472A-8FCD-96542B3A66B4}" dt="2024-08-23T13:23:14.661" v="269" actId="700"/>
          <ac:spMkLst>
            <pc:docMk/>
            <pc:sldMk cId="228009390" sldId="634"/>
            <ac:spMk id="3" creationId="{CC5C3FA4-1437-427E-1B80-DAB555BA37E7}"/>
          </ac:spMkLst>
        </pc:spChg>
        <pc:spChg chg="mod ord">
          <ac:chgData name="Clayton Silva" userId="29ef9a7b83f2ddc4" providerId="LiveId" clId="{EA9EBB54-6B1D-472A-8FCD-96542B3A66B4}" dt="2024-08-23T13:23:14.661" v="269" actId="700"/>
          <ac:spMkLst>
            <pc:docMk/>
            <pc:sldMk cId="228009390" sldId="634"/>
            <ac:spMk id="4" creationId="{43596023-824A-155D-952D-F9F019B2B2A8}"/>
          </ac:spMkLst>
        </pc:spChg>
        <pc:spChg chg="add mod ord">
          <ac:chgData name="Clayton Silva" userId="29ef9a7b83f2ddc4" providerId="LiveId" clId="{EA9EBB54-6B1D-472A-8FCD-96542B3A66B4}" dt="2024-08-23T13:33:14.028" v="1134" actId="120"/>
          <ac:spMkLst>
            <pc:docMk/>
            <pc:sldMk cId="228009390" sldId="634"/>
            <ac:spMk id="5" creationId="{158D124B-AB45-07D3-BBD6-3A04F5AAB9C2}"/>
          </ac:spMkLst>
        </pc:spChg>
        <pc:spChg chg="add mod ord">
          <ac:chgData name="Clayton Silva" userId="29ef9a7b83f2ddc4" providerId="LiveId" clId="{EA9EBB54-6B1D-472A-8FCD-96542B3A66B4}" dt="2024-08-23T13:33:26.852" v="1136" actId="403"/>
          <ac:spMkLst>
            <pc:docMk/>
            <pc:sldMk cId="228009390" sldId="634"/>
            <ac:spMk id="6" creationId="{E0F121A6-7DA9-CD42-9AB6-6A0B6886186A}"/>
          </ac:spMkLst>
        </pc:spChg>
        <pc:spChg chg="add del mod ord">
          <ac:chgData name="Clayton Silva" userId="29ef9a7b83f2ddc4" providerId="LiveId" clId="{EA9EBB54-6B1D-472A-8FCD-96542B3A66B4}" dt="2024-08-23T13:23:18.017" v="270" actId="478"/>
          <ac:spMkLst>
            <pc:docMk/>
            <pc:sldMk cId="228009390" sldId="634"/>
            <ac:spMk id="7" creationId="{407E0071-0513-A019-B8FB-AA1F61751235}"/>
          </ac:spMkLst>
        </pc:spChg>
        <pc:spChg chg="add mod">
          <ac:chgData name="Clayton Silva" userId="29ef9a7b83f2ddc4" providerId="LiveId" clId="{EA9EBB54-6B1D-472A-8FCD-96542B3A66B4}" dt="2024-08-23T13:33:26.852" v="1136" actId="403"/>
          <ac:spMkLst>
            <pc:docMk/>
            <pc:sldMk cId="228009390" sldId="634"/>
            <ac:spMk id="8" creationId="{B3A3A10C-3208-D3AC-1AF1-3B51795DE072}"/>
          </ac:spMkLst>
        </pc:spChg>
      </pc:sldChg>
      <pc:sldChg chg="addSp delSp modSp add mod">
        <pc:chgData name="Clayton Silva" userId="29ef9a7b83f2ddc4" providerId="LiveId" clId="{EA9EBB54-6B1D-472A-8FCD-96542B3A66B4}" dt="2024-08-23T13:35:39.094" v="1163" actId="1036"/>
        <pc:sldMkLst>
          <pc:docMk/>
          <pc:sldMk cId="365910590" sldId="635"/>
        </pc:sldMkLst>
        <pc:spChg chg="del">
          <ac:chgData name="Clayton Silva" userId="29ef9a7b83f2ddc4" providerId="LiveId" clId="{EA9EBB54-6B1D-472A-8FCD-96542B3A66B4}" dt="2024-08-23T13:34:57.354" v="1145" actId="478"/>
          <ac:spMkLst>
            <pc:docMk/>
            <pc:sldMk cId="365910590" sldId="635"/>
            <ac:spMk id="6" creationId="{E0F121A6-7DA9-CD42-9AB6-6A0B6886186A}"/>
          </ac:spMkLst>
        </pc:spChg>
        <pc:spChg chg="del">
          <ac:chgData name="Clayton Silva" userId="29ef9a7b83f2ddc4" providerId="LiveId" clId="{EA9EBB54-6B1D-472A-8FCD-96542B3A66B4}" dt="2024-08-23T13:34:20.204" v="1138" actId="478"/>
          <ac:spMkLst>
            <pc:docMk/>
            <pc:sldMk cId="365910590" sldId="635"/>
            <ac:spMk id="8" creationId="{B3A3A10C-3208-D3AC-1AF1-3B51795DE072}"/>
          </ac:spMkLst>
        </pc:spChg>
        <pc:spChg chg="add del mod">
          <ac:chgData name="Clayton Silva" userId="29ef9a7b83f2ddc4" providerId="LiveId" clId="{EA9EBB54-6B1D-472A-8FCD-96542B3A66B4}" dt="2024-08-23T13:35:00.455" v="1146" actId="478"/>
          <ac:spMkLst>
            <pc:docMk/>
            <pc:sldMk cId="365910590" sldId="635"/>
            <ac:spMk id="9" creationId="{D935C0E6-60C1-8E50-71B7-5D0F371B4BAB}"/>
          </ac:spMkLst>
        </pc:spChg>
        <pc:picChg chg="add mod modCrop">
          <ac:chgData name="Clayton Silva" userId="29ef9a7b83f2ddc4" providerId="LiveId" clId="{EA9EBB54-6B1D-472A-8FCD-96542B3A66B4}" dt="2024-08-23T13:35:39.094" v="1163" actId="1036"/>
          <ac:picMkLst>
            <pc:docMk/>
            <pc:sldMk cId="365910590" sldId="635"/>
            <ac:picMk id="3" creationId="{28F6156C-31E5-B28C-C6A2-BD115826ED75}"/>
          </ac:picMkLst>
        </pc:picChg>
      </pc:sldChg>
      <pc:sldChg chg="addSp delSp modSp add mod">
        <pc:chgData name="Clayton Silva" userId="29ef9a7b83f2ddc4" providerId="LiveId" clId="{EA9EBB54-6B1D-472A-8FCD-96542B3A66B4}" dt="2024-08-23T13:36:47.923" v="1173" actId="1076"/>
        <pc:sldMkLst>
          <pc:docMk/>
          <pc:sldMk cId="4123883818" sldId="636"/>
        </pc:sldMkLst>
        <pc:picChg chg="del">
          <ac:chgData name="Clayton Silva" userId="29ef9a7b83f2ddc4" providerId="LiveId" clId="{EA9EBB54-6B1D-472A-8FCD-96542B3A66B4}" dt="2024-08-23T13:35:50.693" v="1165" actId="478"/>
          <ac:picMkLst>
            <pc:docMk/>
            <pc:sldMk cId="4123883818" sldId="636"/>
            <ac:picMk id="3" creationId="{28F6156C-31E5-B28C-C6A2-BD115826ED75}"/>
          </ac:picMkLst>
        </pc:picChg>
        <pc:picChg chg="add mod modCrop">
          <ac:chgData name="Clayton Silva" userId="29ef9a7b83f2ddc4" providerId="LiveId" clId="{EA9EBB54-6B1D-472A-8FCD-96542B3A66B4}" dt="2024-08-23T13:36:47.923" v="1173" actId="1076"/>
          <ac:picMkLst>
            <pc:docMk/>
            <pc:sldMk cId="4123883818" sldId="636"/>
            <ac:picMk id="6" creationId="{CD5545FC-5D6D-4151-E13A-83777DAF4998}"/>
          </ac:picMkLst>
        </pc:picChg>
      </pc:sldChg>
      <pc:sldChg chg="addSp delSp modSp new mod modClrScheme chgLayout">
        <pc:chgData name="Clayton Silva" userId="29ef9a7b83f2ddc4" providerId="LiveId" clId="{EA9EBB54-6B1D-472A-8FCD-96542B3A66B4}" dt="2024-08-23T13:58:03.432" v="1537" actId="403"/>
        <pc:sldMkLst>
          <pc:docMk/>
          <pc:sldMk cId="1018080124" sldId="637"/>
        </pc:sldMkLst>
        <pc:spChg chg="del">
          <ac:chgData name="Clayton Silva" userId="29ef9a7b83f2ddc4" providerId="LiveId" clId="{EA9EBB54-6B1D-472A-8FCD-96542B3A66B4}" dt="2024-08-23T13:39:54.907" v="1185" actId="700"/>
          <ac:spMkLst>
            <pc:docMk/>
            <pc:sldMk cId="1018080124" sldId="637"/>
            <ac:spMk id="2" creationId="{A2CB5FB0-3D75-6D93-4088-AD342C09C4DD}"/>
          </ac:spMkLst>
        </pc:spChg>
        <pc:spChg chg="del mod ord">
          <ac:chgData name="Clayton Silva" userId="29ef9a7b83f2ddc4" providerId="LiveId" clId="{EA9EBB54-6B1D-472A-8FCD-96542B3A66B4}" dt="2024-08-23T13:39:54.907" v="1185" actId="700"/>
          <ac:spMkLst>
            <pc:docMk/>
            <pc:sldMk cId="1018080124" sldId="637"/>
            <ac:spMk id="3" creationId="{A9A7504C-B8AB-6870-F984-BA56C9D57390}"/>
          </ac:spMkLst>
        </pc:spChg>
        <pc:spChg chg="del mod ord">
          <ac:chgData name="Clayton Silva" userId="29ef9a7b83f2ddc4" providerId="LiveId" clId="{EA9EBB54-6B1D-472A-8FCD-96542B3A66B4}" dt="2024-08-23T13:39:54.907" v="1185" actId="700"/>
          <ac:spMkLst>
            <pc:docMk/>
            <pc:sldMk cId="1018080124" sldId="637"/>
            <ac:spMk id="4" creationId="{91E4B24F-C82E-BC6B-3EC3-2BFC8AECBE22}"/>
          </ac:spMkLst>
        </pc:spChg>
        <pc:spChg chg="mod ord">
          <ac:chgData name="Clayton Silva" userId="29ef9a7b83f2ddc4" providerId="LiveId" clId="{EA9EBB54-6B1D-472A-8FCD-96542B3A66B4}" dt="2024-08-23T13:39:54.907" v="1185" actId="700"/>
          <ac:spMkLst>
            <pc:docMk/>
            <pc:sldMk cId="1018080124" sldId="637"/>
            <ac:spMk id="5" creationId="{0B19C5B0-95BF-8B6D-6F01-A3427BBC4999}"/>
          </ac:spMkLst>
        </pc:spChg>
        <pc:spChg chg="add mod ord">
          <ac:chgData name="Clayton Silva" userId="29ef9a7b83f2ddc4" providerId="LiveId" clId="{EA9EBB54-6B1D-472A-8FCD-96542B3A66B4}" dt="2024-08-23T13:40:18.925" v="1218" actId="20577"/>
          <ac:spMkLst>
            <pc:docMk/>
            <pc:sldMk cId="1018080124" sldId="637"/>
            <ac:spMk id="6" creationId="{7378F5F1-B1E6-CADF-6304-5AD4B169BA98}"/>
          </ac:spMkLst>
        </pc:spChg>
        <pc:spChg chg="add mod ord">
          <ac:chgData name="Clayton Silva" userId="29ef9a7b83f2ddc4" providerId="LiveId" clId="{EA9EBB54-6B1D-472A-8FCD-96542B3A66B4}" dt="2024-08-23T13:58:03.432" v="1537" actId="403"/>
          <ac:spMkLst>
            <pc:docMk/>
            <pc:sldMk cId="1018080124" sldId="637"/>
            <ac:spMk id="7" creationId="{13539C4C-ADAB-4B1E-1B9F-A9EFB367C0E9}"/>
          </ac:spMkLst>
        </pc:spChg>
      </pc:sldChg>
      <pc:sldChg chg="addSp delSp modSp add mod">
        <pc:chgData name="Clayton Silva" userId="29ef9a7b83f2ddc4" providerId="LiveId" clId="{EA9EBB54-6B1D-472A-8FCD-96542B3A66B4}" dt="2024-08-23T14:16:20.534" v="1668" actId="1038"/>
        <pc:sldMkLst>
          <pc:docMk/>
          <pc:sldMk cId="1218554507" sldId="638"/>
        </pc:sldMkLst>
        <pc:spChg chg="add del mod">
          <ac:chgData name="Clayton Silva" userId="29ef9a7b83f2ddc4" providerId="LiveId" clId="{EA9EBB54-6B1D-472A-8FCD-96542B3A66B4}" dt="2024-08-23T13:50:24.665" v="1426" actId="478"/>
          <ac:spMkLst>
            <pc:docMk/>
            <pc:sldMk cId="1218554507" sldId="638"/>
            <ac:spMk id="3" creationId="{BA964899-1FDF-9D27-B940-1985E8224B35}"/>
          </ac:spMkLst>
        </pc:spChg>
        <pc:spChg chg="del mod">
          <ac:chgData name="Clayton Silva" userId="29ef9a7b83f2ddc4" providerId="LiveId" clId="{EA9EBB54-6B1D-472A-8FCD-96542B3A66B4}" dt="2024-08-23T13:58:08.766" v="1538" actId="478"/>
          <ac:spMkLst>
            <pc:docMk/>
            <pc:sldMk cId="1218554507" sldId="638"/>
            <ac:spMk id="6" creationId="{7378F5F1-B1E6-CADF-6304-5AD4B169BA98}"/>
          </ac:spMkLst>
        </pc:spChg>
        <pc:spChg chg="del">
          <ac:chgData name="Clayton Silva" userId="29ef9a7b83f2ddc4" providerId="LiveId" clId="{EA9EBB54-6B1D-472A-8FCD-96542B3A66B4}" dt="2024-08-23T13:50:19.022" v="1425" actId="478"/>
          <ac:spMkLst>
            <pc:docMk/>
            <pc:sldMk cId="1218554507" sldId="638"/>
            <ac:spMk id="7" creationId="{13539C4C-ADAB-4B1E-1B9F-A9EFB367C0E9}"/>
          </ac:spMkLst>
        </pc:spChg>
        <pc:spChg chg="add del mod">
          <ac:chgData name="Clayton Silva" userId="29ef9a7b83f2ddc4" providerId="LiveId" clId="{EA9EBB54-6B1D-472A-8FCD-96542B3A66B4}" dt="2024-08-23T13:58:11.539" v="1539" actId="478"/>
          <ac:spMkLst>
            <pc:docMk/>
            <pc:sldMk cId="1218554507" sldId="638"/>
            <ac:spMk id="10" creationId="{790E498E-A4EB-84AB-4EBA-253F449D501A}"/>
          </ac:spMkLst>
        </pc:spChg>
        <pc:spChg chg="add mod">
          <ac:chgData name="Clayton Silva" userId="29ef9a7b83f2ddc4" providerId="LiveId" clId="{EA9EBB54-6B1D-472A-8FCD-96542B3A66B4}" dt="2024-08-23T14:00:43.272" v="1652" actId="1035"/>
          <ac:spMkLst>
            <pc:docMk/>
            <pc:sldMk cId="1218554507" sldId="638"/>
            <ac:spMk id="12" creationId="{D90CCAF5-848C-8FD4-5965-7D05D583B61F}"/>
          </ac:spMkLst>
        </pc:spChg>
        <pc:spChg chg="add mod">
          <ac:chgData name="Clayton Silva" userId="29ef9a7b83f2ddc4" providerId="LiveId" clId="{EA9EBB54-6B1D-472A-8FCD-96542B3A66B4}" dt="2024-08-23T14:00:22.325" v="1621"/>
          <ac:spMkLst>
            <pc:docMk/>
            <pc:sldMk cId="1218554507" sldId="638"/>
            <ac:spMk id="13" creationId="{2AC752AD-D2F1-CC5B-4E43-58457D741809}"/>
          </ac:spMkLst>
        </pc:spChg>
        <pc:graphicFrameChg chg="add del modGraphic">
          <ac:chgData name="Clayton Silva" userId="29ef9a7b83f2ddc4" providerId="LiveId" clId="{EA9EBB54-6B1D-472A-8FCD-96542B3A66B4}" dt="2024-08-23T13:51:04.816" v="1428" actId="1032"/>
          <ac:graphicFrameMkLst>
            <pc:docMk/>
            <pc:sldMk cId="1218554507" sldId="638"/>
            <ac:graphicFrameMk id="4" creationId="{22B1167A-D81D-75DA-C55A-8FFFCEEF7BD8}"/>
          </ac:graphicFrameMkLst>
        </pc:graphicFrameChg>
        <pc:graphicFrameChg chg="add mod modGraphic">
          <ac:chgData name="Clayton Silva" userId="29ef9a7b83f2ddc4" providerId="LiveId" clId="{EA9EBB54-6B1D-472A-8FCD-96542B3A66B4}" dt="2024-08-23T14:16:20.534" v="1668" actId="1038"/>
          <ac:graphicFrameMkLst>
            <pc:docMk/>
            <pc:sldMk cId="1218554507" sldId="638"/>
            <ac:graphicFrameMk id="8" creationId="{EB7A7923-51F4-568A-D03D-47C83C524DDE}"/>
          </ac:graphicFrameMkLst>
        </pc:graphicFrameChg>
        <pc:picChg chg="add mod">
          <ac:chgData name="Clayton Silva" userId="29ef9a7b83f2ddc4" providerId="LiveId" clId="{EA9EBB54-6B1D-472A-8FCD-96542B3A66B4}" dt="2024-08-23T14:16:20.534" v="1668" actId="1038"/>
          <ac:picMkLst>
            <pc:docMk/>
            <pc:sldMk cId="1218554507" sldId="638"/>
            <ac:picMk id="15" creationId="{DB4B5B87-CA2F-8A04-EF66-CB3E4F907381}"/>
          </ac:picMkLst>
        </pc:picChg>
      </pc:sldChg>
      <pc:sldChg chg="addSp delSp modSp add mod ord">
        <pc:chgData name="Clayton Silva" userId="29ef9a7b83f2ddc4" providerId="LiveId" clId="{EA9EBB54-6B1D-472A-8FCD-96542B3A66B4}" dt="2024-08-23T14:25:07.446" v="2225" actId="1035"/>
        <pc:sldMkLst>
          <pc:docMk/>
          <pc:sldMk cId="943553559" sldId="639"/>
        </pc:sldMkLst>
        <pc:spChg chg="mod">
          <ac:chgData name="Clayton Silva" userId="29ef9a7b83f2ddc4" providerId="LiveId" clId="{EA9EBB54-6B1D-472A-8FCD-96542B3A66B4}" dt="2024-08-23T14:18:36.519" v="1748" actId="20577"/>
          <ac:spMkLst>
            <pc:docMk/>
            <pc:sldMk cId="943553559" sldId="639"/>
            <ac:spMk id="5" creationId="{158D124B-AB45-07D3-BBD6-3A04F5AAB9C2}"/>
          </ac:spMkLst>
        </pc:spChg>
        <pc:spChg chg="mod">
          <ac:chgData name="Clayton Silva" userId="29ef9a7b83f2ddc4" providerId="LiveId" clId="{EA9EBB54-6B1D-472A-8FCD-96542B3A66B4}" dt="2024-08-23T14:25:03.132" v="2221" actId="14100"/>
          <ac:spMkLst>
            <pc:docMk/>
            <pc:sldMk cId="943553559" sldId="639"/>
            <ac:spMk id="6" creationId="{E0F121A6-7DA9-CD42-9AB6-6A0B6886186A}"/>
          </ac:spMkLst>
        </pc:spChg>
        <pc:spChg chg="add mod">
          <ac:chgData name="Clayton Silva" userId="29ef9a7b83f2ddc4" providerId="LiveId" clId="{EA9EBB54-6B1D-472A-8FCD-96542B3A66B4}" dt="2024-08-23T14:24:57.585" v="2220" actId="1036"/>
          <ac:spMkLst>
            <pc:docMk/>
            <pc:sldMk cId="943553559" sldId="639"/>
            <ac:spMk id="7" creationId="{AF7246A3-54E8-55C5-2FAE-B5A0568B6027}"/>
          </ac:spMkLst>
        </pc:spChg>
        <pc:spChg chg="del">
          <ac:chgData name="Clayton Silva" userId="29ef9a7b83f2ddc4" providerId="LiveId" clId="{EA9EBB54-6B1D-472A-8FCD-96542B3A66B4}" dt="2024-08-23T14:18:40.649" v="1749" actId="478"/>
          <ac:spMkLst>
            <pc:docMk/>
            <pc:sldMk cId="943553559" sldId="639"/>
            <ac:spMk id="8" creationId="{B3A3A10C-3208-D3AC-1AF1-3B51795DE072}"/>
          </ac:spMkLst>
        </pc:spChg>
        <pc:picChg chg="add mod modCrop">
          <ac:chgData name="Clayton Silva" userId="29ef9a7b83f2ddc4" providerId="LiveId" clId="{EA9EBB54-6B1D-472A-8FCD-96542B3A66B4}" dt="2024-08-23T14:25:07.446" v="2225" actId="1035"/>
          <ac:picMkLst>
            <pc:docMk/>
            <pc:sldMk cId="943553559" sldId="639"/>
            <ac:picMk id="3" creationId="{B52FC1A7-5CEF-DD4A-0F09-DF751DBC5D09}"/>
          </ac:picMkLst>
        </pc:picChg>
      </pc:sldChg>
      <pc:sldChg chg="modSp new mod">
        <pc:chgData name="Clayton Silva" userId="29ef9a7b83f2ddc4" providerId="LiveId" clId="{EA9EBB54-6B1D-472A-8FCD-96542B3A66B4}" dt="2024-08-23T14:46:49.943" v="2424" actId="403"/>
        <pc:sldMkLst>
          <pc:docMk/>
          <pc:sldMk cId="1124966249" sldId="640"/>
        </pc:sldMkLst>
        <pc:spChg chg="mod">
          <ac:chgData name="Clayton Silva" userId="29ef9a7b83f2ddc4" providerId="LiveId" clId="{EA9EBB54-6B1D-472A-8FCD-96542B3A66B4}" dt="2024-08-23T14:28:08.554" v="2291" actId="20577"/>
          <ac:spMkLst>
            <pc:docMk/>
            <pc:sldMk cId="1124966249" sldId="640"/>
            <ac:spMk id="2" creationId="{12071F78-3260-C2F4-2F99-54E5C088D1D5}"/>
          </ac:spMkLst>
        </pc:spChg>
        <pc:spChg chg="mod">
          <ac:chgData name="Clayton Silva" userId="29ef9a7b83f2ddc4" providerId="LiveId" clId="{EA9EBB54-6B1D-472A-8FCD-96542B3A66B4}" dt="2024-08-23T14:46:49.943" v="2424" actId="403"/>
          <ac:spMkLst>
            <pc:docMk/>
            <pc:sldMk cId="1124966249" sldId="640"/>
            <ac:spMk id="3" creationId="{7EAD0446-B314-2DC5-E123-B1CE87136E91}"/>
          </ac:spMkLst>
        </pc:spChg>
      </pc:sldChg>
      <pc:sldChg chg="modSp add mod">
        <pc:chgData name="Clayton Silva" userId="29ef9a7b83f2ddc4" providerId="LiveId" clId="{EA9EBB54-6B1D-472A-8FCD-96542B3A66B4}" dt="2024-08-23T14:59:50.052" v="2524" actId="6549"/>
        <pc:sldMkLst>
          <pc:docMk/>
          <pc:sldMk cId="3409226486" sldId="641"/>
        </pc:sldMkLst>
        <pc:spChg chg="mod">
          <ac:chgData name="Clayton Silva" userId="29ef9a7b83f2ddc4" providerId="LiveId" clId="{EA9EBB54-6B1D-472A-8FCD-96542B3A66B4}" dt="2024-08-23T14:59:50.052" v="2524" actId="6549"/>
          <ac:spMkLst>
            <pc:docMk/>
            <pc:sldMk cId="3409226486" sldId="641"/>
            <ac:spMk id="3" creationId="{7EAD0446-B314-2DC5-E123-B1CE87136E91}"/>
          </ac:spMkLst>
        </pc:spChg>
      </pc:sldChg>
      <pc:sldChg chg="modSp new mod">
        <pc:chgData name="Clayton Silva" userId="29ef9a7b83f2ddc4" providerId="LiveId" clId="{EA9EBB54-6B1D-472A-8FCD-96542B3A66B4}" dt="2024-08-23T15:01:13.703" v="2530" actId="20577"/>
        <pc:sldMkLst>
          <pc:docMk/>
          <pc:sldMk cId="3007641498" sldId="642"/>
        </pc:sldMkLst>
        <pc:spChg chg="mod">
          <ac:chgData name="Clayton Silva" userId="29ef9a7b83f2ddc4" providerId="LiveId" clId="{EA9EBB54-6B1D-472A-8FCD-96542B3A66B4}" dt="2024-08-23T15:01:13.703" v="2530" actId="20577"/>
          <ac:spMkLst>
            <pc:docMk/>
            <pc:sldMk cId="3007641498" sldId="642"/>
            <ac:spMk id="2" creationId="{EB94858A-F3AC-0F48-8060-B7567E1FD3C9}"/>
          </ac:spMkLst>
        </pc:spChg>
        <pc:spChg chg="mod">
          <ac:chgData name="Clayton Silva" userId="29ef9a7b83f2ddc4" providerId="LiveId" clId="{EA9EBB54-6B1D-472A-8FCD-96542B3A66B4}" dt="2024-08-23T15:01:04.888" v="2529" actId="113"/>
          <ac:spMkLst>
            <pc:docMk/>
            <pc:sldMk cId="3007641498" sldId="642"/>
            <ac:spMk id="3" creationId="{C37F107A-28DD-2437-E243-A0FBDCBAAE9A}"/>
          </ac:spMkLst>
        </pc:spChg>
      </pc:sldChg>
      <pc:sldChg chg="modSp add mod ord">
        <pc:chgData name="Clayton Silva" userId="29ef9a7b83f2ddc4" providerId="LiveId" clId="{EA9EBB54-6B1D-472A-8FCD-96542B3A66B4}" dt="2024-08-23T15:07:49.492" v="2672" actId="403"/>
        <pc:sldMkLst>
          <pc:docMk/>
          <pc:sldMk cId="2753077715" sldId="643"/>
        </pc:sldMkLst>
        <pc:spChg chg="mod">
          <ac:chgData name="Clayton Silva" userId="29ef9a7b83f2ddc4" providerId="LiveId" clId="{EA9EBB54-6B1D-472A-8FCD-96542B3A66B4}" dt="2024-08-23T15:03:13.503" v="2544" actId="20577"/>
          <ac:spMkLst>
            <pc:docMk/>
            <pc:sldMk cId="2753077715" sldId="643"/>
            <ac:spMk id="2" creationId="{12071F78-3260-C2F4-2F99-54E5C088D1D5}"/>
          </ac:spMkLst>
        </pc:spChg>
        <pc:spChg chg="mod">
          <ac:chgData name="Clayton Silva" userId="29ef9a7b83f2ddc4" providerId="LiveId" clId="{EA9EBB54-6B1D-472A-8FCD-96542B3A66B4}" dt="2024-08-23T15:07:49.492" v="2672" actId="403"/>
          <ac:spMkLst>
            <pc:docMk/>
            <pc:sldMk cId="2753077715" sldId="643"/>
            <ac:spMk id="3" creationId="{7EAD0446-B314-2DC5-E123-B1CE87136E91}"/>
          </ac:spMkLst>
        </pc:spChg>
      </pc:sldChg>
      <pc:sldChg chg="addSp modSp add mod">
        <pc:chgData name="Clayton Silva" userId="29ef9a7b83f2ddc4" providerId="LiveId" clId="{EA9EBB54-6B1D-472A-8FCD-96542B3A66B4}" dt="2024-08-23T15:17:26.995" v="2738" actId="1076"/>
        <pc:sldMkLst>
          <pc:docMk/>
          <pc:sldMk cId="4284453404" sldId="644"/>
        </pc:sldMkLst>
        <pc:spChg chg="mod">
          <ac:chgData name="Clayton Silva" userId="29ef9a7b83f2ddc4" providerId="LiveId" clId="{EA9EBB54-6B1D-472A-8FCD-96542B3A66B4}" dt="2024-08-23T15:16:14.477" v="2717" actId="20577"/>
          <ac:spMkLst>
            <pc:docMk/>
            <pc:sldMk cId="4284453404" sldId="644"/>
            <ac:spMk id="3" creationId="{7EAD0446-B314-2DC5-E123-B1CE87136E91}"/>
          </ac:spMkLst>
        </pc:spChg>
        <pc:spChg chg="add mod">
          <ac:chgData name="Clayton Silva" userId="29ef9a7b83f2ddc4" providerId="LiveId" clId="{EA9EBB54-6B1D-472A-8FCD-96542B3A66B4}" dt="2024-08-23T15:17:26.995" v="2738" actId="1076"/>
          <ac:spMkLst>
            <pc:docMk/>
            <pc:sldMk cId="4284453404" sldId="644"/>
            <ac:spMk id="7" creationId="{75D0F04E-731B-D4EA-F9E9-D2D17925A7FF}"/>
          </ac:spMkLst>
        </pc:spChg>
        <pc:picChg chg="add mod modCrop">
          <ac:chgData name="Clayton Silva" userId="29ef9a7b83f2ddc4" providerId="LiveId" clId="{EA9EBB54-6B1D-472A-8FCD-96542B3A66B4}" dt="2024-08-23T15:16:47.937" v="2725" actId="1076"/>
          <ac:picMkLst>
            <pc:docMk/>
            <pc:sldMk cId="4284453404" sldId="644"/>
            <ac:picMk id="6" creationId="{5230BAA8-79BE-1B1C-3FD6-E47ADD3CCB38}"/>
          </ac:picMkLst>
        </pc:picChg>
      </pc:sldChg>
      <pc:sldChg chg="delSp modSp add mod">
        <pc:chgData name="Clayton Silva" userId="29ef9a7b83f2ddc4" providerId="LiveId" clId="{EA9EBB54-6B1D-472A-8FCD-96542B3A66B4}" dt="2024-08-23T15:21:33.108" v="2819" actId="6549"/>
        <pc:sldMkLst>
          <pc:docMk/>
          <pc:sldMk cId="2937430089" sldId="645"/>
        </pc:sldMkLst>
        <pc:spChg chg="mod">
          <ac:chgData name="Clayton Silva" userId="29ef9a7b83f2ddc4" providerId="LiveId" clId="{EA9EBB54-6B1D-472A-8FCD-96542B3A66B4}" dt="2024-08-23T15:21:33.108" v="2819" actId="6549"/>
          <ac:spMkLst>
            <pc:docMk/>
            <pc:sldMk cId="2937430089" sldId="645"/>
            <ac:spMk id="3" creationId="{7EAD0446-B314-2DC5-E123-B1CE87136E91}"/>
          </ac:spMkLst>
        </pc:spChg>
        <pc:spChg chg="del">
          <ac:chgData name="Clayton Silva" userId="29ef9a7b83f2ddc4" providerId="LiveId" clId="{EA9EBB54-6B1D-472A-8FCD-96542B3A66B4}" dt="2024-08-23T15:18:46.683" v="2741" actId="478"/>
          <ac:spMkLst>
            <pc:docMk/>
            <pc:sldMk cId="2937430089" sldId="645"/>
            <ac:spMk id="7" creationId="{75D0F04E-731B-D4EA-F9E9-D2D17925A7FF}"/>
          </ac:spMkLst>
        </pc:spChg>
        <pc:picChg chg="del">
          <ac:chgData name="Clayton Silva" userId="29ef9a7b83f2ddc4" providerId="LiveId" clId="{EA9EBB54-6B1D-472A-8FCD-96542B3A66B4}" dt="2024-08-23T15:18:44.199" v="2740" actId="478"/>
          <ac:picMkLst>
            <pc:docMk/>
            <pc:sldMk cId="2937430089" sldId="645"/>
            <ac:picMk id="6" creationId="{5230BAA8-79BE-1B1C-3FD6-E47ADD3CCB38}"/>
          </ac:picMkLst>
        </pc:picChg>
      </pc:sldChg>
      <pc:sldChg chg="addSp delSp modSp add mod setBg">
        <pc:chgData name="Clayton Silva" userId="29ef9a7b83f2ddc4" providerId="LiveId" clId="{EA9EBB54-6B1D-472A-8FCD-96542B3A66B4}" dt="2024-08-23T15:26:30.041" v="2825" actId="962"/>
        <pc:sldMkLst>
          <pc:docMk/>
          <pc:sldMk cId="1124794386" sldId="646"/>
        </pc:sldMkLst>
        <pc:spChg chg="mod">
          <ac:chgData name="Clayton Silva" userId="29ef9a7b83f2ddc4" providerId="LiveId" clId="{EA9EBB54-6B1D-472A-8FCD-96542B3A66B4}" dt="2024-08-23T15:26:25.216" v="2823" actId="26606"/>
          <ac:spMkLst>
            <pc:docMk/>
            <pc:sldMk cId="1124794386" sldId="646"/>
            <ac:spMk id="2" creationId="{12071F78-3260-C2F4-2F99-54E5C088D1D5}"/>
          </ac:spMkLst>
        </pc:spChg>
        <pc:spChg chg="del">
          <ac:chgData name="Clayton Silva" userId="29ef9a7b83f2ddc4" providerId="LiveId" clId="{EA9EBB54-6B1D-472A-8FCD-96542B3A66B4}" dt="2024-08-23T15:26:16.856" v="2821" actId="478"/>
          <ac:spMkLst>
            <pc:docMk/>
            <pc:sldMk cId="1124794386" sldId="646"/>
            <ac:spMk id="3" creationId="{7EAD0446-B314-2DC5-E123-B1CE87136E91}"/>
          </ac:spMkLst>
        </pc:spChg>
        <pc:spChg chg="mod ord">
          <ac:chgData name="Clayton Silva" userId="29ef9a7b83f2ddc4" providerId="LiveId" clId="{EA9EBB54-6B1D-472A-8FCD-96542B3A66B4}" dt="2024-08-23T15:26:25.216" v="2823" actId="26606"/>
          <ac:spMkLst>
            <pc:docMk/>
            <pc:sldMk cId="1124794386" sldId="646"/>
            <ac:spMk id="4" creationId="{3AACA8F8-0F37-FD58-6D83-E220AC4ED446}"/>
          </ac:spMkLst>
        </pc:spChg>
        <pc:spChg chg="add del mod">
          <ac:chgData name="Clayton Silva" userId="29ef9a7b83f2ddc4" providerId="LiveId" clId="{EA9EBB54-6B1D-472A-8FCD-96542B3A66B4}" dt="2024-08-23T15:26:20.075" v="2822"/>
          <ac:spMkLst>
            <pc:docMk/>
            <pc:sldMk cId="1124794386" sldId="646"/>
            <ac:spMk id="6" creationId="{48EED29A-89CC-6F01-69FC-FA825A6D9FEA}"/>
          </ac:spMkLst>
        </pc:spChg>
        <pc:spChg chg="add">
          <ac:chgData name="Clayton Silva" userId="29ef9a7b83f2ddc4" providerId="LiveId" clId="{EA9EBB54-6B1D-472A-8FCD-96542B3A66B4}" dt="2024-08-23T15:26:25.216" v="2823" actId="26606"/>
          <ac:spMkLst>
            <pc:docMk/>
            <pc:sldMk cId="1124794386" sldId="646"/>
            <ac:spMk id="1031" creationId="{5DCB5928-DC7D-4612-9922-441966E15627}"/>
          </ac:spMkLst>
        </pc:spChg>
        <pc:spChg chg="add">
          <ac:chgData name="Clayton Silva" userId="29ef9a7b83f2ddc4" providerId="LiveId" clId="{EA9EBB54-6B1D-472A-8FCD-96542B3A66B4}" dt="2024-08-23T15:26:25.216" v="2823" actId="26606"/>
          <ac:spMkLst>
            <pc:docMk/>
            <pc:sldMk cId="1124794386" sldId="646"/>
            <ac:spMk id="1033" creationId="{682C1161-1736-45EC-99B7-33F3CAE9D517}"/>
          </ac:spMkLst>
        </pc:spChg>
        <pc:spChg chg="add">
          <ac:chgData name="Clayton Silva" userId="29ef9a7b83f2ddc4" providerId="LiveId" clId="{EA9EBB54-6B1D-472A-8FCD-96542B3A66B4}" dt="2024-08-23T15:26:25.216" v="2823" actId="26606"/>
          <ac:spMkLst>
            <pc:docMk/>
            <pc:sldMk cId="1124794386" sldId="646"/>
            <ac:spMk id="1035" creationId="{84D4DDB8-B68F-45B0-9F62-C4279996F672}"/>
          </ac:spMkLst>
        </pc:spChg>
        <pc:spChg chg="add">
          <ac:chgData name="Clayton Silva" userId="29ef9a7b83f2ddc4" providerId="LiveId" clId="{EA9EBB54-6B1D-472A-8FCD-96542B3A66B4}" dt="2024-08-23T15:26:25.216" v="2823" actId="26606"/>
          <ac:spMkLst>
            <pc:docMk/>
            <pc:sldMk cId="1124794386" sldId="646"/>
            <ac:spMk id="1037" creationId="{AF2F604E-43BE-4DC3-B983-E071523364F8}"/>
          </ac:spMkLst>
        </pc:spChg>
        <pc:spChg chg="add">
          <ac:chgData name="Clayton Silva" userId="29ef9a7b83f2ddc4" providerId="LiveId" clId="{EA9EBB54-6B1D-472A-8FCD-96542B3A66B4}" dt="2024-08-23T15:26:25.216" v="2823" actId="26606"/>
          <ac:spMkLst>
            <pc:docMk/>
            <pc:sldMk cId="1124794386" sldId="646"/>
            <ac:spMk id="1039" creationId="{08C9B587-E65E-4B52-B37C-ABEBB6E87928}"/>
          </ac:spMkLst>
        </pc:spChg>
        <pc:picChg chg="add mod">
          <ac:chgData name="Clayton Silva" userId="29ef9a7b83f2ddc4" providerId="LiveId" clId="{EA9EBB54-6B1D-472A-8FCD-96542B3A66B4}" dt="2024-08-23T15:26:30.041" v="2825" actId="962"/>
          <ac:picMkLst>
            <pc:docMk/>
            <pc:sldMk cId="1124794386" sldId="646"/>
            <ac:picMk id="1026" creationId="{5B45EA4C-1055-EA71-7D90-82F6A9E37939}"/>
          </ac:picMkLst>
        </pc:picChg>
      </pc:sldChg>
      <pc:sldChg chg="addSp delSp modSp add mod ord">
        <pc:chgData name="Clayton Silva" userId="29ef9a7b83f2ddc4" providerId="LiveId" clId="{EA9EBB54-6B1D-472A-8FCD-96542B3A66B4}" dt="2024-08-23T15:28:36.799" v="2856" actId="26606"/>
        <pc:sldMkLst>
          <pc:docMk/>
          <pc:sldMk cId="4212398504" sldId="647"/>
        </pc:sldMkLst>
        <pc:spChg chg="mod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4" creationId="{4D95FF0F-F271-48E7-A204-C5656918B6A3}"/>
          </ac:spMkLst>
        </pc:spChg>
        <pc:spChg chg="mod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6" creationId="{AB5B4A18-F13B-4442-AE35-C5DB313C2CC4}"/>
          </ac:spMkLst>
        </pc:spChg>
        <pc:spChg chg="del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51" creationId="{E91DC736-0EF8-4F87-9146-EBF1D2EE4D3D}"/>
          </ac:spMkLst>
        </pc:spChg>
        <pc:spChg chg="del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53" creationId="{097CD68E-23E3-4007-8847-CD0944C4F7BE}"/>
          </ac:spMkLst>
        </pc:spChg>
        <pc:spChg chg="del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55" creationId="{AF2F604E-43BE-4DC3-B983-E071523364F8}"/>
          </ac:spMkLst>
        </pc:spChg>
        <pc:spChg chg="del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57" creationId="{08C9B587-E65E-4B52-B37C-ABEBB6E87928}"/>
          </ac:spMkLst>
        </pc:spChg>
        <pc:spChg chg="add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62" creationId="{55666830-9A19-4E01-8505-D6C7F9AC5665}"/>
          </ac:spMkLst>
        </pc:spChg>
        <pc:spChg chg="add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64" creationId="{AE9FC877-7FB6-4D22-9988-35420644E202}"/>
          </ac:spMkLst>
        </pc:spChg>
        <pc:spChg chg="add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66" creationId="{E41809D1-F12E-46BB-B804-5F209D325E8B}"/>
          </ac:spMkLst>
        </pc:spChg>
        <pc:spChg chg="add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68" creationId="{AF2F604E-43BE-4DC3-B983-E071523364F8}"/>
          </ac:spMkLst>
        </pc:spChg>
        <pc:spChg chg="add">
          <ac:chgData name="Clayton Silva" userId="29ef9a7b83f2ddc4" providerId="LiveId" clId="{EA9EBB54-6B1D-472A-8FCD-96542B3A66B4}" dt="2024-08-23T15:28:36.799" v="2856" actId="26606"/>
          <ac:spMkLst>
            <pc:docMk/>
            <pc:sldMk cId="4212398504" sldId="647"/>
            <ac:spMk id="70" creationId="{08C9B587-E65E-4B52-B37C-ABEBB6E87928}"/>
          </ac:spMkLst>
        </pc:spChg>
        <pc:picChg chg="mod">
          <ac:chgData name="Clayton Silva" userId="29ef9a7b83f2ddc4" providerId="LiveId" clId="{EA9EBB54-6B1D-472A-8FCD-96542B3A66B4}" dt="2024-08-23T15:28:36.799" v="2856" actId="26606"/>
          <ac:picMkLst>
            <pc:docMk/>
            <pc:sldMk cId="4212398504" sldId="647"/>
            <ac:picMk id="8" creationId="{5976A124-2A17-44A5-AD4C-4BE6C0E5A92D}"/>
          </ac:picMkLst>
        </pc:picChg>
      </pc:sldChg>
      <pc:sldChg chg="modSp new mod">
        <pc:chgData name="Clayton Silva" userId="29ef9a7b83f2ddc4" providerId="LiveId" clId="{EA9EBB54-6B1D-472A-8FCD-96542B3A66B4}" dt="2024-08-23T18:12:58.854" v="3416" actId="20577"/>
        <pc:sldMkLst>
          <pc:docMk/>
          <pc:sldMk cId="3374943490" sldId="648"/>
        </pc:sldMkLst>
        <pc:spChg chg="mod">
          <ac:chgData name="Clayton Silva" userId="29ef9a7b83f2ddc4" providerId="LiveId" clId="{EA9EBB54-6B1D-472A-8FCD-96542B3A66B4}" dt="2024-08-23T18:12:58.854" v="3416" actId="20577"/>
          <ac:spMkLst>
            <pc:docMk/>
            <pc:sldMk cId="3374943490" sldId="648"/>
            <ac:spMk id="2" creationId="{1CE725BA-238F-79CF-B85E-64F63BFF1BDA}"/>
          </ac:spMkLst>
        </pc:spChg>
        <pc:spChg chg="mod">
          <ac:chgData name="Clayton Silva" userId="29ef9a7b83f2ddc4" providerId="LiveId" clId="{EA9EBB54-6B1D-472A-8FCD-96542B3A66B4}" dt="2024-08-23T16:18:55.679" v="3286" actId="20577"/>
          <ac:spMkLst>
            <pc:docMk/>
            <pc:sldMk cId="3374943490" sldId="648"/>
            <ac:spMk id="3" creationId="{951F3B33-798A-C5E0-7E8F-597821712C83}"/>
          </ac:spMkLst>
        </pc:spChg>
      </pc:sldChg>
      <pc:sldChg chg="modSp add mod">
        <pc:chgData name="Clayton Silva" userId="29ef9a7b83f2ddc4" providerId="LiveId" clId="{EA9EBB54-6B1D-472A-8FCD-96542B3A66B4}" dt="2024-08-23T18:31:24.959" v="3583" actId="20577"/>
        <pc:sldMkLst>
          <pc:docMk/>
          <pc:sldMk cId="3759242846" sldId="649"/>
        </pc:sldMkLst>
        <pc:spChg chg="mod">
          <ac:chgData name="Clayton Silva" userId="29ef9a7b83f2ddc4" providerId="LiveId" clId="{EA9EBB54-6B1D-472A-8FCD-96542B3A66B4}" dt="2024-08-23T18:13:24.017" v="3423" actId="20577"/>
          <ac:spMkLst>
            <pc:docMk/>
            <pc:sldMk cId="3759242846" sldId="649"/>
            <ac:spMk id="2" creationId="{1CE725BA-238F-79CF-B85E-64F63BFF1BDA}"/>
          </ac:spMkLst>
        </pc:spChg>
        <pc:spChg chg="mod">
          <ac:chgData name="Clayton Silva" userId="29ef9a7b83f2ddc4" providerId="LiveId" clId="{EA9EBB54-6B1D-472A-8FCD-96542B3A66B4}" dt="2024-08-23T18:31:24.959" v="3583" actId="20577"/>
          <ac:spMkLst>
            <pc:docMk/>
            <pc:sldMk cId="3759242846" sldId="649"/>
            <ac:spMk id="3" creationId="{951F3B33-798A-C5E0-7E8F-597821712C83}"/>
          </ac:spMkLst>
        </pc:spChg>
      </pc:sldChg>
      <pc:sldChg chg="addSp delSp modSp new mod ord">
        <pc:chgData name="Clayton Silva" userId="29ef9a7b83f2ddc4" providerId="LiveId" clId="{EA9EBB54-6B1D-472A-8FCD-96542B3A66B4}" dt="2024-08-23T18:12:45.243" v="3413"/>
        <pc:sldMkLst>
          <pc:docMk/>
          <pc:sldMk cId="269236320" sldId="650"/>
        </pc:sldMkLst>
        <pc:spChg chg="mod">
          <ac:chgData name="Clayton Silva" userId="29ef9a7b83f2ddc4" providerId="LiveId" clId="{EA9EBB54-6B1D-472A-8FCD-96542B3A66B4}" dt="2024-08-23T16:12:54.090" v="3106" actId="20577"/>
          <ac:spMkLst>
            <pc:docMk/>
            <pc:sldMk cId="269236320" sldId="650"/>
            <ac:spMk id="2" creationId="{2C5E570A-9B2B-CA0E-345E-EB218CD3E831}"/>
          </ac:spMkLst>
        </pc:spChg>
        <pc:spChg chg="del">
          <ac:chgData name="Clayton Silva" userId="29ef9a7b83f2ddc4" providerId="LiveId" clId="{EA9EBB54-6B1D-472A-8FCD-96542B3A66B4}" dt="2024-08-23T16:13:10.008" v="3107" actId="1032"/>
          <ac:spMkLst>
            <pc:docMk/>
            <pc:sldMk cId="269236320" sldId="650"/>
            <ac:spMk id="3" creationId="{6B142C5C-F15A-97EE-0C7C-BB72FBC8728C}"/>
          </ac:spMkLst>
        </pc:spChg>
        <pc:graphicFrameChg chg="add mod modGraphic">
          <ac:chgData name="Clayton Silva" userId="29ef9a7b83f2ddc4" providerId="LiveId" clId="{EA9EBB54-6B1D-472A-8FCD-96542B3A66B4}" dt="2024-08-23T16:15:29.383" v="3247" actId="20577"/>
          <ac:graphicFrameMkLst>
            <pc:docMk/>
            <pc:sldMk cId="269236320" sldId="650"/>
            <ac:graphicFrameMk id="5" creationId="{00A52305-7943-2317-3674-1B6D6B3E800B}"/>
          </ac:graphicFrameMkLst>
        </pc:graphicFrameChg>
      </pc:sldChg>
      <pc:sldChg chg="modSp add mod">
        <pc:chgData name="Clayton Silva" userId="29ef9a7b83f2ddc4" providerId="LiveId" clId="{EA9EBB54-6B1D-472A-8FCD-96542B3A66B4}" dt="2024-08-23T18:13:04.994" v="3419" actId="20577"/>
        <pc:sldMkLst>
          <pc:docMk/>
          <pc:sldMk cId="3072289732" sldId="651"/>
        </pc:sldMkLst>
        <pc:spChg chg="mod">
          <ac:chgData name="Clayton Silva" userId="29ef9a7b83f2ddc4" providerId="LiveId" clId="{EA9EBB54-6B1D-472A-8FCD-96542B3A66B4}" dt="2024-08-23T18:13:04.994" v="3419" actId="20577"/>
          <ac:spMkLst>
            <pc:docMk/>
            <pc:sldMk cId="3072289732" sldId="651"/>
            <ac:spMk id="2" creationId="{1CE725BA-238F-79CF-B85E-64F63BFF1BDA}"/>
          </ac:spMkLst>
        </pc:spChg>
        <pc:spChg chg="mod">
          <ac:chgData name="Clayton Silva" userId="29ef9a7b83f2ddc4" providerId="LiveId" clId="{EA9EBB54-6B1D-472A-8FCD-96542B3A66B4}" dt="2024-08-23T16:19:19.145" v="3322" actId="113"/>
          <ac:spMkLst>
            <pc:docMk/>
            <pc:sldMk cId="3072289732" sldId="651"/>
            <ac:spMk id="3" creationId="{951F3B33-798A-C5E0-7E8F-597821712C83}"/>
          </ac:spMkLst>
        </pc:spChg>
      </pc:sldChg>
      <pc:sldChg chg="addSp delSp modSp add mod">
        <pc:chgData name="Clayton Silva" userId="29ef9a7b83f2ddc4" providerId="LiveId" clId="{EA9EBB54-6B1D-472A-8FCD-96542B3A66B4}" dt="2024-08-23T18:13:31.314" v="3426" actId="20577"/>
        <pc:sldMkLst>
          <pc:docMk/>
          <pc:sldMk cId="4200452325" sldId="652"/>
        </pc:sldMkLst>
        <pc:spChg chg="mod">
          <ac:chgData name="Clayton Silva" userId="29ef9a7b83f2ddc4" providerId="LiveId" clId="{EA9EBB54-6B1D-472A-8FCD-96542B3A66B4}" dt="2024-08-23T18:13:31.314" v="3426" actId="20577"/>
          <ac:spMkLst>
            <pc:docMk/>
            <pc:sldMk cId="4200452325" sldId="652"/>
            <ac:spMk id="2" creationId="{1CE725BA-238F-79CF-B85E-64F63BFF1BDA}"/>
          </ac:spMkLst>
        </pc:spChg>
        <pc:spChg chg="del">
          <ac:chgData name="Clayton Silva" userId="29ef9a7b83f2ddc4" providerId="LiveId" clId="{EA9EBB54-6B1D-472A-8FCD-96542B3A66B4}" dt="2024-08-23T16:21:40.134" v="3324" actId="478"/>
          <ac:spMkLst>
            <pc:docMk/>
            <pc:sldMk cId="4200452325" sldId="652"/>
            <ac:spMk id="3" creationId="{951F3B33-798A-C5E0-7E8F-597821712C83}"/>
          </ac:spMkLst>
        </pc:spChg>
        <pc:spChg chg="add del mod">
          <ac:chgData name="Clayton Silva" userId="29ef9a7b83f2ddc4" providerId="LiveId" clId="{EA9EBB54-6B1D-472A-8FCD-96542B3A66B4}" dt="2024-08-23T16:21:42.098" v="3325" actId="478"/>
          <ac:spMkLst>
            <pc:docMk/>
            <pc:sldMk cId="4200452325" sldId="652"/>
            <ac:spMk id="6" creationId="{1AF95786-A666-EB95-3480-B7397CB52D2C}"/>
          </ac:spMkLst>
        </pc:spChg>
        <pc:spChg chg="add mod">
          <ac:chgData name="Clayton Silva" userId="29ef9a7b83f2ddc4" providerId="LiveId" clId="{EA9EBB54-6B1D-472A-8FCD-96542B3A66B4}" dt="2024-08-23T16:22:41.745" v="3411" actId="1037"/>
          <ac:spMkLst>
            <pc:docMk/>
            <pc:sldMk cId="4200452325" sldId="652"/>
            <ac:spMk id="9" creationId="{FD108B23-F2DD-DB10-5FDE-6661F69C7E34}"/>
          </ac:spMkLst>
        </pc:spChg>
        <pc:picChg chg="add mod">
          <ac:chgData name="Clayton Silva" userId="29ef9a7b83f2ddc4" providerId="LiveId" clId="{EA9EBB54-6B1D-472A-8FCD-96542B3A66B4}" dt="2024-08-23T16:21:59.670" v="3330" actId="1076"/>
          <ac:picMkLst>
            <pc:docMk/>
            <pc:sldMk cId="4200452325" sldId="652"/>
            <ac:picMk id="8" creationId="{3737398A-B33B-A4D6-82B4-4E79B7749C5D}"/>
          </ac:picMkLst>
        </pc:picChg>
      </pc:sldChg>
      <pc:sldChg chg="modSp add mod">
        <pc:chgData name="Clayton Silva" userId="29ef9a7b83f2ddc4" providerId="LiveId" clId="{EA9EBB54-6B1D-472A-8FCD-96542B3A66B4}" dt="2024-08-23T18:15:05.394" v="3434" actId="207"/>
        <pc:sldMkLst>
          <pc:docMk/>
          <pc:sldMk cId="2136481304" sldId="653"/>
        </pc:sldMkLst>
        <pc:graphicFrameChg chg="mod modGraphic">
          <ac:chgData name="Clayton Silva" userId="29ef9a7b83f2ddc4" providerId="LiveId" clId="{EA9EBB54-6B1D-472A-8FCD-96542B3A66B4}" dt="2024-08-23T18:15:05.394" v="3434" actId="207"/>
          <ac:graphicFrameMkLst>
            <pc:docMk/>
            <pc:sldMk cId="2136481304" sldId="653"/>
            <ac:graphicFrameMk id="5" creationId="{00A52305-7943-2317-3674-1B6D6B3E800B}"/>
          </ac:graphicFrameMkLst>
        </pc:graphicFrameChg>
      </pc:sldChg>
      <pc:sldChg chg="modSp add mod">
        <pc:chgData name="Clayton Silva" userId="29ef9a7b83f2ddc4" providerId="LiveId" clId="{EA9EBB54-6B1D-472A-8FCD-96542B3A66B4}" dt="2024-08-23T18:14:33.186" v="3430" actId="207"/>
        <pc:sldMkLst>
          <pc:docMk/>
          <pc:sldMk cId="2350908644" sldId="654"/>
        </pc:sldMkLst>
        <pc:graphicFrameChg chg="mod modGraphic">
          <ac:chgData name="Clayton Silva" userId="29ef9a7b83f2ddc4" providerId="LiveId" clId="{EA9EBB54-6B1D-472A-8FCD-96542B3A66B4}" dt="2024-08-23T18:14:33.186" v="3430" actId="207"/>
          <ac:graphicFrameMkLst>
            <pc:docMk/>
            <pc:sldMk cId="2350908644" sldId="654"/>
            <ac:graphicFrameMk id="5" creationId="{00A52305-7943-2317-3674-1B6D6B3E800B}"/>
          </ac:graphicFrameMkLst>
        </pc:graphicFrameChg>
      </pc:sldChg>
      <pc:sldChg chg="modSp add mod">
        <pc:chgData name="Clayton Silva" userId="29ef9a7b83f2ddc4" providerId="LiveId" clId="{EA9EBB54-6B1D-472A-8FCD-96542B3A66B4}" dt="2024-08-23T18:15:58.614" v="3441" actId="207"/>
        <pc:sldMkLst>
          <pc:docMk/>
          <pc:sldMk cId="1616531548" sldId="655"/>
        </pc:sldMkLst>
        <pc:graphicFrameChg chg="mod modGraphic">
          <ac:chgData name="Clayton Silva" userId="29ef9a7b83f2ddc4" providerId="LiveId" clId="{EA9EBB54-6B1D-472A-8FCD-96542B3A66B4}" dt="2024-08-23T18:15:58.614" v="3441" actId="207"/>
          <ac:graphicFrameMkLst>
            <pc:docMk/>
            <pc:sldMk cId="1616531548" sldId="655"/>
            <ac:graphicFrameMk id="5" creationId="{00A52305-7943-2317-3674-1B6D6B3E800B}"/>
          </ac:graphicFrameMkLst>
        </pc:graphicFrameChg>
      </pc:sldChg>
      <pc:sldChg chg="addSp delSp modSp add del mod ord">
        <pc:chgData name="Clayton Silva" userId="29ef9a7b83f2ddc4" providerId="LiveId" clId="{EA9EBB54-6B1D-472A-8FCD-96542B3A66B4}" dt="2024-08-23T18:34:03.135" v="3590" actId="47"/>
        <pc:sldMkLst>
          <pc:docMk/>
          <pc:sldMk cId="332644472" sldId="656"/>
        </pc:sldMkLst>
        <pc:spChg chg="mod">
          <ac:chgData name="Clayton Silva" userId="29ef9a7b83f2ddc4" providerId="LiveId" clId="{EA9EBB54-6B1D-472A-8FCD-96542B3A66B4}" dt="2024-08-23T18:17:18.870" v="3468" actId="20577"/>
          <ac:spMkLst>
            <pc:docMk/>
            <pc:sldMk cId="332644472" sldId="656"/>
            <ac:spMk id="2" creationId="{1CE725BA-238F-79CF-B85E-64F63BFF1BDA}"/>
          </ac:spMkLst>
        </pc:spChg>
        <pc:spChg chg="del">
          <ac:chgData name="Clayton Silva" userId="29ef9a7b83f2ddc4" providerId="LiveId" clId="{EA9EBB54-6B1D-472A-8FCD-96542B3A66B4}" dt="2024-08-23T18:17:25.082" v="3470" actId="478"/>
          <ac:spMkLst>
            <pc:docMk/>
            <pc:sldMk cId="332644472" sldId="656"/>
            <ac:spMk id="9" creationId="{FD108B23-F2DD-DB10-5FDE-6661F69C7E34}"/>
          </ac:spMkLst>
        </pc:spChg>
        <pc:picChg chg="add del mod modCrop">
          <ac:chgData name="Clayton Silva" userId="29ef9a7b83f2ddc4" providerId="LiveId" clId="{EA9EBB54-6B1D-472A-8FCD-96542B3A66B4}" dt="2024-08-23T18:29:45.461" v="3571" actId="478"/>
          <ac:picMkLst>
            <pc:docMk/>
            <pc:sldMk cId="332644472" sldId="656"/>
            <ac:picMk id="5" creationId="{09963979-D673-84AF-4900-97AF61992D88}"/>
          </ac:picMkLst>
        </pc:picChg>
        <pc:picChg chg="del">
          <ac:chgData name="Clayton Silva" userId="29ef9a7b83f2ddc4" providerId="LiveId" clId="{EA9EBB54-6B1D-472A-8FCD-96542B3A66B4}" dt="2024-08-23T18:17:21.591" v="3469" actId="478"/>
          <ac:picMkLst>
            <pc:docMk/>
            <pc:sldMk cId="332644472" sldId="656"/>
            <ac:picMk id="8" creationId="{3737398A-B33B-A4D6-82B4-4E79B7749C5D}"/>
          </ac:picMkLst>
        </pc:picChg>
        <pc:picChg chg="add mod">
          <ac:chgData name="Clayton Silva" userId="29ef9a7b83f2ddc4" providerId="LiveId" clId="{EA9EBB54-6B1D-472A-8FCD-96542B3A66B4}" dt="2024-08-23T18:29:58.353" v="3575" actId="1076"/>
          <ac:picMkLst>
            <pc:docMk/>
            <pc:sldMk cId="332644472" sldId="656"/>
            <ac:picMk id="2050" creationId="{D4B2DCF9-8A4D-54B7-CA60-B7C9A3567D51}"/>
          </ac:picMkLst>
        </pc:picChg>
      </pc:sldChg>
      <pc:sldChg chg="modSp add mod">
        <pc:chgData name="Clayton Silva" userId="29ef9a7b83f2ddc4" providerId="LiveId" clId="{EA9EBB54-6B1D-472A-8FCD-96542B3A66B4}" dt="2024-08-23T18:18:45.431" v="3484" actId="207"/>
        <pc:sldMkLst>
          <pc:docMk/>
          <pc:sldMk cId="3573576456" sldId="657"/>
        </pc:sldMkLst>
        <pc:graphicFrameChg chg="mod modGraphic">
          <ac:chgData name="Clayton Silva" userId="29ef9a7b83f2ddc4" providerId="LiveId" clId="{EA9EBB54-6B1D-472A-8FCD-96542B3A66B4}" dt="2024-08-23T18:18:45.431" v="3484" actId="207"/>
          <ac:graphicFrameMkLst>
            <pc:docMk/>
            <pc:sldMk cId="3573576456" sldId="657"/>
            <ac:graphicFrameMk id="5" creationId="{00A52305-7943-2317-3674-1B6D6B3E800B}"/>
          </ac:graphicFrameMkLst>
        </pc:graphicFrameChg>
      </pc:sldChg>
      <pc:sldChg chg="modSp add mod">
        <pc:chgData name="Clayton Silva" userId="29ef9a7b83f2ddc4" providerId="LiveId" clId="{EA9EBB54-6B1D-472A-8FCD-96542B3A66B4}" dt="2024-08-23T18:22:14.152" v="3532" actId="20577"/>
        <pc:sldMkLst>
          <pc:docMk/>
          <pc:sldMk cId="2757835066" sldId="658"/>
        </pc:sldMkLst>
        <pc:spChg chg="mod">
          <ac:chgData name="Clayton Silva" userId="29ef9a7b83f2ddc4" providerId="LiveId" clId="{EA9EBB54-6B1D-472A-8FCD-96542B3A66B4}" dt="2024-08-23T18:19:23.871" v="3512" actId="20577"/>
          <ac:spMkLst>
            <pc:docMk/>
            <pc:sldMk cId="2757835066" sldId="658"/>
            <ac:spMk id="2" creationId="{1CE725BA-238F-79CF-B85E-64F63BFF1BDA}"/>
          </ac:spMkLst>
        </pc:spChg>
        <pc:spChg chg="mod">
          <ac:chgData name="Clayton Silva" userId="29ef9a7b83f2ddc4" providerId="LiveId" clId="{EA9EBB54-6B1D-472A-8FCD-96542B3A66B4}" dt="2024-08-23T18:22:14.152" v="3532" actId="20577"/>
          <ac:spMkLst>
            <pc:docMk/>
            <pc:sldMk cId="2757835066" sldId="658"/>
            <ac:spMk id="3" creationId="{951F3B33-798A-C5E0-7E8F-597821712C83}"/>
          </ac:spMkLst>
        </pc:spChg>
      </pc:sldChg>
      <pc:sldChg chg="modSp add mod">
        <pc:chgData name="Clayton Silva" userId="29ef9a7b83f2ddc4" providerId="LiveId" clId="{EA9EBB54-6B1D-472A-8FCD-96542B3A66B4}" dt="2024-08-23T19:16:16.864" v="3784" actId="113"/>
        <pc:sldMkLst>
          <pc:docMk/>
          <pc:sldMk cId="17002752" sldId="659"/>
        </pc:sldMkLst>
        <pc:spChg chg="mod">
          <ac:chgData name="Clayton Silva" userId="29ef9a7b83f2ddc4" providerId="LiveId" clId="{EA9EBB54-6B1D-472A-8FCD-96542B3A66B4}" dt="2024-08-23T19:16:16.864" v="3784" actId="113"/>
          <ac:spMkLst>
            <pc:docMk/>
            <pc:sldMk cId="17002752" sldId="659"/>
            <ac:spMk id="3" creationId="{951F3B33-798A-C5E0-7E8F-597821712C83}"/>
          </ac:spMkLst>
        </pc:spChg>
      </pc:sldChg>
      <pc:sldChg chg="addSp delSp modSp add mod ord">
        <pc:chgData name="Clayton Silva" userId="29ef9a7b83f2ddc4" providerId="LiveId" clId="{EA9EBB54-6B1D-472A-8FCD-96542B3A66B4}" dt="2024-08-23T18:33:59.885" v="3589" actId="1076"/>
        <pc:sldMkLst>
          <pc:docMk/>
          <pc:sldMk cId="2055556766" sldId="660"/>
        </pc:sldMkLst>
        <pc:spChg chg="del">
          <ac:chgData name="Clayton Silva" userId="29ef9a7b83f2ddc4" providerId="LiveId" clId="{EA9EBB54-6B1D-472A-8FCD-96542B3A66B4}" dt="2024-08-23T18:30:32.225" v="3579" actId="478"/>
          <ac:spMkLst>
            <pc:docMk/>
            <pc:sldMk cId="2055556766" sldId="660"/>
            <ac:spMk id="2" creationId="{1CE725BA-238F-79CF-B85E-64F63BFF1BDA}"/>
          </ac:spMkLst>
        </pc:spChg>
        <pc:spChg chg="mod">
          <ac:chgData name="Clayton Silva" userId="29ef9a7b83f2ddc4" providerId="LiveId" clId="{EA9EBB54-6B1D-472A-8FCD-96542B3A66B4}" dt="2024-08-23T18:33:36.657" v="3586" actId="6549"/>
          <ac:spMkLst>
            <pc:docMk/>
            <pc:sldMk cId="2055556766" sldId="660"/>
            <ac:spMk id="3" creationId="{951F3B33-798A-C5E0-7E8F-597821712C83}"/>
          </ac:spMkLst>
        </pc:spChg>
        <pc:spChg chg="add del mod">
          <ac:chgData name="Clayton Silva" userId="29ef9a7b83f2ddc4" providerId="LiveId" clId="{EA9EBB54-6B1D-472A-8FCD-96542B3A66B4}" dt="2024-08-23T18:30:34.924" v="3580" actId="478"/>
          <ac:spMkLst>
            <pc:docMk/>
            <pc:sldMk cId="2055556766" sldId="660"/>
            <ac:spMk id="6" creationId="{03B7D4D2-2359-D1A2-C22F-056D422499F1}"/>
          </ac:spMkLst>
        </pc:spChg>
        <pc:spChg chg="add mod">
          <ac:chgData name="Clayton Silva" userId="29ef9a7b83f2ddc4" providerId="LiveId" clId="{EA9EBB54-6B1D-472A-8FCD-96542B3A66B4}" dt="2024-08-23T18:30:42.963" v="3581"/>
          <ac:spMkLst>
            <pc:docMk/>
            <pc:sldMk cId="2055556766" sldId="660"/>
            <ac:spMk id="7" creationId="{67089673-5C94-B78E-6E1E-F4D116F4877C}"/>
          </ac:spMkLst>
        </pc:spChg>
        <pc:picChg chg="add mod">
          <ac:chgData name="Clayton Silva" userId="29ef9a7b83f2ddc4" providerId="LiveId" clId="{EA9EBB54-6B1D-472A-8FCD-96542B3A66B4}" dt="2024-08-23T18:33:59.885" v="3589" actId="1076"/>
          <ac:picMkLst>
            <pc:docMk/>
            <pc:sldMk cId="2055556766" sldId="660"/>
            <ac:picMk id="8" creationId="{ECC35AD6-7DCB-29E1-FD88-D8BAAF503AE0}"/>
          </ac:picMkLst>
        </pc:picChg>
      </pc:sldChg>
      <pc:sldChg chg="addSp delSp modSp add mod">
        <pc:chgData name="Clayton Silva" userId="29ef9a7b83f2ddc4" providerId="LiveId" clId="{EA9EBB54-6B1D-472A-8FCD-96542B3A66B4}" dt="2024-08-23T19:05:09.366" v="3705" actId="21"/>
        <pc:sldMkLst>
          <pc:docMk/>
          <pc:sldMk cId="1737306275" sldId="661"/>
        </pc:sldMkLst>
        <pc:spChg chg="mod">
          <ac:chgData name="Clayton Silva" userId="29ef9a7b83f2ddc4" providerId="LiveId" clId="{EA9EBB54-6B1D-472A-8FCD-96542B3A66B4}" dt="2024-08-23T18:34:29.479" v="3592" actId="6549"/>
          <ac:spMkLst>
            <pc:docMk/>
            <pc:sldMk cId="1737306275" sldId="661"/>
            <ac:spMk id="3" creationId="{951F3B33-798A-C5E0-7E8F-597821712C83}"/>
          </ac:spMkLst>
        </pc:spChg>
        <pc:spChg chg="add mod">
          <ac:chgData name="Clayton Silva" userId="29ef9a7b83f2ddc4" providerId="LiveId" clId="{EA9EBB54-6B1D-472A-8FCD-96542B3A66B4}" dt="2024-08-23T19:04:33.837" v="3650"/>
          <ac:spMkLst>
            <pc:docMk/>
            <pc:sldMk cId="1737306275" sldId="661"/>
            <ac:spMk id="5" creationId="{951F3B33-798A-C5E0-7E8F-597821712C83}"/>
          </ac:spMkLst>
        </pc:spChg>
        <pc:picChg chg="add del mod">
          <ac:chgData name="Clayton Silva" userId="29ef9a7b83f2ddc4" providerId="LiveId" clId="{EA9EBB54-6B1D-472A-8FCD-96542B3A66B4}" dt="2024-08-23T19:05:09.366" v="3705" actId="21"/>
          <ac:picMkLst>
            <pc:docMk/>
            <pc:sldMk cId="1737306275" sldId="661"/>
            <ac:picMk id="6" creationId="{76395C19-B88A-FE68-B75E-85C49F3399CA}"/>
          </ac:picMkLst>
        </pc:picChg>
        <pc:picChg chg="add mod">
          <ac:chgData name="Clayton Silva" userId="29ef9a7b83f2ddc4" providerId="LiveId" clId="{EA9EBB54-6B1D-472A-8FCD-96542B3A66B4}" dt="2024-08-23T19:04:50.781" v="3656" actId="1076"/>
          <ac:picMkLst>
            <pc:docMk/>
            <pc:sldMk cId="1737306275" sldId="661"/>
            <ac:picMk id="5122" creationId="{C46540CB-8C87-CACC-CA12-87096A72FE08}"/>
          </ac:picMkLst>
        </pc:picChg>
        <pc:picChg chg="add mod">
          <ac:chgData name="Clayton Silva" userId="29ef9a7b83f2ddc4" providerId="LiveId" clId="{EA9EBB54-6B1D-472A-8FCD-96542B3A66B4}" dt="2024-08-23T19:04:33.322" v="3649" actId="1076"/>
          <ac:picMkLst>
            <pc:docMk/>
            <pc:sldMk cId="1737306275" sldId="661"/>
            <ac:picMk id="6146" creationId="{76395C19-B88A-FE68-B75E-85C49F3399CA}"/>
          </ac:picMkLst>
        </pc:picChg>
      </pc:sldChg>
      <pc:sldChg chg="addSp delSp modSp add mod">
        <pc:chgData name="Clayton Silva" userId="29ef9a7b83f2ddc4" providerId="LiveId" clId="{EA9EBB54-6B1D-472A-8FCD-96542B3A66B4}" dt="2024-08-23T18:41:48.246" v="3600" actId="1076"/>
        <pc:sldMkLst>
          <pc:docMk/>
          <pc:sldMk cId="3558028389" sldId="662"/>
        </pc:sldMkLst>
        <pc:spChg chg="del">
          <ac:chgData name="Clayton Silva" userId="29ef9a7b83f2ddc4" providerId="LiveId" clId="{EA9EBB54-6B1D-472A-8FCD-96542B3A66B4}" dt="2024-08-23T18:41:23.436" v="3594" actId="478"/>
          <ac:spMkLst>
            <pc:docMk/>
            <pc:sldMk cId="3558028389" sldId="662"/>
            <ac:spMk id="3" creationId="{951F3B33-798A-C5E0-7E8F-597821712C83}"/>
          </ac:spMkLst>
        </pc:spChg>
        <pc:spChg chg="add mod">
          <ac:chgData name="Clayton Silva" userId="29ef9a7b83f2ddc4" providerId="LiveId" clId="{EA9EBB54-6B1D-472A-8FCD-96542B3A66B4}" dt="2024-08-23T18:41:23.436" v="3594" actId="478"/>
          <ac:spMkLst>
            <pc:docMk/>
            <pc:sldMk cId="3558028389" sldId="662"/>
            <ac:spMk id="6" creationId="{7D0FFC0E-B86F-5D5E-FE94-8FF44F3DF00F}"/>
          </ac:spMkLst>
        </pc:spChg>
        <pc:picChg chg="add mod">
          <ac:chgData name="Clayton Silva" userId="29ef9a7b83f2ddc4" providerId="LiveId" clId="{EA9EBB54-6B1D-472A-8FCD-96542B3A66B4}" dt="2024-08-23T18:41:48.246" v="3600" actId="1076"/>
          <ac:picMkLst>
            <pc:docMk/>
            <pc:sldMk cId="3558028389" sldId="662"/>
            <ac:picMk id="3074" creationId="{4D77ECC3-D04E-6D5F-4FE5-C8D50160576A}"/>
          </ac:picMkLst>
        </pc:picChg>
      </pc:sldChg>
      <pc:sldChg chg="addSp delSp modSp add mod ord">
        <pc:chgData name="Clayton Silva" userId="29ef9a7b83f2ddc4" providerId="LiveId" clId="{EA9EBB54-6B1D-472A-8FCD-96542B3A66B4}" dt="2024-08-23T19:26:39.991" v="3828" actId="20577"/>
        <pc:sldMkLst>
          <pc:docMk/>
          <pc:sldMk cId="796797048" sldId="663"/>
        </pc:sldMkLst>
        <pc:spChg chg="add del mod">
          <ac:chgData name="Clayton Silva" userId="29ef9a7b83f2ddc4" providerId="LiveId" clId="{EA9EBB54-6B1D-472A-8FCD-96542B3A66B4}" dt="2024-08-23T19:26:39.991" v="3828" actId="20577"/>
          <ac:spMkLst>
            <pc:docMk/>
            <pc:sldMk cId="796797048" sldId="663"/>
            <ac:spMk id="3" creationId="{951F3B33-798A-C5E0-7E8F-597821712C83}"/>
          </ac:spMkLst>
        </pc:spChg>
        <pc:spChg chg="add del mod">
          <ac:chgData name="Clayton Silva" userId="29ef9a7b83f2ddc4" providerId="LiveId" clId="{EA9EBB54-6B1D-472A-8FCD-96542B3A66B4}" dt="2024-08-23T18:57:19.103" v="3613" actId="478"/>
          <ac:spMkLst>
            <pc:docMk/>
            <pc:sldMk cId="796797048" sldId="663"/>
            <ac:spMk id="6" creationId="{91BC2014-1629-EAD2-2EE7-4AA9346C4421}"/>
          </ac:spMkLst>
        </pc:spChg>
      </pc:sldChg>
      <pc:sldChg chg="addSp delSp modSp add mod">
        <pc:chgData name="Clayton Silva" userId="29ef9a7b83f2ddc4" providerId="LiveId" clId="{EA9EBB54-6B1D-472A-8FCD-96542B3A66B4}" dt="2024-08-23T19:32:54.577" v="3924" actId="21"/>
        <pc:sldMkLst>
          <pc:docMk/>
          <pc:sldMk cId="10543048" sldId="664"/>
        </pc:sldMkLst>
        <pc:spChg chg="add del mod">
          <ac:chgData name="Clayton Silva" userId="29ef9a7b83f2ddc4" providerId="LiveId" clId="{EA9EBB54-6B1D-472A-8FCD-96542B3A66B4}" dt="2024-08-23T19:04:34.971" v="3651" actId="21"/>
          <ac:spMkLst>
            <pc:docMk/>
            <pc:sldMk cId="10543048" sldId="664"/>
            <ac:spMk id="3" creationId="{951F3B33-798A-C5E0-7E8F-597821712C83}"/>
          </ac:spMkLst>
        </pc:spChg>
        <pc:spChg chg="add mod">
          <ac:chgData name="Clayton Silva" userId="29ef9a7b83f2ddc4" providerId="LiveId" clId="{EA9EBB54-6B1D-472A-8FCD-96542B3A66B4}" dt="2024-08-23T19:04:18.789" v="3646" actId="21"/>
          <ac:spMkLst>
            <pc:docMk/>
            <pc:sldMk cId="10543048" sldId="664"/>
            <ac:spMk id="5" creationId="{3BB5DED8-3533-B00D-AF44-44535898267A}"/>
          </ac:spMkLst>
        </pc:spChg>
        <pc:picChg chg="add mod">
          <ac:chgData name="Clayton Silva" userId="29ef9a7b83f2ddc4" providerId="LiveId" clId="{EA9EBB54-6B1D-472A-8FCD-96542B3A66B4}" dt="2024-08-23T19:05:15.678" v="3706"/>
          <ac:picMkLst>
            <pc:docMk/>
            <pc:sldMk cId="10543048" sldId="664"/>
            <ac:picMk id="6" creationId="{76395C19-B88A-FE68-B75E-85C49F3399CA}"/>
          </ac:picMkLst>
        </pc:picChg>
        <pc:picChg chg="add del">
          <ac:chgData name="Clayton Silva" userId="29ef9a7b83f2ddc4" providerId="LiveId" clId="{EA9EBB54-6B1D-472A-8FCD-96542B3A66B4}" dt="2024-08-23T19:04:38.884" v="3652" actId="21"/>
          <ac:picMkLst>
            <pc:docMk/>
            <pc:sldMk cId="10543048" sldId="664"/>
            <ac:picMk id="6146" creationId="{76395C19-B88A-FE68-B75E-85C49F3399CA}"/>
          </ac:picMkLst>
        </pc:picChg>
        <pc:picChg chg="add del mod">
          <ac:chgData name="Clayton Silva" userId="29ef9a7b83f2ddc4" providerId="LiveId" clId="{EA9EBB54-6B1D-472A-8FCD-96542B3A66B4}" dt="2024-08-23T19:32:54.577" v="3924" actId="21"/>
          <ac:picMkLst>
            <pc:docMk/>
            <pc:sldMk cId="10543048" sldId="664"/>
            <ac:picMk id="7170" creationId="{77AC5E94-F104-AB53-394D-50B44C8F5684}"/>
          </ac:picMkLst>
        </pc:picChg>
      </pc:sldChg>
      <pc:sldChg chg="modSp add del mod">
        <pc:chgData name="Clayton Silva" userId="29ef9a7b83f2ddc4" providerId="LiveId" clId="{EA9EBB54-6B1D-472A-8FCD-96542B3A66B4}" dt="2024-08-23T19:20:22.039" v="3802" actId="47"/>
        <pc:sldMkLst>
          <pc:docMk/>
          <pc:sldMk cId="3646581055" sldId="665"/>
        </pc:sldMkLst>
        <pc:spChg chg="mod">
          <ac:chgData name="Clayton Silva" userId="29ef9a7b83f2ddc4" providerId="LiveId" clId="{EA9EBB54-6B1D-472A-8FCD-96542B3A66B4}" dt="2024-08-23T19:10:10.904" v="3714" actId="113"/>
          <ac:spMkLst>
            <pc:docMk/>
            <pc:sldMk cId="3646581055" sldId="665"/>
            <ac:spMk id="3" creationId="{951F3B33-798A-C5E0-7E8F-597821712C83}"/>
          </ac:spMkLst>
        </pc:spChg>
      </pc:sldChg>
      <pc:sldChg chg="modSp add mod">
        <pc:chgData name="Clayton Silva" userId="29ef9a7b83f2ddc4" providerId="LiveId" clId="{EA9EBB54-6B1D-472A-8FCD-96542B3A66B4}" dt="2024-08-23T19:19:50.156" v="3801" actId="20577"/>
        <pc:sldMkLst>
          <pc:docMk/>
          <pc:sldMk cId="1567690062" sldId="666"/>
        </pc:sldMkLst>
        <pc:spChg chg="mod">
          <ac:chgData name="Clayton Silva" userId="29ef9a7b83f2ddc4" providerId="LiveId" clId="{EA9EBB54-6B1D-472A-8FCD-96542B3A66B4}" dt="2024-08-23T19:19:50.156" v="3801" actId="20577"/>
          <ac:spMkLst>
            <pc:docMk/>
            <pc:sldMk cId="1567690062" sldId="666"/>
            <ac:spMk id="3" creationId="{951F3B33-798A-C5E0-7E8F-597821712C83}"/>
          </ac:spMkLst>
        </pc:spChg>
      </pc:sldChg>
      <pc:sldChg chg="modSp add mod ord">
        <pc:chgData name="Clayton Silva" userId="29ef9a7b83f2ddc4" providerId="LiveId" clId="{EA9EBB54-6B1D-472A-8FCD-96542B3A66B4}" dt="2024-08-23T19:29:16.227" v="3880" actId="20577"/>
        <pc:sldMkLst>
          <pc:docMk/>
          <pc:sldMk cId="1046508247" sldId="667"/>
        </pc:sldMkLst>
        <pc:spChg chg="mod">
          <ac:chgData name="Clayton Silva" userId="29ef9a7b83f2ddc4" providerId="LiveId" clId="{EA9EBB54-6B1D-472A-8FCD-96542B3A66B4}" dt="2024-08-23T19:29:16.227" v="3880" actId="20577"/>
          <ac:spMkLst>
            <pc:docMk/>
            <pc:sldMk cId="1046508247" sldId="667"/>
            <ac:spMk id="3" creationId="{951F3B33-798A-C5E0-7E8F-597821712C83}"/>
          </ac:spMkLst>
        </pc:spChg>
      </pc:sldChg>
      <pc:sldChg chg="addSp delSp modSp add mod ord">
        <pc:chgData name="Clayton Silva" userId="29ef9a7b83f2ddc4" providerId="LiveId" clId="{EA9EBB54-6B1D-472A-8FCD-96542B3A66B4}" dt="2024-08-23T19:49:35.328" v="4086" actId="21"/>
        <pc:sldMkLst>
          <pc:docMk/>
          <pc:sldMk cId="725833814" sldId="668"/>
        </pc:sldMkLst>
        <pc:spChg chg="mod">
          <ac:chgData name="Clayton Silva" userId="29ef9a7b83f2ddc4" providerId="LiveId" clId="{EA9EBB54-6B1D-472A-8FCD-96542B3A66B4}" dt="2024-08-23T19:29:41.012" v="3885" actId="20577"/>
          <ac:spMkLst>
            <pc:docMk/>
            <pc:sldMk cId="725833814" sldId="668"/>
            <ac:spMk id="3" creationId="{951F3B33-798A-C5E0-7E8F-597821712C83}"/>
          </ac:spMkLst>
        </pc:spChg>
        <pc:picChg chg="add mod">
          <ac:chgData name="Clayton Silva" userId="29ef9a7b83f2ddc4" providerId="LiveId" clId="{EA9EBB54-6B1D-472A-8FCD-96542B3A66B4}" dt="2024-08-23T19:32:59.087" v="3925"/>
          <ac:picMkLst>
            <pc:docMk/>
            <pc:sldMk cId="725833814" sldId="668"/>
            <ac:picMk id="5" creationId="{77AC5E94-F104-AB53-394D-50B44C8F5684}"/>
          </ac:picMkLst>
        </pc:picChg>
        <pc:picChg chg="del">
          <ac:chgData name="Clayton Silva" userId="29ef9a7b83f2ddc4" providerId="LiveId" clId="{EA9EBB54-6B1D-472A-8FCD-96542B3A66B4}" dt="2024-08-23T19:31:45.941" v="3886" actId="478"/>
          <ac:picMkLst>
            <pc:docMk/>
            <pc:sldMk cId="725833814" sldId="668"/>
            <ac:picMk id="6" creationId="{76395C19-B88A-FE68-B75E-85C49F3399CA}"/>
          </ac:picMkLst>
        </pc:picChg>
        <pc:picChg chg="add del">
          <ac:chgData name="Clayton Silva" userId="29ef9a7b83f2ddc4" providerId="LiveId" clId="{EA9EBB54-6B1D-472A-8FCD-96542B3A66B4}" dt="2024-08-23T19:32:34.269" v="3904" actId="21"/>
          <ac:picMkLst>
            <pc:docMk/>
            <pc:sldMk cId="725833814" sldId="668"/>
            <ac:picMk id="7170" creationId="{77AC5E94-F104-AB53-394D-50B44C8F5684}"/>
          </ac:picMkLst>
        </pc:picChg>
        <pc:picChg chg="add del mod">
          <ac:chgData name="Clayton Silva" userId="29ef9a7b83f2ddc4" providerId="LiveId" clId="{EA9EBB54-6B1D-472A-8FCD-96542B3A66B4}" dt="2024-08-23T19:49:35.328" v="4086" actId="21"/>
          <ac:picMkLst>
            <pc:docMk/>
            <pc:sldMk cId="725833814" sldId="668"/>
            <ac:picMk id="9218" creationId="{E9BF9BE8-3A92-084A-1D53-3A3BD90613A9}"/>
          </ac:picMkLst>
        </pc:picChg>
      </pc:sldChg>
      <pc:sldChg chg="modSp add mod ord">
        <pc:chgData name="Clayton Silva" userId="29ef9a7b83f2ddc4" providerId="LiveId" clId="{EA9EBB54-6B1D-472A-8FCD-96542B3A66B4}" dt="2024-08-23T19:38:34.719" v="3987" actId="20577"/>
        <pc:sldMkLst>
          <pc:docMk/>
          <pc:sldMk cId="1738827523" sldId="669"/>
        </pc:sldMkLst>
        <pc:spChg chg="mod">
          <ac:chgData name="Clayton Silva" userId="29ef9a7b83f2ddc4" providerId="LiveId" clId="{EA9EBB54-6B1D-472A-8FCD-96542B3A66B4}" dt="2024-08-23T19:38:34.719" v="3987" actId="20577"/>
          <ac:spMkLst>
            <pc:docMk/>
            <pc:sldMk cId="1738827523" sldId="669"/>
            <ac:spMk id="3" creationId="{951F3B33-798A-C5E0-7E8F-597821712C83}"/>
          </ac:spMkLst>
        </pc:spChg>
      </pc:sldChg>
      <pc:sldChg chg="modSp add mod">
        <pc:chgData name="Clayton Silva" userId="29ef9a7b83f2ddc4" providerId="LiveId" clId="{EA9EBB54-6B1D-472A-8FCD-96542B3A66B4}" dt="2024-08-23T19:38:22.596" v="3978" actId="20577"/>
        <pc:sldMkLst>
          <pc:docMk/>
          <pc:sldMk cId="2851374082" sldId="670"/>
        </pc:sldMkLst>
        <pc:spChg chg="mod">
          <ac:chgData name="Clayton Silva" userId="29ef9a7b83f2ddc4" providerId="LiveId" clId="{EA9EBB54-6B1D-472A-8FCD-96542B3A66B4}" dt="2024-08-23T19:38:22.596" v="3978" actId="20577"/>
          <ac:spMkLst>
            <pc:docMk/>
            <pc:sldMk cId="2851374082" sldId="670"/>
            <ac:spMk id="3" creationId="{951F3B33-798A-C5E0-7E8F-597821712C83}"/>
          </ac:spMkLst>
        </pc:spChg>
      </pc:sldChg>
      <pc:sldChg chg="modSp add mod">
        <pc:chgData name="Clayton Silva" userId="29ef9a7b83f2ddc4" providerId="LiveId" clId="{EA9EBB54-6B1D-472A-8FCD-96542B3A66B4}" dt="2024-08-23T19:40:54.798" v="4002" actId="20577"/>
        <pc:sldMkLst>
          <pc:docMk/>
          <pc:sldMk cId="208681788" sldId="671"/>
        </pc:sldMkLst>
        <pc:spChg chg="mod">
          <ac:chgData name="Clayton Silva" userId="29ef9a7b83f2ddc4" providerId="LiveId" clId="{EA9EBB54-6B1D-472A-8FCD-96542B3A66B4}" dt="2024-08-23T19:40:54.798" v="4002" actId="20577"/>
          <ac:spMkLst>
            <pc:docMk/>
            <pc:sldMk cId="208681788" sldId="671"/>
            <ac:spMk id="3" creationId="{951F3B33-798A-C5E0-7E8F-597821712C83}"/>
          </ac:spMkLst>
        </pc:spChg>
      </pc:sldChg>
      <pc:sldChg chg="modSp add mod">
        <pc:chgData name="Clayton Silva" userId="29ef9a7b83f2ddc4" providerId="LiveId" clId="{EA9EBB54-6B1D-472A-8FCD-96542B3A66B4}" dt="2024-08-23T19:41:56.137" v="4020" actId="20577"/>
        <pc:sldMkLst>
          <pc:docMk/>
          <pc:sldMk cId="727987466" sldId="672"/>
        </pc:sldMkLst>
        <pc:spChg chg="mod">
          <ac:chgData name="Clayton Silva" userId="29ef9a7b83f2ddc4" providerId="LiveId" clId="{EA9EBB54-6B1D-472A-8FCD-96542B3A66B4}" dt="2024-08-23T19:41:56.137" v="4020" actId="20577"/>
          <ac:spMkLst>
            <pc:docMk/>
            <pc:sldMk cId="727987466" sldId="672"/>
            <ac:spMk id="3" creationId="{951F3B33-798A-C5E0-7E8F-597821712C83}"/>
          </ac:spMkLst>
        </pc:spChg>
      </pc:sldChg>
      <pc:sldChg chg="addSp delSp modSp add mod">
        <pc:chgData name="Clayton Silva" userId="29ef9a7b83f2ddc4" providerId="LiveId" clId="{EA9EBB54-6B1D-472A-8FCD-96542B3A66B4}" dt="2024-08-23T19:44:58.694" v="4071" actId="1038"/>
        <pc:sldMkLst>
          <pc:docMk/>
          <pc:sldMk cId="3983229366" sldId="673"/>
        </pc:sldMkLst>
        <pc:spChg chg="del">
          <ac:chgData name="Clayton Silva" userId="29ef9a7b83f2ddc4" providerId="LiveId" clId="{EA9EBB54-6B1D-472A-8FCD-96542B3A66B4}" dt="2024-08-23T19:42:18.061" v="4022" actId="478"/>
          <ac:spMkLst>
            <pc:docMk/>
            <pc:sldMk cId="3983229366" sldId="673"/>
            <ac:spMk id="3" creationId="{951F3B33-798A-C5E0-7E8F-597821712C83}"/>
          </ac:spMkLst>
        </pc:spChg>
        <pc:spChg chg="add mod">
          <ac:chgData name="Clayton Silva" userId="29ef9a7b83f2ddc4" providerId="LiveId" clId="{EA9EBB54-6B1D-472A-8FCD-96542B3A66B4}" dt="2024-08-23T19:42:18.061" v="4022" actId="478"/>
          <ac:spMkLst>
            <pc:docMk/>
            <pc:sldMk cId="3983229366" sldId="673"/>
            <ac:spMk id="6" creationId="{506CEE65-B234-4483-0BCF-593F1272A85A}"/>
          </ac:spMkLst>
        </pc:spChg>
        <pc:spChg chg="add mod">
          <ac:chgData name="Clayton Silva" userId="29ef9a7b83f2ddc4" providerId="LiveId" clId="{EA9EBB54-6B1D-472A-8FCD-96542B3A66B4}" dt="2024-08-23T19:44:43.502" v="4048" actId="1036"/>
          <ac:spMkLst>
            <pc:docMk/>
            <pc:sldMk cId="3983229366" sldId="673"/>
            <ac:spMk id="8" creationId="{5A71519F-0F91-028A-6965-261644DC4E06}"/>
          </ac:spMkLst>
        </pc:spChg>
        <pc:picChg chg="add mod">
          <ac:chgData name="Clayton Silva" userId="29ef9a7b83f2ddc4" providerId="LiveId" clId="{EA9EBB54-6B1D-472A-8FCD-96542B3A66B4}" dt="2024-08-23T19:44:58.694" v="4071" actId="1038"/>
          <ac:picMkLst>
            <pc:docMk/>
            <pc:sldMk cId="3983229366" sldId="673"/>
            <ac:picMk id="8194" creationId="{01DD0ECB-D3AE-9FE5-1ABE-EF0921A7560A}"/>
          </ac:picMkLst>
        </pc:picChg>
      </pc:sldChg>
      <pc:sldChg chg="modSp add mod ord">
        <pc:chgData name="Clayton Silva" userId="29ef9a7b83f2ddc4" providerId="LiveId" clId="{EA9EBB54-6B1D-472A-8FCD-96542B3A66B4}" dt="2024-08-23T19:50:44.684" v="4103" actId="20577"/>
        <pc:sldMkLst>
          <pc:docMk/>
          <pc:sldMk cId="1868788265" sldId="674"/>
        </pc:sldMkLst>
        <pc:spChg chg="mod">
          <ac:chgData name="Clayton Silva" userId="29ef9a7b83f2ddc4" providerId="LiveId" clId="{EA9EBB54-6B1D-472A-8FCD-96542B3A66B4}" dt="2024-08-23T19:50:44.684" v="4103" actId="20577"/>
          <ac:spMkLst>
            <pc:docMk/>
            <pc:sldMk cId="1868788265" sldId="674"/>
            <ac:spMk id="3" creationId="{951F3B33-798A-C5E0-7E8F-597821712C83}"/>
          </ac:spMkLst>
        </pc:spChg>
      </pc:sldChg>
      <pc:sldChg chg="addSp delSp modSp add mod">
        <pc:chgData name="Clayton Silva" userId="29ef9a7b83f2ddc4" providerId="LiveId" clId="{EA9EBB54-6B1D-472A-8FCD-96542B3A66B4}" dt="2024-08-23T19:49:41.668" v="4087"/>
        <pc:sldMkLst>
          <pc:docMk/>
          <pc:sldMk cId="907970194" sldId="675"/>
        </pc:sldMkLst>
        <pc:spChg chg="mod">
          <ac:chgData name="Clayton Silva" userId="29ef9a7b83f2ddc4" providerId="LiveId" clId="{EA9EBB54-6B1D-472A-8FCD-96542B3A66B4}" dt="2024-08-23T19:49:12.967" v="4081" actId="1076"/>
          <ac:spMkLst>
            <pc:docMk/>
            <pc:sldMk cId="907970194" sldId="675"/>
            <ac:spMk id="3" creationId="{951F3B33-798A-C5E0-7E8F-597821712C83}"/>
          </ac:spMkLst>
        </pc:spChg>
        <pc:picChg chg="add mod">
          <ac:chgData name="Clayton Silva" userId="29ef9a7b83f2ddc4" providerId="LiveId" clId="{EA9EBB54-6B1D-472A-8FCD-96542B3A66B4}" dt="2024-08-23T19:49:41.668" v="4087"/>
          <ac:picMkLst>
            <pc:docMk/>
            <pc:sldMk cId="907970194" sldId="675"/>
            <ac:picMk id="5" creationId="{E9BF9BE8-3A92-084A-1D53-3A3BD90613A9}"/>
          </ac:picMkLst>
        </pc:picChg>
        <pc:picChg chg="add del mod">
          <ac:chgData name="Clayton Silva" userId="29ef9a7b83f2ddc4" providerId="LiveId" clId="{EA9EBB54-6B1D-472A-8FCD-96542B3A66B4}" dt="2024-08-23T19:49:16.479" v="4082" actId="21"/>
          <ac:picMkLst>
            <pc:docMk/>
            <pc:sldMk cId="907970194" sldId="675"/>
            <ac:picMk id="9218" creationId="{E9BF9BE8-3A92-084A-1D53-3A3BD90613A9}"/>
          </ac:picMkLst>
        </pc:picChg>
      </pc:sldChg>
    </pc:docChg>
  </pc:docChgLst>
  <pc:docChgLst>
    <pc:chgData name="Clayton Silva" userId="29ef9a7b83f2ddc4" providerId="LiveId" clId="{46905F44-6DC2-4391-B047-8FCCAE31A920}"/>
    <pc:docChg chg="undo redo custSel mod addSld delSld modSld sldOrd">
      <pc:chgData name="Clayton Silva" userId="29ef9a7b83f2ddc4" providerId="LiveId" clId="{46905F44-6DC2-4391-B047-8FCCAE31A920}" dt="2020-08-18T12:26:41.838" v="1892" actId="20577"/>
      <pc:docMkLst>
        <pc:docMk/>
      </pc:docMkLst>
      <pc:sldChg chg="addSp delSp modSp mod setBg modClrScheme chgLayout">
        <pc:chgData name="Clayton Silva" userId="29ef9a7b83f2ddc4" providerId="LiveId" clId="{46905F44-6DC2-4391-B047-8FCCAE31A920}" dt="2020-08-17T18:28:38.461" v="12" actId="26606"/>
        <pc:sldMkLst>
          <pc:docMk/>
          <pc:sldMk cId="3310034269" sldId="264"/>
        </pc:sldMkLst>
        <pc:spChg chg="add del mod ord">
          <ac:chgData name="Clayton Silva" userId="29ef9a7b83f2ddc4" providerId="LiveId" clId="{46905F44-6DC2-4391-B047-8FCCAE31A920}" dt="2020-08-17T18:28:18.556" v="9" actId="26606"/>
          <ac:spMkLst>
            <pc:docMk/>
            <pc:sldMk cId="3310034269" sldId="264"/>
            <ac:spMk id="2" creationId="{6F6B54BD-6F37-498D-A71E-59F8ABEC4A81}"/>
          </ac:spMkLst>
        </pc:spChg>
        <pc:spChg chg="mod ord">
          <ac:chgData name="Clayton Silva" userId="29ef9a7b83f2ddc4" providerId="LiveId" clId="{46905F44-6DC2-4391-B047-8FCCAE31A920}" dt="2020-08-17T18:28:38.461" v="12" actId="26606"/>
          <ac:spMkLst>
            <pc:docMk/>
            <pc:sldMk cId="3310034269" sldId="264"/>
            <ac:spMk id="4" creationId="{4D95FF0F-F271-48E7-A204-C5656918B6A3}"/>
          </ac:spMkLst>
        </pc:spChg>
        <pc:spChg chg="mod ord">
          <ac:chgData name="Clayton Silva" userId="29ef9a7b83f2ddc4" providerId="LiveId" clId="{46905F44-6DC2-4391-B047-8FCCAE31A920}" dt="2020-08-17T18:28:38.461" v="12" actId="26606"/>
          <ac:spMkLst>
            <pc:docMk/>
            <pc:sldMk cId="3310034269" sldId="264"/>
            <ac:spMk id="6" creationId="{AB5B4A18-F13B-4442-AE35-C5DB313C2CC4}"/>
          </ac:spMkLst>
        </pc:spChg>
        <pc:spChg chg="add">
          <ac:chgData name="Clayton Silva" userId="29ef9a7b83f2ddc4" providerId="LiveId" clId="{46905F44-6DC2-4391-B047-8FCCAE31A920}" dt="2020-08-17T18:28:38.461" v="12" actId="26606"/>
          <ac:spMkLst>
            <pc:docMk/>
            <pc:sldMk cId="3310034269" sldId="264"/>
            <ac:spMk id="13" creationId="{6B3BAD04-E614-4C16-8360-019FCF0045AC}"/>
          </ac:spMkLst>
        </pc:spChg>
        <pc:picChg chg="add mod">
          <ac:chgData name="Clayton Silva" userId="29ef9a7b83f2ddc4" providerId="LiveId" clId="{46905F44-6DC2-4391-B047-8FCCAE31A920}" dt="2020-08-17T18:28:38.461" v="12" actId="26606"/>
          <ac:picMkLst>
            <pc:docMk/>
            <pc:sldMk cId="3310034269" sldId="264"/>
            <ac:picMk id="8" creationId="{5976A124-2A17-44A5-AD4C-4BE6C0E5A92D}"/>
          </ac:picMkLst>
        </pc:picChg>
      </pc:sldChg>
      <pc:sldChg chg="modSp mod">
        <pc:chgData name="Clayton Silva" userId="29ef9a7b83f2ddc4" providerId="LiveId" clId="{46905F44-6DC2-4391-B047-8FCCAE31A920}" dt="2020-08-17T18:37:43.669" v="565" actId="20577"/>
        <pc:sldMkLst>
          <pc:docMk/>
          <pc:sldMk cId="2547182882" sldId="425"/>
        </pc:sldMkLst>
        <pc:spChg chg="mod">
          <ac:chgData name="Clayton Silva" userId="29ef9a7b83f2ddc4" providerId="LiveId" clId="{46905F44-6DC2-4391-B047-8FCCAE31A920}" dt="2020-08-17T18:36:08.109" v="300" actId="20577"/>
          <ac:spMkLst>
            <pc:docMk/>
            <pc:sldMk cId="2547182882" sldId="425"/>
            <ac:spMk id="3" creationId="{3D751DFF-B427-46D1-9F50-5B783A22AB67}"/>
          </ac:spMkLst>
        </pc:spChg>
        <pc:spChg chg="mod">
          <ac:chgData name="Clayton Silva" userId="29ef9a7b83f2ddc4" providerId="LiveId" clId="{46905F44-6DC2-4391-B047-8FCCAE31A920}" dt="2020-08-17T18:37:43.669" v="565" actId="20577"/>
          <ac:spMkLst>
            <pc:docMk/>
            <pc:sldMk cId="2547182882" sldId="425"/>
            <ac:spMk id="15" creationId="{5A759B61-D403-442F-B3F5-D63F7D76E397}"/>
          </ac:spMkLst>
        </pc:spChg>
      </pc:sldChg>
      <pc:sldChg chg="del">
        <pc:chgData name="Clayton Silva" userId="29ef9a7b83f2ddc4" providerId="LiveId" clId="{46905F44-6DC2-4391-B047-8FCCAE31A920}" dt="2020-08-17T18:53:26.611" v="1193" actId="47"/>
        <pc:sldMkLst>
          <pc:docMk/>
          <pc:sldMk cId="1375150691" sldId="433"/>
        </pc:sldMkLst>
      </pc:sldChg>
      <pc:sldChg chg="del">
        <pc:chgData name="Clayton Silva" userId="29ef9a7b83f2ddc4" providerId="LiveId" clId="{46905F44-6DC2-4391-B047-8FCCAE31A920}" dt="2020-08-17T18:53:27.912" v="1194" actId="47"/>
        <pc:sldMkLst>
          <pc:docMk/>
          <pc:sldMk cId="3648481844" sldId="434"/>
        </pc:sldMkLst>
      </pc:sldChg>
      <pc:sldChg chg="addSp delSp modSp mod modClrScheme delDesignElem chgLayout">
        <pc:chgData name="Clayton Silva" userId="29ef9a7b83f2ddc4" providerId="LiveId" clId="{46905F44-6DC2-4391-B047-8FCCAE31A920}" dt="2020-08-17T19:01:21.447" v="1196" actId="700"/>
        <pc:sldMkLst>
          <pc:docMk/>
          <pc:sldMk cId="3827279124" sldId="436"/>
        </pc:sldMkLst>
        <pc:spChg chg="add del mod ord">
          <ac:chgData name="Clayton Silva" userId="29ef9a7b83f2ddc4" providerId="LiveId" clId="{46905F44-6DC2-4391-B047-8FCCAE31A920}" dt="2020-08-17T19:01:21.447" v="1196" actId="700"/>
          <ac:spMkLst>
            <pc:docMk/>
            <pc:sldMk cId="3827279124" sldId="436"/>
            <ac:spMk id="2" creationId="{D6AA8C2B-78EF-4368-BDF4-8B4A7AF7BD55}"/>
          </ac:spMkLst>
        </pc:spChg>
        <pc:spChg chg="mod ord">
          <ac:chgData name="Clayton Silva" userId="29ef9a7b83f2ddc4" providerId="LiveId" clId="{46905F44-6DC2-4391-B047-8FCCAE31A920}" dt="2020-08-17T19:01:21.447" v="1196" actId="700"/>
          <ac:spMkLst>
            <pc:docMk/>
            <pc:sldMk cId="3827279124" sldId="436"/>
            <ac:spMk id="4" creationId="{9988B9AA-ADDC-4673-998C-D730C75B5465}"/>
          </ac:spMkLst>
        </pc:spChg>
        <pc:spChg chg="add del">
          <ac:chgData name="Clayton Silva" userId="29ef9a7b83f2ddc4" providerId="LiveId" clId="{46905F44-6DC2-4391-B047-8FCCAE31A920}" dt="2020-08-17T19:01:21.447" v="1196" actId="700"/>
          <ac:spMkLst>
            <pc:docMk/>
            <pc:sldMk cId="3827279124" sldId="436"/>
            <ac:spMk id="16" creationId="{E91DC736-0EF8-4F87-9146-EBF1D2EE4D3D}"/>
          </ac:spMkLst>
        </pc:spChg>
        <pc:spChg chg="add del">
          <ac:chgData name="Clayton Silva" userId="29ef9a7b83f2ddc4" providerId="LiveId" clId="{46905F44-6DC2-4391-B047-8FCCAE31A920}" dt="2020-08-17T19:01:21.447" v="1196" actId="700"/>
          <ac:spMkLst>
            <pc:docMk/>
            <pc:sldMk cId="3827279124" sldId="436"/>
            <ac:spMk id="18" creationId="{097CD68E-23E3-4007-8847-CD0944C4F7BE}"/>
          </ac:spMkLst>
        </pc:spChg>
        <pc:spChg chg="add del">
          <ac:chgData name="Clayton Silva" userId="29ef9a7b83f2ddc4" providerId="LiveId" clId="{46905F44-6DC2-4391-B047-8FCCAE31A920}" dt="2020-08-17T19:01:21.447" v="1196" actId="700"/>
          <ac:spMkLst>
            <pc:docMk/>
            <pc:sldMk cId="3827279124" sldId="436"/>
            <ac:spMk id="20" creationId="{AF2F604E-43BE-4DC3-B983-E071523364F8}"/>
          </ac:spMkLst>
        </pc:spChg>
        <pc:spChg chg="add del">
          <ac:chgData name="Clayton Silva" userId="29ef9a7b83f2ddc4" providerId="LiveId" clId="{46905F44-6DC2-4391-B047-8FCCAE31A920}" dt="2020-08-17T19:01:21.447" v="1196" actId="700"/>
          <ac:spMkLst>
            <pc:docMk/>
            <pc:sldMk cId="3827279124" sldId="436"/>
            <ac:spMk id="22" creationId="{08C9B587-E65E-4B52-B37C-ABEBB6E87928}"/>
          </ac:spMkLst>
        </pc:spChg>
        <pc:graphicFrameChg chg="mod ord">
          <ac:chgData name="Clayton Silva" userId="29ef9a7b83f2ddc4" providerId="LiveId" clId="{46905F44-6DC2-4391-B047-8FCCAE31A920}" dt="2020-08-17T19:01:21.447" v="1196" actId="700"/>
          <ac:graphicFrameMkLst>
            <pc:docMk/>
            <pc:sldMk cId="3827279124" sldId="436"/>
            <ac:graphicFrameMk id="7" creationId="{4E3879BD-76DF-43AD-BB7B-5CCCC948F88C}"/>
          </ac:graphicFrameMkLst>
        </pc:graphicFrameChg>
      </pc:sldChg>
      <pc:sldChg chg="addSp delSp modSp add mod">
        <pc:chgData name="Clayton Silva" userId="29ef9a7b83f2ddc4" providerId="LiveId" clId="{46905F44-6DC2-4391-B047-8FCCAE31A920}" dt="2020-08-17T18:43:17.422" v="572" actId="14100"/>
        <pc:sldMkLst>
          <pc:docMk/>
          <pc:sldMk cId="1509210954" sldId="437"/>
        </pc:sldMkLst>
        <pc:spChg chg="del">
          <ac:chgData name="Clayton Silva" userId="29ef9a7b83f2ddc4" providerId="LiveId" clId="{46905F44-6DC2-4391-B047-8FCCAE31A920}" dt="2020-08-17T18:37:59.024" v="567" actId="478"/>
          <ac:spMkLst>
            <pc:docMk/>
            <pc:sldMk cId="1509210954" sldId="437"/>
            <ac:spMk id="15" creationId="{5A759B61-D403-442F-B3F5-D63F7D76E397}"/>
          </ac:spMkLst>
        </pc:spChg>
        <pc:picChg chg="add mod">
          <ac:chgData name="Clayton Silva" userId="29ef9a7b83f2ddc4" providerId="LiveId" clId="{46905F44-6DC2-4391-B047-8FCCAE31A920}" dt="2020-08-17T18:43:17.422" v="572" actId="14100"/>
          <ac:picMkLst>
            <pc:docMk/>
            <pc:sldMk cId="1509210954" sldId="437"/>
            <ac:picMk id="4" creationId="{BBBCD379-6416-4C16-B1E5-743847A839F3}"/>
          </ac:picMkLst>
        </pc:picChg>
      </pc:sldChg>
      <pc:sldChg chg="modSp add mod ord">
        <pc:chgData name="Clayton Silva" userId="29ef9a7b83f2ddc4" providerId="LiveId" clId="{46905F44-6DC2-4391-B047-8FCCAE31A920}" dt="2020-08-17T18:45:23.039" v="878" actId="20577"/>
        <pc:sldMkLst>
          <pc:docMk/>
          <pc:sldMk cId="1989773763" sldId="438"/>
        </pc:sldMkLst>
        <pc:spChg chg="mod">
          <ac:chgData name="Clayton Silva" userId="29ef9a7b83f2ddc4" providerId="LiveId" clId="{46905F44-6DC2-4391-B047-8FCCAE31A920}" dt="2020-08-17T18:43:56.066" v="584" actId="20577"/>
          <ac:spMkLst>
            <pc:docMk/>
            <pc:sldMk cId="1989773763" sldId="438"/>
            <ac:spMk id="3" creationId="{3D751DFF-B427-46D1-9F50-5B783A22AB67}"/>
          </ac:spMkLst>
        </pc:spChg>
        <pc:spChg chg="mod">
          <ac:chgData name="Clayton Silva" userId="29ef9a7b83f2ddc4" providerId="LiveId" clId="{46905F44-6DC2-4391-B047-8FCCAE31A920}" dt="2020-08-17T18:45:23.039" v="878" actId="20577"/>
          <ac:spMkLst>
            <pc:docMk/>
            <pc:sldMk cId="1989773763" sldId="438"/>
            <ac:spMk id="15" creationId="{5A759B61-D403-442F-B3F5-D63F7D76E397}"/>
          </ac:spMkLst>
        </pc:spChg>
      </pc:sldChg>
      <pc:sldChg chg="modSp add mod">
        <pc:chgData name="Clayton Silva" userId="29ef9a7b83f2ddc4" providerId="LiveId" clId="{46905F44-6DC2-4391-B047-8FCCAE31A920}" dt="2020-08-17T18:51:33.183" v="1192" actId="404"/>
        <pc:sldMkLst>
          <pc:docMk/>
          <pc:sldMk cId="1996388495" sldId="439"/>
        </pc:sldMkLst>
        <pc:spChg chg="mod">
          <ac:chgData name="Clayton Silva" userId="29ef9a7b83f2ddc4" providerId="LiveId" clId="{46905F44-6DC2-4391-B047-8FCCAE31A920}" dt="2020-08-17T18:51:33.183" v="1192" actId="404"/>
          <ac:spMkLst>
            <pc:docMk/>
            <pc:sldMk cId="1996388495" sldId="439"/>
            <ac:spMk id="15" creationId="{5A759B61-D403-442F-B3F5-D63F7D76E397}"/>
          </ac:spMkLst>
        </pc:spChg>
      </pc:sldChg>
      <pc:sldChg chg="addSp delSp modSp new mod">
        <pc:chgData name="Clayton Silva" userId="29ef9a7b83f2ddc4" providerId="LiveId" clId="{46905F44-6DC2-4391-B047-8FCCAE31A920}" dt="2020-08-17T19:11:52.825" v="1245" actId="1076"/>
        <pc:sldMkLst>
          <pc:docMk/>
          <pc:sldMk cId="889437791" sldId="440"/>
        </pc:sldMkLst>
        <pc:spChg chg="mod">
          <ac:chgData name="Clayton Silva" userId="29ef9a7b83f2ddc4" providerId="LiveId" clId="{46905F44-6DC2-4391-B047-8FCCAE31A920}" dt="2020-08-17T19:02:50.432" v="1233" actId="20577"/>
          <ac:spMkLst>
            <pc:docMk/>
            <pc:sldMk cId="889437791" sldId="440"/>
            <ac:spMk id="2" creationId="{37205C98-E40C-4AF1-AEF6-FBA80E382AFD}"/>
          </ac:spMkLst>
        </pc:spChg>
        <pc:spChg chg="del">
          <ac:chgData name="Clayton Silva" userId="29ef9a7b83f2ddc4" providerId="LiveId" clId="{46905F44-6DC2-4391-B047-8FCCAE31A920}" dt="2020-08-17T19:01:42.319" v="1217"/>
          <ac:spMkLst>
            <pc:docMk/>
            <pc:sldMk cId="889437791" sldId="440"/>
            <ac:spMk id="3" creationId="{4F5C2031-13A1-4CB5-9C0D-1E2A72F40CD7}"/>
          </ac:spMkLst>
        </pc:spChg>
        <pc:spChg chg="del">
          <ac:chgData name="Clayton Silva" userId="29ef9a7b83f2ddc4" providerId="LiveId" clId="{46905F44-6DC2-4391-B047-8FCCAE31A920}" dt="2020-08-17T19:01:49.852" v="1220" actId="478"/>
          <ac:spMkLst>
            <pc:docMk/>
            <pc:sldMk cId="889437791" sldId="440"/>
            <ac:spMk id="4" creationId="{D3C956BF-33E6-4E75-8037-F18161CD421D}"/>
          </ac:spMkLst>
        </pc:spChg>
        <pc:spChg chg="add del mod">
          <ac:chgData name="Clayton Silva" userId="29ef9a7b83f2ddc4" providerId="LiveId" clId="{46905F44-6DC2-4391-B047-8FCCAE31A920}" dt="2020-08-17T19:02:55.194" v="1235" actId="478"/>
          <ac:spMkLst>
            <pc:docMk/>
            <pc:sldMk cId="889437791" sldId="440"/>
            <ac:spMk id="7" creationId="{116F756C-EAEB-47CA-81CF-F2D89EEC8F1E}"/>
          </ac:spMkLst>
        </pc:spChg>
        <pc:picChg chg="add del mod ord">
          <ac:chgData name="Clayton Silva" userId="29ef9a7b83f2ddc4" providerId="LiveId" clId="{46905F44-6DC2-4391-B047-8FCCAE31A920}" dt="2020-08-17T19:02:52.601" v="1234" actId="478"/>
          <ac:picMkLst>
            <pc:docMk/>
            <pc:sldMk cId="889437791" sldId="440"/>
            <ac:picMk id="5" creationId="{17AE1535-75B9-4B48-BC19-DF8B71E5250F}"/>
          </ac:picMkLst>
        </pc:picChg>
        <pc:picChg chg="add mod">
          <ac:chgData name="Clayton Silva" userId="29ef9a7b83f2ddc4" providerId="LiveId" clId="{46905F44-6DC2-4391-B047-8FCCAE31A920}" dt="2020-08-17T19:11:52.825" v="1245" actId="1076"/>
          <ac:picMkLst>
            <pc:docMk/>
            <pc:sldMk cId="889437791" sldId="440"/>
            <ac:picMk id="8" creationId="{2A10031B-DCCD-4785-A7BF-2358DA43BF1E}"/>
          </ac:picMkLst>
        </pc:picChg>
        <pc:picChg chg="add mod">
          <ac:chgData name="Clayton Silva" userId="29ef9a7b83f2ddc4" providerId="LiveId" clId="{46905F44-6DC2-4391-B047-8FCCAE31A920}" dt="2020-08-17T19:11:50.157" v="1244" actId="1076"/>
          <ac:picMkLst>
            <pc:docMk/>
            <pc:sldMk cId="889437791" sldId="440"/>
            <ac:picMk id="10" creationId="{43E27E33-9CDA-430D-A6E1-2F28C2FB73DD}"/>
          </ac:picMkLst>
        </pc:picChg>
      </pc:sldChg>
      <pc:sldChg chg="add">
        <pc:chgData name="Clayton Silva" userId="29ef9a7b83f2ddc4" providerId="LiveId" clId="{46905F44-6DC2-4391-B047-8FCCAE31A920}" dt="2020-08-17T19:02:41.913" v="1230"/>
        <pc:sldMkLst>
          <pc:docMk/>
          <pc:sldMk cId="626797566" sldId="441"/>
        </pc:sldMkLst>
      </pc:sldChg>
      <pc:sldChg chg="new del">
        <pc:chgData name="Clayton Silva" userId="29ef9a7b83f2ddc4" providerId="LiveId" clId="{46905F44-6DC2-4391-B047-8FCCAE31A920}" dt="2020-08-17T19:19:26.609" v="1250" actId="47"/>
        <pc:sldMkLst>
          <pc:docMk/>
          <pc:sldMk cId="844786003" sldId="442"/>
        </pc:sldMkLst>
      </pc:sldChg>
      <pc:sldChg chg="addSp delSp modSp add mod ord">
        <pc:chgData name="Clayton Silva" userId="29ef9a7b83f2ddc4" providerId="LiveId" clId="{46905F44-6DC2-4391-B047-8FCCAE31A920}" dt="2020-08-17T19:42:19.621" v="1277" actId="14100"/>
        <pc:sldMkLst>
          <pc:docMk/>
          <pc:sldMk cId="2219234263" sldId="443"/>
        </pc:sldMkLst>
        <pc:spChg chg="mod">
          <ac:chgData name="Clayton Silva" userId="29ef9a7b83f2ddc4" providerId="LiveId" clId="{46905F44-6DC2-4391-B047-8FCCAE31A920}" dt="2020-08-17T19:20:21.182" v="1271" actId="20577"/>
          <ac:spMkLst>
            <pc:docMk/>
            <pc:sldMk cId="2219234263" sldId="443"/>
            <ac:spMk id="2" creationId="{37205C98-E40C-4AF1-AEF6-FBA80E382AFD}"/>
          </ac:spMkLst>
        </pc:spChg>
        <pc:picChg chg="add mod">
          <ac:chgData name="Clayton Silva" userId="29ef9a7b83f2ddc4" providerId="LiveId" clId="{46905F44-6DC2-4391-B047-8FCCAE31A920}" dt="2020-08-17T19:42:15.354" v="1276" actId="1076"/>
          <ac:picMkLst>
            <pc:docMk/>
            <pc:sldMk cId="2219234263" sldId="443"/>
            <ac:picMk id="3" creationId="{8A4DD764-5C25-4D90-A7AC-39E20452A913}"/>
          </ac:picMkLst>
        </pc:picChg>
        <pc:picChg chg="add mod">
          <ac:chgData name="Clayton Silva" userId="29ef9a7b83f2ddc4" providerId="LiveId" clId="{46905F44-6DC2-4391-B047-8FCCAE31A920}" dt="2020-08-17T19:42:19.621" v="1277" actId="14100"/>
          <ac:picMkLst>
            <pc:docMk/>
            <pc:sldMk cId="2219234263" sldId="443"/>
            <ac:picMk id="5" creationId="{48B6CA03-3A92-4AB1-BAB0-0EEAAA3CD8A5}"/>
          </ac:picMkLst>
        </pc:picChg>
        <pc:picChg chg="del">
          <ac:chgData name="Clayton Silva" userId="29ef9a7b83f2ddc4" providerId="LiveId" clId="{46905F44-6DC2-4391-B047-8FCCAE31A920}" dt="2020-08-17T19:19:30.361" v="1251" actId="478"/>
          <ac:picMkLst>
            <pc:docMk/>
            <pc:sldMk cId="2219234263" sldId="443"/>
            <ac:picMk id="8" creationId="{2A10031B-DCCD-4785-A7BF-2358DA43BF1E}"/>
          </ac:picMkLst>
        </pc:picChg>
        <pc:picChg chg="del">
          <ac:chgData name="Clayton Silva" userId="29ef9a7b83f2ddc4" providerId="LiveId" clId="{46905F44-6DC2-4391-B047-8FCCAE31A920}" dt="2020-08-17T19:20:06.472" v="1259" actId="478"/>
          <ac:picMkLst>
            <pc:docMk/>
            <pc:sldMk cId="2219234263" sldId="443"/>
            <ac:picMk id="10" creationId="{43E27E33-9CDA-430D-A6E1-2F28C2FB73DD}"/>
          </ac:picMkLst>
        </pc:picChg>
      </pc:sldChg>
      <pc:sldChg chg="addSp delSp modSp add mod">
        <pc:chgData name="Clayton Silva" userId="29ef9a7b83f2ddc4" providerId="LiveId" clId="{46905F44-6DC2-4391-B047-8FCCAE31A920}" dt="2020-08-17T19:43:47.980" v="1299" actId="1076"/>
        <pc:sldMkLst>
          <pc:docMk/>
          <pc:sldMk cId="1196396891" sldId="444"/>
        </pc:sldMkLst>
        <pc:spChg chg="mod">
          <ac:chgData name="Clayton Silva" userId="29ef9a7b83f2ddc4" providerId="LiveId" clId="{46905F44-6DC2-4391-B047-8FCCAE31A920}" dt="2020-08-17T19:43:16.648" v="1288" actId="1076"/>
          <ac:spMkLst>
            <pc:docMk/>
            <pc:sldMk cId="1196396891" sldId="444"/>
            <ac:spMk id="2" creationId="{37205C98-E40C-4AF1-AEF6-FBA80E382AFD}"/>
          </ac:spMkLst>
        </pc:spChg>
        <pc:picChg chg="del">
          <ac:chgData name="Clayton Silva" userId="29ef9a7b83f2ddc4" providerId="LiveId" clId="{46905F44-6DC2-4391-B047-8FCCAE31A920}" dt="2020-08-17T19:42:41.696" v="1282" actId="478"/>
          <ac:picMkLst>
            <pc:docMk/>
            <pc:sldMk cId="1196396891" sldId="444"/>
            <ac:picMk id="3" creationId="{8A4DD764-5C25-4D90-A7AC-39E20452A913}"/>
          </ac:picMkLst>
        </pc:picChg>
        <pc:picChg chg="del">
          <ac:chgData name="Clayton Silva" userId="29ef9a7b83f2ddc4" providerId="LiveId" clId="{46905F44-6DC2-4391-B047-8FCCAE31A920}" dt="2020-08-17T19:42:44.030" v="1283" actId="478"/>
          <ac:picMkLst>
            <pc:docMk/>
            <pc:sldMk cId="1196396891" sldId="444"/>
            <ac:picMk id="5" creationId="{48B6CA03-3A92-4AB1-BAB0-0EEAAA3CD8A5}"/>
          </ac:picMkLst>
        </pc:picChg>
        <pc:picChg chg="add mod ord">
          <ac:chgData name="Clayton Silva" userId="29ef9a7b83f2ddc4" providerId="LiveId" clId="{46905F44-6DC2-4391-B047-8FCCAE31A920}" dt="2020-08-17T19:43:47.980" v="1299" actId="1076"/>
          <ac:picMkLst>
            <pc:docMk/>
            <pc:sldMk cId="1196396891" sldId="444"/>
            <ac:picMk id="6" creationId="{08540E82-E4F0-4977-8EA5-DDD3F713CBFC}"/>
          </ac:picMkLst>
        </pc:picChg>
      </pc:sldChg>
      <pc:sldChg chg="modSp add mod ord">
        <pc:chgData name="Clayton Silva" userId="29ef9a7b83f2ddc4" providerId="LiveId" clId="{46905F44-6DC2-4391-B047-8FCCAE31A920}" dt="2020-08-17T20:06:06.406" v="1482" actId="114"/>
        <pc:sldMkLst>
          <pc:docMk/>
          <pc:sldMk cId="2202158352" sldId="445"/>
        </pc:sldMkLst>
        <pc:spChg chg="mod">
          <ac:chgData name="Clayton Silva" userId="29ef9a7b83f2ddc4" providerId="LiveId" clId="{46905F44-6DC2-4391-B047-8FCCAE31A920}" dt="2020-08-17T20:01:41.004" v="1438" actId="20577"/>
          <ac:spMkLst>
            <pc:docMk/>
            <pc:sldMk cId="2202158352" sldId="445"/>
            <ac:spMk id="3" creationId="{3D751DFF-B427-46D1-9F50-5B783A22AB67}"/>
          </ac:spMkLst>
        </pc:spChg>
        <pc:spChg chg="mod">
          <ac:chgData name="Clayton Silva" userId="29ef9a7b83f2ddc4" providerId="LiveId" clId="{46905F44-6DC2-4391-B047-8FCCAE31A920}" dt="2020-08-17T20:06:06.406" v="1482" actId="114"/>
          <ac:spMkLst>
            <pc:docMk/>
            <pc:sldMk cId="2202158352" sldId="445"/>
            <ac:spMk id="15" creationId="{5A759B61-D403-442F-B3F5-D63F7D76E397}"/>
          </ac:spMkLst>
        </pc:spChg>
      </pc:sldChg>
      <pc:sldChg chg="addSp delSp modSp add mod">
        <pc:chgData name="Clayton Silva" userId="29ef9a7b83f2ddc4" providerId="LiveId" clId="{46905F44-6DC2-4391-B047-8FCCAE31A920}" dt="2020-08-17T20:02:31.945" v="1446" actId="1076"/>
        <pc:sldMkLst>
          <pc:docMk/>
          <pc:sldMk cId="4266153804" sldId="446"/>
        </pc:sldMkLst>
        <pc:spChg chg="add del mod">
          <ac:chgData name="Clayton Silva" userId="29ef9a7b83f2ddc4" providerId="LiveId" clId="{46905F44-6DC2-4391-B047-8FCCAE31A920}" dt="2020-08-17T20:02:24.053" v="1443" actId="478"/>
          <ac:spMkLst>
            <pc:docMk/>
            <pc:sldMk cId="4266153804" sldId="446"/>
            <ac:spMk id="2" creationId="{088A46C0-2177-4064-8B54-74AF6BC87445}"/>
          </ac:spMkLst>
        </pc:spChg>
        <pc:spChg chg="del">
          <ac:chgData name="Clayton Silva" userId="29ef9a7b83f2ddc4" providerId="LiveId" clId="{46905F44-6DC2-4391-B047-8FCCAE31A920}" dt="2020-08-17T20:02:11.034" v="1440" actId="478"/>
          <ac:spMkLst>
            <pc:docMk/>
            <pc:sldMk cId="4266153804" sldId="446"/>
            <ac:spMk id="15" creationId="{5A759B61-D403-442F-B3F5-D63F7D76E397}"/>
          </ac:spMkLst>
        </pc:spChg>
        <pc:graphicFrameChg chg="add mod">
          <ac:chgData name="Clayton Silva" userId="29ef9a7b83f2ddc4" providerId="LiveId" clId="{46905F44-6DC2-4391-B047-8FCCAE31A920}" dt="2020-08-17T20:02:31.945" v="1446" actId="1076"/>
          <ac:graphicFrameMkLst>
            <pc:docMk/>
            <pc:sldMk cId="4266153804" sldId="446"/>
            <ac:graphicFrameMk id="4" creationId="{53BADCBD-ACF7-429E-98D1-9D575AF2F6E1}"/>
          </ac:graphicFrameMkLst>
        </pc:graphicFrameChg>
      </pc:sldChg>
      <pc:sldChg chg="modSp add mod ord">
        <pc:chgData name="Clayton Silva" userId="29ef9a7b83f2ddc4" providerId="LiveId" clId="{46905F44-6DC2-4391-B047-8FCCAE31A920}" dt="2020-08-17T20:20:51.288" v="1850" actId="20577"/>
        <pc:sldMkLst>
          <pc:docMk/>
          <pc:sldMk cId="836051882" sldId="447"/>
        </pc:sldMkLst>
        <pc:spChg chg="mod">
          <ac:chgData name="Clayton Silva" userId="29ef9a7b83f2ddc4" providerId="LiveId" clId="{46905F44-6DC2-4391-B047-8FCCAE31A920}" dt="2020-08-17T20:05:01.665" v="1475" actId="20577"/>
          <ac:spMkLst>
            <pc:docMk/>
            <pc:sldMk cId="836051882" sldId="447"/>
            <ac:spMk id="3" creationId="{3D751DFF-B427-46D1-9F50-5B783A22AB67}"/>
          </ac:spMkLst>
        </pc:spChg>
        <pc:spChg chg="mod">
          <ac:chgData name="Clayton Silva" userId="29ef9a7b83f2ddc4" providerId="LiveId" clId="{46905F44-6DC2-4391-B047-8FCCAE31A920}" dt="2020-08-17T20:20:51.288" v="1850" actId="20577"/>
          <ac:spMkLst>
            <pc:docMk/>
            <pc:sldMk cId="836051882" sldId="447"/>
            <ac:spMk id="15" creationId="{5A759B61-D403-442F-B3F5-D63F7D76E397}"/>
          </ac:spMkLst>
        </pc:spChg>
      </pc:sldChg>
      <pc:sldChg chg="addSp delSp modSp add mod ord">
        <pc:chgData name="Clayton Silva" userId="29ef9a7b83f2ddc4" providerId="LiveId" clId="{46905F44-6DC2-4391-B047-8FCCAE31A920}" dt="2020-08-18T12:26:30.722" v="1882" actId="20577"/>
        <pc:sldMkLst>
          <pc:docMk/>
          <pc:sldMk cId="3873523174" sldId="448"/>
        </pc:sldMkLst>
        <pc:spChg chg="mod">
          <ac:chgData name="Clayton Silva" userId="29ef9a7b83f2ddc4" providerId="LiveId" clId="{46905F44-6DC2-4391-B047-8FCCAE31A920}" dt="2020-08-18T12:26:30.722" v="1882" actId="20577"/>
          <ac:spMkLst>
            <pc:docMk/>
            <pc:sldMk cId="3873523174" sldId="448"/>
            <ac:spMk id="2" creationId="{37205C98-E40C-4AF1-AEF6-FBA80E382AFD}"/>
          </ac:spMkLst>
        </pc:spChg>
        <pc:graphicFrameChg chg="add del mod modGraphic">
          <ac:chgData name="Clayton Silva" userId="29ef9a7b83f2ddc4" providerId="LiveId" clId="{46905F44-6DC2-4391-B047-8FCCAE31A920}" dt="2020-08-17T20:10:13.789" v="1528"/>
          <ac:graphicFrameMkLst>
            <pc:docMk/>
            <pc:sldMk cId="3873523174" sldId="448"/>
            <ac:graphicFrameMk id="3" creationId="{D33B4A2F-A995-435F-A196-DD3A81395F95}"/>
          </ac:graphicFrameMkLst>
        </pc:graphicFrameChg>
        <pc:picChg chg="add mod">
          <ac:chgData name="Clayton Silva" userId="29ef9a7b83f2ddc4" providerId="LiveId" clId="{46905F44-6DC2-4391-B047-8FCCAE31A920}" dt="2020-08-17T20:10:25.168" v="1533" actId="1076"/>
          <ac:picMkLst>
            <pc:docMk/>
            <pc:sldMk cId="3873523174" sldId="448"/>
            <ac:picMk id="4" creationId="{2A03A1C4-5F7B-4304-B451-D34476B16143}"/>
          </ac:picMkLst>
        </pc:picChg>
        <pc:picChg chg="del mod">
          <ac:chgData name="Clayton Silva" userId="29ef9a7b83f2ddc4" providerId="LiveId" clId="{46905F44-6DC2-4391-B047-8FCCAE31A920}" dt="2020-08-17T20:09:51.458" v="1522" actId="478"/>
          <ac:picMkLst>
            <pc:docMk/>
            <pc:sldMk cId="3873523174" sldId="448"/>
            <ac:picMk id="6" creationId="{08540E82-E4F0-4977-8EA5-DDD3F713CBFC}"/>
          </ac:picMkLst>
        </pc:picChg>
        <pc:picChg chg="add del mod">
          <ac:chgData name="Clayton Silva" userId="29ef9a7b83f2ddc4" providerId="LiveId" clId="{46905F44-6DC2-4391-B047-8FCCAE31A920}" dt="2020-08-18T12:25:35.420" v="1862" actId="478"/>
          <ac:picMkLst>
            <pc:docMk/>
            <pc:sldMk cId="3873523174" sldId="448"/>
            <ac:picMk id="7" creationId="{4BFD9997-9EB0-49CF-86DA-735137C7CA04}"/>
          </ac:picMkLst>
        </pc:picChg>
      </pc:sldChg>
      <pc:sldChg chg="modSp add mod">
        <pc:chgData name="Clayton Silva" userId="29ef9a7b83f2ddc4" providerId="LiveId" clId="{46905F44-6DC2-4391-B047-8FCCAE31A920}" dt="2020-08-17T20:18:59.707" v="1843" actId="20577"/>
        <pc:sldMkLst>
          <pc:docMk/>
          <pc:sldMk cId="3560696867" sldId="449"/>
        </pc:sldMkLst>
        <pc:spChg chg="mod">
          <ac:chgData name="Clayton Silva" userId="29ef9a7b83f2ddc4" providerId="LiveId" clId="{46905F44-6DC2-4391-B047-8FCCAE31A920}" dt="2020-08-17T20:18:59.707" v="1843" actId="20577"/>
          <ac:spMkLst>
            <pc:docMk/>
            <pc:sldMk cId="3560696867" sldId="449"/>
            <ac:spMk id="15" creationId="{5A759B61-D403-442F-B3F5-D63F7D76E397}"/>
          </ac:spMkLst>
        </pc:spChg>
      </pc:sldChg>
      <pc:sldChg chg="delSp add mod ord">
        <pc:chgData name="Clayton Silva" userId="29ef9a7b83f2ddc4" providerId="LiveId" clId="{46905F44-6DC2-4391-B047-8FCCAE31A920}" dt="2020-08-18T12:25:11.678" v="1856"/>
        <pc:sldMkLst>
          <pc:docMk/>
          <pc:sldMk cId="3513495837" sldId="450"/>
        </pc:sldMkLst>
        <pc:picChg chg="del">
          <ac:chgData name="Clayton Silva" userId="29ef9a7b83f2ddc4" providerId="LiveId" clId="{46905F44-6DC2-4391-B047-8FCCAE31A920}" dt="2020-08-18T12:24:43.228" v="1852" actId="478"/>
          <ac:picMkLst>
            <pc:docMk/>
            <pc:sldMk cId="3513495837" sldId="450"/>
            <ac:picMk id="10" creationId="{43E27E33-9CDA-430D-A6E1-2F28C2FB73DD}"/>
          </ac:picMkLst>
        </pc:picChg>
      </pc:sldChg>
      <pc:sldChg chg="delSp add mod ord">
        <pc:chgData name="Clayton Silva" userId="29ef9a7b83f2ddc4" providerId="LiveId" clId="{46905F44-6DC2-4391-B047-8FCCAE31A920}" dt="2020-08-18T12:25:22.768" v="1860"/>
        <pc:sldMkLst>
          <pc:docMk/>
          <pc:sldMk cId="322536309" sldId="451"/>
        </pc:sldMkLst>
        <pc:picChg chg="del">
          <ac:chgData name="Clayton Silva" userId="29ef9a7b83f2ddc4" providerId="LiveId" clId="{46905F44-6DC2-4391-B047-8FCCAE31A920}" dt="2020-08-18T12:24:57.564" v="1854" actId="478"/>
          <ac:picMkLst>
            <pc:docMk/>
            <pc:sldMk cId="322536309" sldId="451"/>
            <ac:picMk id="5" creationId="{48B6CA03-3A92-4AB1-BAB0-0EEAAA3CD8A5}"/>
          </ac:picMkLst>
        </pc:picChg>
      </pc:sldChg>
      <pc:sldChg chg="modSp add mod">
        <pc:chgData name="Clayton Silva" userId="29ef9a7b83f2ddc4" providerId="LiveId" clId="{46905F44-6DC2-4391-B047-8FCCAE31A920}" dt="2020-08-18T12:26:41.838" v="1892" actId="20577"/>
        <pc:sldMkLst>
          <pc:docMk/>
          <pc:sldMk cId="4024024082" sldId="452"/>
        </pc:sldMkLst>
        <pc:spChg chg="mod">
          <ac:chgData name="Clayton Silva" userId="29ef9a7b83f2ddc4" providerId="LiveId" clId="{46905F44-6DC2-4391-B047-8FCCAE31A920}" dt="2020-08-18T12:26:41.838" v="1892" actId="20577"/>
          <ac:spMkLst>
            <pc:docMk/>
            <pc:sldMk cId="4024024082" sldId="452"/>
            <ac:spMk id="2" creationId="{37205C98-E40C-4AF1-AEF6-FBA80E382AFD}"/>
          </ac:spMkLst>
        </pc:spChg>
      </pc:sldChg>
    </pc:docChg>
  </pc:docChgLst>
  <pc:docChgLst>
    <pc:chgData name="Clayton Silva" userId="29ef9a7b83f2ddc4" providerId="LiveId" clId="{0340DFE2-84F8-4070-8141-86C0DEACC094}"/>
    <pc:docChg chg="undo custSel addSld delSld modSld sldOrd">
      <pc:chgData name="Clayton Silva" userId="29ef9a7b83f2ddc4" providerId="LiveId" clId="{0340DFE2-84F8-4070-8141-86C0DEACC094}" dt="2024-08-12T22:38:46.295" v="2173" actId="1076"/>
      <pc:docMkLst>
        <pc:docMk/>
      </pc:docMkLst>
      <pc:sldChg chg="ord">
        <pc:chgData name="Clayton Silva" userId="29ef9a7b83f2ddc4" providerId="LiveId" clId="{0340DFE2-84F8-4070-8141-86C0DEACC094}" dt="2024-08-12T21:06:03.514" v="43"/>
        <pc:sldMkLst>
          <pc:docMk/>
          <pc:sldMk cId="677833589" sldId="407"/>
        </pc:sldMkLst>
      </pc:sldChg>
      <pc:sldChg chg="del">
        <pc:chgData name="Clayton Silva" userId="29ef9a7b83f2ddc4" providerId="LiveId" clId="{0340DFE2-84F8-4070-8141-86C0DEACC094}" dt="2024-08-12T20:57:22.309" v="0" actId="47"/>
        <pc:sldMkLst>
          <pc:docMk/>
          <pc:sldMk cId="603324679" sldId="453"/>
        </pc:sldMkLst>
      </pc:sldChg>
      <pc:sldChg chg="del">
        <pc:chgData name="Clayton Silva" userId="29ef9a7b83f2ddc4" providerId="LiveId" clId="{0340DFE2-84F8-4070-8141-86C0DEACC094}" dt="2024-08-12T22:17:50.403" v="1892" actId="47"/>
        <pc:sldMkLst>
          <pc:docMk/>
          <pc:sldMk cId="1371652313" sldId="564"/>
        </pc:sldMkLst>
      </pc:sldChg>
      <pc:sldChg chg="addSp modSp mod">
        <pc:chgData name="Clayton Silva" userId="29ef9a7b83f2ddc4" providerId="LiveId" clId="{0340DFE2-84F8-4070-8141-86C0DEACC094}" dt="2024-08-12T21:14:23.886" v="255" actId="1036"/>
        <pc:sldMkLst>
          <pc:docMk/>
          <pc:sldMk cId="2078325598" sldId="565"/>
        </pc:sldMkLst>
        <pc:spChg chg="add mod">
          <ac:chgData name="Clayton Silva" userId="29ef9a7b83f2ddc4" providerId="LiveId" clId="{0340DFE2-84F8-4070-8141-86C0DEACC094}" dt="2024-08-12T21:13:19.358" v="164" actId="1036"/>
          <ac:spMkLst>
            <pc:docMk/>
            <pc:sldMk cId="2078325598" sldId="565"/>
            <ac:spMk id="3" creationId="{2CAFA324-67D8-F021-C74B-345502E28154}"/>
          </ac:spMkLst>
        </pc:spChg>
        <pc:spChg chg="mod">
          <ac:chgData name="Clayton Silva" userId="29ef9a7b83f2ddc4" providerId="LiveId" clId="{0340DFE2-84F8-4070-8141-86C0DEACC094}" dt="2024-08-12T21:14:23.886" v="255" actId="1036"/>
          <ac:spMkLst>
            <pc:docMk/>
            <pc:sldMk cId="2078325598" sldId="565"/>
            <ac:spMk id="5" creationId="{E2A18E85-6FE4-41F6-8B76-B4E13A00DDF1}"/>
          </ac:spMkLst>
        </pc:spChg>
        <pc:cxnChg chg="add mod">
          <ac:chgData name="Clayton Silva" userId="29ef9a7b83f2ddc4" providerId="LiveId" clId="{0340DFE2-84F8-4070-8141-86C0DEACC094}" dt="2024-08-12T21:13:19.358" v="164" actId="1036"/>
          <ac:cxnSpMkLst>
            <pc:docMk/>
            <pc:sldMk cId="2078325598" sldId="565"/>
            <ac:cxnSpMk id="6" creationId="{FFC5272E-FC13-1478-9B8C-2421704EB557}"/>
          </ac:cxnSpMkLst>
        </pc:cxnChg>
      </pc:sldChg>
      <pc:sldChg chg="modSp ord">
        <pc:chgData name="Clayton Silva" userId="29ef9a7b83f2ddc4" providerId="LiveId" clId="{0340DFE2-84F8-4070-8141-86C0DEACC094}" dt="2024-08-12T21:36:27.451" v="754" actId="113"/>
        <pc:sldMkLst>
          <pc:docMk/>
          <pc:sldMk cId="4011249771" sldId="570"/>
        </pc:sldMkLst>
        <pc:graphicFrameChg chg="mod">
          <ac:chgData name="Clayton Silva" userId="29ef9a7b83f2ddc4" providerId="LiveId" clId="{0340DFE2-84F8-4070-8141-86C0DEACC094}" dt="2024-08-12T21:36:27.451" v="754" actId="113"/>
          <ac:graphicFrameMkLst>
            <pc:docMk/>
            <pc:sldMk cId="4011249771" sldId="570"/>
            <ac:graphicFrameMk id="6" creationId="{4D5A670E-B9FC-4F1A-A694-6A5955FEC0C7}"/>
          </ac:graphicFrameMkLst>
        </pc:graphicFrameChg>
      </pc:sldChg>
      <pc:sldChg chg="del ord">
        <pc:chgData name="Clayton Silva" userId="29ef9a7b83f2ddc4" providerId="LiveId" clId="{0340DFE2-84F8-4070-8141-86C0DEACC094}" dt="2024-08-12T21:28:15.125" v="628" actId="47"/>
        <pc:sldMkLst>
          <pc:docMk/>
          <pc:sldMk cId="207239382" sldId="571"/>
        </pc:sldMkLst>
      </pc:sldChg>
      <pc:sldChg chg="addSp delSp modSp mod">
        <pc:chgData name="Clayton Silva" userId="29ef9a7b83f2ddc4" providerId="LiveId" clId="{0340DFE2-84F8-4070-8141-86C0DEACC094}" dt="2024-08-12T21:41:45.438" v="1025" actId="403"/>
        <pc:sldMkLst>
          <pc:docMk/>
          <pc:sldMk cId="1346365452" sldId="573"/>
        </pc:sldMkLst>
        <pc:spChg chg="mod">
          <ac:chgData name="Clayton Silva" userId="29ef9a7b83f2ddc4" providerId="LiveId" clId="{0340DFE2-84F8-4070-8141-86C0DEACC094}" dt="2024-08-12T21:41:45.438" v="1025" actId="403"/>
          <ac:spMkLst>
            <pc:docMk/>
            <pc:sldMk cId="1346365452" sldId="573"/>
            <ac:spMk id="2" creationId="{A0AAD1BB-F301-47CE-BA64-423D7F2C7033}"/>
          </ac:spMkLst>
        </pc:spChg>
        <pc:spChg chg="add mod">
          <ac:chgData name="Clayton Silva" userId="29ef9a7b83f2ddc4" providerId="LiveId" clId="{0340DFE2-84F8-4070-8141-86C0DEACC094}" dt="2024-08-12T21:41:32.420" v="1019" actId="27636"/>
          <ac:spMkLst>
            <pc:docMk/>
            <pc:sldMk cId="1346365452" sldId="573"/>
            <ac:spMk id="3" creationId="{BE9F3036-B6BA-32C1-671C-40B9FB7ADD1C}"/>
          </ac:spMkLst>
        </pc:spChg>
        <pc:spChg chg="add mod">
          <ac:chgData name="Clayton Silva" userId="29ef9a7b83f2ddc4" providerId="LiveId" clId="{0340DFE2-84F8-4070-8141-86C0DEACC094}" dt="2024-08-12T21:41:19.133" v="1014" actId="1038"/>
          <ac:spMkLst>
            <pc:docMk/>
            <pc:sldMk cId="1346365452" sldId="573"/>
            <ac:spMk id="4" creationId="{C9F86065-5F5F-E639-4FAA-EE2C3E6D0091}"/>
          </ac:spMkLst>
        </pc:spChg>
        <pc:cxnChg chg="add del mod">
          <ac:chgData name="Clayton Silva" userId="29ef9a7b83f2ddc4" providerId="LiveId" clId="{0340DFE2-84F8-4070-8141-86C0DEACC094}" dt="2024-08-12T21:41:24.651" v="1015" actId="478"/>
          <ac:cxnSpMkLst>
            <pc:docMk/>
            <pc:sldMk cId="1346365452" sldId="573"/>
            <ac:cxnSpMk id="5" creationId="{387165F5-F720-3254-29F0-AFB2515C6BEF}"/>
          </ac:cxnSpMkLst>
        </pc:cxnChg>
      </pc:sldChg>
      <pc:sldChg chg="modSp mod">
        <pc:chgData name="Clayton Silva" userId="29ef9a7b83f2ddc4" providerId="LiveId" clId="{0340DFE2-84F8-4070-8141-86C0DEACC094}" dt="2024-08-12T21:38:12.189" v="761" actId="20577"/>
        <pc:sldMkLst>
          <pc:docMk/>
          <pc:sldMk cId="1833395965" sldId="575"/>
        </pc:sldMkLst>
        <pc:spChg chg="mod">
          <ac:chgData name="Clayton Silva" userId="29ef9a7b83f2ddc4" providerId="LiveId" clId="{0340DFE2-84F8-4070-8141-86C0DEACC094}" dt="2024-08-12T21:38:12.189" v="761" actId="20577"/>
          <ac:spMkLst>
            <pc:docMk/>
            <pc:sldMk cId="1833395965" sldId="575"/>
            <ac:spMk id="4" creationId="{4D95FF0F-F271-48E7-A204-C5656918B6A3}"/>
          </ac:spMkLst>
        </pc:spChg>
      </pc:sldChg>
      <pc:sldChg chg="modSp mod">
        <pc:chgData name="Clayton Silva" userId="29ef9a7b83f2ddc4" providerId="LiveId" clId="{0340DFE2-84F8-4070-8141-86C0DEACC094}" dt="2024-08-12T22:35:36.160" v="2153" actId="113"/>
        <pc:sldMkLst>
          <pc:docMk/>
          <pc:sldMk cId="3936130942" sldId="577"/>
        </pc:sldMkLst>
        <pc:spChg chg="mod">
          <ac:chgData name="Clayton Silva" userId="29ef9a7b83f2ddc4" providerId="LiveId" clId="{0340DFE2-84F8-4070-8141-86C0DEACC094}" dt="2024-08-12T22:35:36.160" v="2153" actId="113"/>
          <ac:spMkLst>
            <pc:docMk/>
            <pc:sldMk cId="3936130942" sldId="577"/>
            <ac:spMk id="3" creationId="{BDEABFBE-0340-478D-AB29-A02C9F299F94}"/>
          </ac:spMkLst>
        </pc:spChg>
      </pc:sldChg>
      <pc:sldChg chg="addSp delSp modSp mod ord">
        <pc:chgData name="Clayton Silva" userId="29ef9a7b83f2ddc4" providerId="LiveId" clId="{0340DFE2-84F8-4070-8141-86C0DEACC094}" dt="2024-08-12T22:36:47.578" v="2164" actId="14100"/>
        <pc:sldMkLst>
          <pc:docMk/>
          <pc:sldMk cId="381243423" sldId="585"/>
        </pc:sldMkLst>
        <pc:spChg chg="del">
          <ac:chgData name="Clayton Silva" userId="29ef9a7b83f2ddc4" providerId="LiveId" clId="{0340DFE2-84F8-4070-8141-86C0DEACC094}" dt="2024-08-12T22:36:34.788" v="2161" actId="478"/>
          <ac:spMkLst>
            <pc:docMk/>
            <pc:sldMk cId="381243423" sldId="585"/>
            <ac:spMk id="2" creationId="{1352AED8-525F-49B5-8C90-1D728027DDE3}"/>
          </ac:spMkLst>
        </pc:spChg>
        <pc:spChg chg="add del">
          <ac:chgData name="Clayton Silva" userId="29ef9a7b83f2ddc4" providerId="LiveId" clId="{0340DFE2-84F8-4070-8141-86C0DEACC094}" dt="2024-08-12T22:36:27.972" v="2159" actId="478"/>
          <ac:spMkLst>
            <pc:docMk/>
            <pc:sldMk cId="381243423" sldId="585"/>
            <ac:spMk id="3" creationId="{07F58DB4-8351-41E6-A506-51822EF251E6}"/>
          </ac:spMkLst>
        </pc:spChg>
        <pc:spChg chg="add del mod">
          <ac:chgData name="Clayton Silva" userId="29ef9a7b83f2ddc4" providerId="LiveId" clId="{0340DFE2-84F8-4070-8141-86C0DEACC094}" dt="2024-08-12T22:36:22.794" v="2158" actId="478"/>
          <ac:spMkLst>
            <pc:docMk/>
            <pc:sldMk cId="381243423" sldId="585"/>
            <ac:spMk id="7" creationId="{1BAA4E88-412E-8375-5031-AD4BCD5FB81E}"/>
          </ac:spMkLst>
        </pc:spChg>
        <pc:spChg chg="add del mod">
          <ac:chgData name="Clayton Silva" userId="29ef9a7b83f2ddc4" providerId="LiveId" clId="{0340DFE2-84F8-4070-8141-86C0DEACC094}" dt="2024-08-12T22:36:30.563" v="2160" actId="478"/>
          <ac:spMkLst>
            <pc:docMk/>
            <pc:sldMk cId="381243423" sldId="585"/>
            <ac:spMk id="9" creationId="{775DFF11-A0D2-DB82-E77A-2F67D4A92510}"/>
          </ac:spMkLst>
        </pc:spChg>
        <pc:spChg chg="add del mod">
          <ac:chgData name="Clayton Silva" userId="29ef9a7b83f2ddc4" providerId="LiveId" clId="{0340DFE2-84F8-4070-8141-86C0DEACC094}" dt="2024-08-12T22:36:37.013" v="2162" actId="478"/>
          <ac:spMkLst>
            <pc:docMk/>
            <pc:sldMk cId="381243423" sldId="585"/>
            <ac:spMk id="11" creationId="{1D827211-DE39-0549-2AE0-481E340D7C7A}"/>
          </ac:spMkLst>
        </pc:spChg>
        <pc:picChg chg="mod">
          <ac:chgData name="Clayton Silva" userId="29ef9a7b83f2ddc4" providerId="LiveId" clId="{0340DFE2-84F8-4070-8141-86C0DEACC094}" dt="2024-08-12T22:36:47.578" v="2164" actId="14100"/>
          <ac:picMkLst>
            <pc:docMk/>
            <pc:sldMk cId="381243423" sldId="585"/>
            <ac:picMk id="5" creationId="{9B1B99EA-0559-2B97-F541-DE6552334100}"/>
          </ac:picMkLst>
        </pc:picChg>
      </pc:sldChg>
      <pc:sldChg chg="modSp add mod">
        <pc:chgData name="Clayton Silva" userId="29ef9a7b83f2ddc4" providerId="LiveId" clId="{0340DFE2-84F8-4070-8141-86C0DEACC094}" dt="2024-08-12T21:13:35.420" v="201" actId="1035"/>
        <pc:sldMkLst>
          <pc:docMk/>
          <pc:sldMk cId="58268741" sldId="616"/>
        </pc:sldMkLst>
        <pc:spChg chg="mod">
          <ac:chgData name="Clayton Silva" userId="29ef9a7b83f2ddc4" providerId="LiveId" clId="{0340DFE2-84F8-4070-8141-86C0DEACC094}" dt="2024-08-12T21:13:35.420" v="201" actId="1035"/>
          <ac:spMkLst>
            <pc:docMk/>
            <pc:sldMk cId="58268741" sldId="616"/>
            <ac:spMk id="3" creationId="{2CAFA324-67D8-F021-C74B-345502E28154}"/>
          </ac:spMkLst>
        </pc:spChg>
        <pc:spChg chg="mod">
          <ac:chgData name="Clayton Silva" userId="29ef9a7b83f2ddc4" providerId="LiveId" clId="{0340DFE2-84F8-4070-8141-86C0DEACC094}" dt="2024-08-12T21:13:35.420" v="201" actId="1035"/>
          <ac:spMkLst>
            <pc:docMk/>
            <pc:sldMk cId="58268741" sldId="616"/>
            <ac:spMk id="5" creationId="{E2A18E85-6FE4-41F6-8B76-B4E13A00DDF1}"/>
          </ac:spMkLst>
        </pc:spChg>
        <pc:cxnChg chg="mod">
          <ac:chgData name="Clayton Silva" userId="29ef9a7b83f2ddc4" providerId="LiveId" clId="{0340DFE2-84F8-4070-8141-86C0DEACC094}" dt="2024-08-12T21:13:35.420" v="201" actId="1035"/>
          <ac:cxnSpMkLst>
            <pc:docMk/>
            <pc:sldMk cId="58268741" sldId="616"/>
            <ac:cxnSpMk id="6" creationId="{FFC5272E-FC13-1478-9B8C-2421704EB557}"/>
          </ac:cxnSpMkLst>
        </pc:cxnChg>
      </pc:sldChg>
      <pc:sldChg chg="modSp add mod">
        <pc:chgData name="Clayton Silva" userId="29ef9a7b83f2ddc4" providerId="LiveId" clId="{0340DFE2-84F8-4070-8141-86C0DEACC094}" dt="2024-08-12T21:13:52.452" v="237" actId="1036"/>
        <pc:sldMkLst>
          <pc:docMk/>
          <pc:sldMk cId="3788461130" sldId="617"/>
        </pc:sldMkLst>
        <pc:spChg chg="mod">
          <ac:chgData name="Clayton Silva" userId="29ef9a7b83f2ddc4" providerId="LiveId" clId="{0340DFE2-84F8-4070-8141-86C0DEACC094}" dt="2024-08-12T21:13:52.452" v="237" actId="1036"/>
          <ac:spMkLst>
            <pc:docMk/>
            <pc:sldMk cId="3788461130" sldId="617"/>
            <ac:spMk id="3" creationId="{2CAFA324-67D8-F021-C74B-345502E28154}"/>
          </ac:spMkLst>
        </pc:spChg>
        <pc:spChg chg="mod">
          <ac:chgData name="Clayton Silva" userId="29ef9a7b83f2ddc4" providerId="LiveId" clId="{0340DFE2-84F8-4070-8141-86C0DEACC094}" dt="2024-08-12T21:13:52.452" v="237" actId="1036"/>
          <ac:spMkLst>
            <pc:docMk/>
            <pc:sldMk cId="3788461130" sldId="617"/>
            <ac:spMk id="5" creationId="{E2A18E85-6FE4-41F6-8B76-B4E13A00DDF1}"/>
          </ac:spMkLst>
        </pc:spChg>
        <pc:cxnChg chg="mod">
          <ac:chgData name="Clayton Silva" userId="29ef9a7b83f2ddc4" providerId="LiveId" clId="{0340DFE2-84F8-4070-8141-86C0DEACC094}" dt="2024-08-12T21:13:52.452" v="237" actId="1036"/>
          <ac:cxnSpMkLst>
            <pc:docMk/>
            <pc:sldMk cId="3788461130" sldId="617"/>
            <ac:cxnSpMk id="6" creationId="{FFC5272E-FC13-1478-9B8C-2421704EB557}"/>
          </ac:cxnSpMkLst>
        </pc:cxnChg>
      </pc:sldChg>
      <pc:sldChg chg="modSp add mod ord">
        <pc:chgData name="Clayton Silva" userId="29ef9a7b83f2ddc4" providerId="LiveId" clId="{0340DFE2-84F8-4070-8141-86C0DEACC094}" dt="2024-08-12T21:28:44.320" v="631" actId="27636"/>
        <pc:sldMkLst>
          <pc:docMk/>
          <pc:sldMk cId="3718926077" sldId="618"/>
        </pc:sldMkLst>
        <pc:spChg chg="mod">
          <ac:chgData name="Clayton Silva" userId="29ef9a7b83f2ddc4" providerId="LiveId" clId="{0340DFE2-84F8-4070-8141-86C0DEACC094}" dt="2024-08-12T21:27:52.446" v="625" actId="207"/>
          <ac:spMkLst>
            <pc:docMk/>
            <pc:sldMk cId="3718926077" sldId="618"/>
            <ac:spMk id="2" creationId="{DD3B1C15-B353-48DC-9571-788F286393E8}"/>
          </ac:spMkLst>
        </pc:spChg>
        <pc:spChg chg="mod">
          <ac:chgData name="Clayton Silva" userId="29ef9a7b83f2ddc4" providerId="LiveId" clId="{0340DFE2-84F8-4070-8141-86C0DEACC094}" dt="2024-08-12T21:28:44.320" v="631" actId="27636"/>
          <ac:spMkLst>
            <pc:docMk/>
            <pc:sldMk cId="3718926077" sldId="618"/>
            <ac:spMk id="5" creationId="{E2A18E85-6FE4-41F6-8B76-B4E13A00DDF1}"/>
          </ac:spMkLst>
        </pc:spChg>
      </pc:sldChg>
      <pc:sldChg chg="addSp modSp new mod">
        <pc:chgData name="Clayton Silva" userId="29ef9a7b83f2ddc4" providerId="LiveId" clId="{0340DFE2-84F8-4070-8141-86C0DEACC094}" dt="2024-08-12T21:54:50.192" v="1377" actId="1076"/>
        <pc:sldMkLst>
          <pc:docMk/>
          <pc:sldMk cId="1831277085" sldId="619"/>
        </pc:sldMkLst>
        <pc:spChg chg="mod">
          <ac:chgData name="Clayton Silva" userId="29ef9a7b83f2ddc4" providerId="LiveId" clId="{0340DFE2-84F8-4070-8141-86C0DEACC094}" dt="2024-08-12T21:54:36.700" v="1373" actId="1035"/>
          <ac:spMkLst>
            <pc:docMk/>
            <pc:sldMk cId="1831277085" sldId="619"/>
            <ac:spMk id="2" creationId="{277F8F8A-B287-387C-7200-3B020FBEDC87}"/>
          </ac:spMkLst>
        </pc:spChg>
        <pc:spChg chg="mod">
          <ac:chgData name="Clayton Silva" userId="29ef9a7b83f2ddc4" providerId="LiveId" clId="{0340DFE2-84F8-4070-8141-86C0DEACC094}" dt="2024-08-12T21:54:50.192" v="1377" actId="1076"/>
          <ac:spMkLst>
            <pc:docMk/>
            <pc:sldMk cId="1831277085" sldId="619"/>
            <ac:spMk id="3" creationId="{D1B4B913-D068-3237-F3ED-57633D83F6C5}"/>
          </ac:spMkLst>
        </pc:spChg>
        <pc:picChg chg="add mod modCrop">
          <ac:chgData name="Clayton Silva" userId="29ef9a7b83f2ddc4" providerId="LiveId" clId="{0340DFE2-84F8-4070-8141-86C0DEACC094}" dt="2024-08-12T21:54:42.886" v="1374" actId="14100"/>
          <ac:picMkLst>
            <pc:docMk/>
            <pc:sldMk cId="1831277085" sldId="619"/>
            <ac:picMk id="6" creationId="{13C29323-8AAA-BE31-2B61-85D31876EF7F}"/>
          </ac:picMkLst>
        </pc:picChg>
      </pc:sldChg>
      <pc:sldChg chg="delSp modSp add mod">
        <pc:chgData name="Clayton Silva" userId="29ef9a7b83f2ddc4" providerId="LiveId" clId="{0340DFE2-84F8-4070-8141-86C0DEACC094}" dt="2024-08-12T22:21:33.394" v="1964" actId="113"/>
        <pc:sldMkLst>
          <pc:docMk/>
          <pc:sldMk cId="3451816181" sldId="620"/>
        </pc:sldMkLst>
        <pc:spChg chg="mod">
          <ac:chgData name="Clayton Silva" userId="29ef9a7b83f2ddc4" providerId="LiveId" clId="{0340DFE2-84F8-4070-8141-86C0DEACC094}" dt="2024-08-12T22:21:33.394" v="1964" actId="113"/>
          <ac:spMkLst>
            <pc:docMk/>
            <pc:sldMk cId="3451816181" sldId="620"/>
            <ac:spMk id="3" creationId="{D1B4B913-D068-3237-F3ED-57633D83F6C5}"/>
          </ac:spMkLst>
        </pc:spChg>
        <pc:picChg chg="del">
          <ac:chgData name="Clayton Silva" userId="29ef9a7b83f2ddc4" providerId="LiveId" clId="{0340DFE2-84F8-4070-8141-86C0DEACC094}" dt="2024-08-12T21:55:53.473" v="1379" actId="478"/>
          <ac:picMkLst>
            <pc:docMk/>
            <pc:sldMk cId="3451816181" sldId="620"/>
            <ac:picMk id="6" creationId="{13C29323-8AAA-BE31-2B61-85D31876EF7F}"/>
          </ac:picMkLst>
        </pc:picChg>
      </pc:sldChg>
      <pc:sldChg chg="modSp add mod">
        <pc:chgData name="Clayton Silva" userId="29ef9a7b83f2ddc4" providerId="LiveId" clId="{0340DFE2-84F8-4070-8141-86C0DEACC094}" dt="2024-08-12T22:02:36.880" v="1805" actId="27636"/>
        <pc:sldMkLst>
          <pc:docMk/>
          <pc:sldMk cId="2890514167" sldId="621"/>
        </pc:sldMkLst>
        <pc:spChg chg="mod">
          <ac:chgData name="Clayton Silva" userId="29ef9a7b83f2ddc4" providerId="LiveId" clId="{0340DFE2-84F8-4070-8141-86C0DEACC094}" dt="2024-08-12T22:02:36.880" v="1805" actId="27636"/>
          <ac:spMkLst>
            <pc:docMk/>
            <pc:sldMk cId="2890514167" sldId="621"/>
            <ac:spMk id="3" creationId="{D1B4B913-D068-3237-F3ED-57633D83F6C5}"/>
          </ac:spMkLst>
        </pc:spChg>
      </pc:sldChg>
      <pc:sldChg chg="modSp new mod">
        <pc:chgData name="Clayton Silva" userId="29ef9a7b83f2ddc4" providerId="LiveId" clId="{0340DFE2-84F8-4070-8141-86C0DEACC094}" dt="2024-08-12T22:08:16.508" v="1867" actId="113"/>
        <pc:sldMkLst>
          <pc:docMk/>
          <pc:sldMk cId="3764397084" sldId="622"/>
        </pc:sldMkLst>
        <pc:spChg chg="mod">
          <ac:chgData name="Clayton Silva" userId="29ef9a7b83f2ddc4" providerId="LiveId" clId="{0340DFE2-84F8-4070-8141-86C0DEACC094}" dt="2024-08-12T22:04:22.785" v="1845" actId="20577"/>
          <ac:spMkLst>
            <pc:docMk/>
            <pc:sldMk cId="3764397084" sldId="622"/>
            <ac:spMk id="2" creationId="{AE8DC5EE-13CC-AF26-6265-7AD1C5188234}"/>
          </ac:spMkLst>
        </pc:spChg>
        <pc:spChg chg="mod">
          <ac:chgData name="Clayton Silva" userId="29ef9a7b83f2ddc4" providerId="LiveId" clId="{0340DFE2-84F8-4070-8141-86C0DEACC094}" dt="2024-08-12T22:08:16.508" v="1867" actId="113"/>
          <ac:spMkLst>
            <pc:docMk/>
            <pc:sldMk cId="3764397084" sldId="622"/>
            <ac:spMk id="3" creationId="{86C6F5EA-DE5D-EE0B-5B1A-E106F4FAD570}"/>
          </ac:spMkLst>
        </pc:spChg>
      </pc:sldChg>
      <pc:sldChg chg="modSp add mod">
        <pc:chgData name="Clayton Silva" userId="29ef9a7b83f2ddc4" providerId="LiveId" clId="{0340DFE2-84F8-4070-8141-86C0DEACC094}" dt="2024-08-12T22:11:32.758" v="1886" actId="113"/>
        <pc:sldMkLst>
          <pc:docMk/>
          <pc:sldMk cId="1286125100" sldId="623"/>
        </pc:sldMkLst>
        <pc:spChg chg="mod">
          <ac:chgData name="Clayton Silva" userId="29ef9a7b83f2ddc4" providerId="LiveId" clId="{0340DFE2-84F8-4070-8141-86C0DEACC094}" dt="2024-08-12T22:11:32.758" v="1886" actId="113"/>
          <ac:spMkLst>
            <pc:docMk/>
            <pc:sldMk cId="1286125100" sldId="623"/>
            <ac:spMk id="3" creationId="{86C6F5EA-DE5D-EE0B-5B1A-E106F4FAD570}"/>
          </ac:spMkLst>
        </pc:spChg>
      </pc:sldChg>
      <pc:sldChg chg="addSp delSp modSp new mod setBg">
        <pc:chgData name="Clayton Silva" userId="29ef9a7b83f2ddc4" providerId="LiveId" clId="{0340DFE2-84F8-4070-8141-86C0DEACC094}" dt="2024-08-12T22:13:28.645" v="1891" actId="962"/>
        <pc:sldMkLst>
          <pc:docMk/>
          <pc:sldMk cId="3421483330" sldId="624"/>
        </pc:sldMkLst>
        <pc:spChg chg="del">
          <ac:chgData name="Clayton Silva" userId="29ef9a7b83f2ddc4" providerId="LiveId" clId="{0340DFE2-84F8-4070-8141-86C0DEACC094}" dt="2024-08-12T22:13:25.378" v="1889" actId="26606"/>
          <ac:spMkLst>
            <pc:docMk/>
            <pc:sldMk cId="3421483330" sldId="624"/>
            <ac:spMk id="2" creationId="{AFE6D4A0-EE57-7FBC-DB13-67F99071E6C9}"/>
          </ac:spMkLst>
        </pc:spChg>
        <pc:spChg chg="del">
          <ac:chgData name="Clayton Silva" userId="29ef9a7b83f2ddc4" providerId="LiveId" clId="{0340DFE2-84F8-4070-8141-86C0DEACC094}" dt="2024-08-12T22:13:20.817" v="1888"/>
          <ac:spMkLst>
            <pc:docMk/>
            <pc:sldMk cId="3421483330" sldId="624"/>
            <ac:spMk id="3" creationId="{720E794A-2F12-DA82-577E-0B3A5259E561}"/>
          </ac:spMkLst>
        </pc:spChg>
        <pc:spChg chg="mod ord">
          <ac:chgData name="Clayton Silva" userId="29ef9a7b83f2ddc4" providerId="LiveId" clId="{0340DFE2-84F8-4070-8141-86C0DEACC094}" dt="2024-08-12T22:13:25.378" v="1889" actId="26606"/>
          <ac:spMkLst>
            <pc:docMk/>
            <pc:sldMk cId="3421483330" sldId="624"/>
            <ac:spMk id="4" creationId="{E3F44AD9-2AF2-03A0-89A0-F133C1A31AE1}"/>
          </ac:spMkLst>
        </pc:spChg>
        <pc:picChg chg="add mod">
          <ac:chgData name="Clayton Silva" userId="29ef9a7b83f2ddc4" providerId="LiveId" clId="{0340DFE2-84F8-4070-8141-86C0DEACC094}" dt="2024-08-12T22:13:28.645" v="1891" actId="962"/>
          <ac:picMkLst>
            <pc:docMk/>
            <pc:sldMk cId="3421483330" sldId="624"/>
            <ac:picMk id="1026" creationId="{9D17BC9F-74EB-D59E-03B1-14812F57C4B0}"/>
          </ac:picMkLst>
        </pc:picChg>
      </pc:sldChg>
      <pc:sldChg chg="addSp delSp modSp new mod ord">
        <pc:chgData name="Clayton Silva" userId="29ef9a7b83f2ddc4" providerId="LiveId" clId="{0340DFE2-84F8-4070-8141-86C0DEACC094}" dt="2024-08-12T22:20:47.205" v="1949"/>
        <pc:sldMkLst>
          <pc:docMk/>
          <pc:sldMk cId="177154342" sldId="625"/>
        </pc:sldMkLst>
        <pc:spChg chg="mod">
          <ac:chgData name="Clayton Silva" userId="29ef9a7b83f2ddc4" providerId="LiveId" clId="{0340DFE2-84F8-4070-8141-86C0DEACC094}" dt="2024-08-12T22:18:45.175" v="1939" actId="404"/>
          <ac:spMkLst>
            <pc:docMk/>
            <pc:sldMk cId="177154342" sldId="625"/>
            <ac:spMk id="2" creationId="{ED4E395F-2239-0E25-0B19-5A34BD2E9AC4}"/>
          </ac:spMkLst>
        </pc:spChg>
        <pc:spChg chg="del">
          <ac:chgData name="Clayton Silva" userId="29ef9a7b83f2ddc4" providerId="LiveId" clId="{0340DFE2-84F8-4070-8141-86C0DEACC094}" dt="2024-08-12T22:18:48.200" v="1940" actId="22"/>
          <ac:spMkLst>
            <pc:docMk/>
            <pc:sldMk cId="177154342" sldId="625"/>
            <ac:spMk id="3" creationId="{F9B85F8B-3CF0-B58B-F046-AD8D71284493}"/>
          </ac:spMkLst>
        </pc:spChg>
        <pc:picChg chg="add mod ord modCrop">
          <ac:chgData name="Clayton Silva" userId="29ef9a7b83f2ddc4" providerId="LiveId" clId="{0340DFE2-84F8-4070-8141-86C0DEACC094}" dt="2024-08-12T22:19:26.018" v="1947" actId="1076"/>
          <ac:picMkLst>
            <pc:docMk/>
            <pc:sldMk cId="177154342" sldId="625"/>
            <ac:picMk id="6" creationId="{B13770E2-8B6D-D296-C30B-91903DAA498B}"/>
          </ac:picMkLst>
        </pc:picChg>
      </pc:sldChg>
      <pc:sldChg chg="new del">
        <pc:chgData name="Clayton Silva" userId="29ef9a7b83f2ddc4" providerId="LiveId" clId="{0340DFE2-84F8-4070-8141-86C0DEACC094}" dt="2024-08-12T22:24:35.274" v="2026" actId="47"/>
        <pc:sldMkLst>
          <pc:docMk/>
          <pc:sldMk cId="1536102969" sldId="626"/>
        </pc:sldMkLst>
      </pc:sldChg>
      <pc:sldChg chg="addSp delSp modSp new mod">
        <pc:chgData name="Clayton Silva" userId="29ef9a7b83f2ddc4" providerId="LiveId" clId="{0340DFE2-84F8-4070-8141-86C0DEACC094}" dt="2024-08-12T22:24:21.926" v="2025" actId="14100"/>
        <pc:sldMkLst>
          <pc:docMk/>
          <pc:sldMk cId="996541705" sldId="627"/>
        </pc:sldMkLst>
        <pc:spChg chg="mod">
          <ac:chgData name="Clayton Silva" userId="29ef9a7b83f2ddc4" providerId="LiveId" clId="{0340DFE2-84F8-4070-8141-86C0DEACC094}" dt="2024-08-12T22:24:11.525" v="2023" actId="14100"/>
          <ac:spMkLst>
            <pc:docMk/>
            <pc:sldMk cId="996541705" sldId="627"/>
            <ac:spMk id="2" creationId="{B8B1B668-6DB8-9B5E-BD22-A46786AAF4D0}"/>
          </ac:spMkLst>
        </pc:spChg>
        <pc:spChg chg="del">
          <ac:chgData name="Clayton Silva" userId="29ef9a7b83f2ddc4" providerId="LiveId" clId="{0340DFE2-84F8-4070-8141-86C0DEACC094}" dt="2024-08-12T22:22:57.757" v="1967" actId="22"/>
          <ac:spMkLst>
            <pc:docMk/>
            <pc:sldMk cId="996541705" sldId="627"/>
            <ac:spMk id="3" creationId="{46682410-85DA-6D85-B748-F875C59DEFF9}"/>
          </ac:spMkLst>
        </pc:spChg>
        <pc:picChg chg="add mod ord modCrop">
          <ac:chgData name="Clayton Silva" userId="29ef9a7b83f2ddc4" providerId="LiveId" clId="{0340DFE2-84F8-4070-8141-86C0DEACC094}" dt="2024-08-12T22:24:21.926" v="2025" actId="14100"/>
          <ac:picMkLst>
            <pc:docMk/>
            <pc:sldMk cId="996541705" sldId="627"/>
            <ac:picMk id="6" creationId="{84419BF6-6664-4BAF-C204-EB608234ADA4}"/>
          </ac:picMkLst>
        </pc:picChg>
      </pc:sldChg>
      <pc:sldChg chg="addSp delSp modSp new mod setBg setClrOvrMap">
        <pc:chgData name="Clayton Silva" userId="29ef9a7b83f2ddc4" providerId="LiveId" clId="{0340DFE2-84F8-4070-8141-86C0DEACC094}" dt="2024-08-12T22:26:03.841" v="2048" actId="20577"/>
        <pc:sldMkLst>
          <pc:docMk/>
          <pc:sldMk cId="1641079941" sldId="628"/>
        </pc:sldMkLst>
        <pc:spChg chg="mod">
          <ac:chgData name="Clayton Silva" userId="29ef9a7b83f2ddc4" providerId="LiveId" clId="{0340DFE2-84F8-4070-8141-86C0DEACC094}" dt="2024-08-12T22:26:03.841" v="2048" actId="20577"/>
          <ac:spMkLst>
            <pc:docMk/>
            <pc:sldMk cId="1641079941" sldId="628"/>
            <ac:spMk id="2" creationId="{BE7080BE-5097-95F0-4867-D6E3C31280C3}"/>
          </ac:spMkLst>
        </pc:spChg>
        <pc:spChg chg="del">
          <ac:chgData name="Clayton Silva" userId="29ef9a7b83f2ddc4" providerId="LiveId" clId="{0340DFE2-84F8-4070-8141-86C0DEACC094}" dt="2024-08-12T22:25:53.923" v="2028" actId="26606"/>
          <ac:spMkLst>
            <pc:docMk/>
            <pc:sldMk cId="1641079941" sldId="628"/>
            <ac:spMk id="3" creationId="{24778776-461F-EFD2-2E9D-F7393C53AD88}"/>
          </ac:spMkLst>
        </pc:spChg>
        <pc:spChg chg="mod">
          <ac:chgData name="Clayton Silva" userId="29ef9a7b83f2ddc4" providerId="LiveId" clId="{0340DFE2-84F8-4070-8141-86C0DEACC094}" dt="2024-08-12T22:25:53.923" v="2028" actId="26606"/>
          <ac:spMkLst>
            <pc:docMk/>
            <pc:sldMk cId="1641079941" sldId="628"/>
            <ac:spMk id="4" creationId="{AF3F5281-99C9-24A1-3980-0CE789350F25}"/>
          </ac:spMkLst>
        </pc:spChg>
        <pc:spChg chg="add">
          <ac:chgData name="Clayton Silva" userId="29ef9a7b83f2ddc4" providerId="LiveId" clId="{0340DFE2-84F8-4070-8141-86C0DEACC094}" dt="2024-08-12T22:25:53.923" v="2028" actId="26606"/>
          <ac:spMkLst>
            <pc:docMk/>
            <pc:sldMk cId="1641079941" sldId="628"/>
            <ac:spMk id="9" creationId="{66B332A4-D438-4773-A77F-5ED49A448D9D}"/>
          </ac:spMkLst>
        </pc:spChg>
        <pc:spChg chg="add">
          <ac:chgData name="Clayton Silva" userId="29ef9a7b83f2ddc4" providerId="LiveId" clId="{0340DFE2-84F8-4070-8141-86C0DEACC094}" dt="2024-08-12T22:25:53.923" v="2028" actId="26606"/>
          <ac:spMkLst>
            <pc:docMk/>
            <pc:sldMk cId="1641079941" sldId="628"/>
            <ac:spMk id="11" creationId="{DF9AD32D-FF05-44F4-BD4D-9CEE89B71EB9}"/>
          </ac:spMkLst>
        </pc:spChg>
      </pc:sldChg>
      <pc:sldChg chg="addSp delSp modSp new mod setBg modClrScheme delDesignElem chgLayout">
        <pc:chgData name="Clayton Silva" userId="29ef9a7b83f2ddc4" providerId="LiveId" clId="{0340DFE2-84F8-4070-8141-86C0DEACC094}" dt="2024-08-12T22:30:02.460" v="2123" actId="1076"/>
        <pc:sldMkLst>
          <pc:docMk/>
          <pc:sldMk cId="148252269" sldId="629"/>
        </pc:sldMkLst>
        <pc:spChg chg="del mod ord">
          <ac:chgData name="Clayton Silva" userId="29ef9a7b83f2ddc4" providerId="LiveId" clId="{0340DFE2-84F8-4070-8141-86C0DEACC094}" dt="2024-08-12T22:29:14.392" v="2092" actId="478"/>
          <ac:spMkLst>
            <pc:docMk/>
            <pc:sldMk cId="148252269" sldId="629"/>
            <ac:spMk id="2" creationId="{1425F4BC-CF1F-DFDE-3247-66644035FF5C}"/>
          </ac:spMkLst>
        </pc:spChg>
        <pc:spChg chg="del">
          <ac:chgData name="Clayton Silva" userId="29ef9a7b83f2ddc4" providerId="LiveId" clId="{0340DFE2-84F8-4070-8141-86C0DEACC094}" dt="2024-08-12T22:26:20.634" v="2052" actId="22"/>
          <ac:spMkLst>
            <pc:docMk/>
            <pc:sldMk cId="148252269" sldId="629"/>
            <ac:spMk id="3" creationId="{89E0F37F-5A6A-8F65-5B70-4FEC89BD90A7}"/>
          </ac:spMkLst>
        </pc:spChg>
        <pc:spChg chg="mod ord">
          <ac:chgData name="Clayton Silva" userId="29ef9a7b83f2ddc4" providerId="LiveId" clId="{0340DFE2-84F8-4070-8141-86C0DEACC094}" dt="2024-08-12T22:29:12.345" v="2091" actId="700"/>
          <ac:spMkLst>
            <pc:docMk/>
            <pc:sldMk cId="148252269" sldId="629"/>
            <ac:spMk id="4" creationId="{4F78C39B-694C-FBFA-0527-BE7F610AD006}"/>
          </ac:spMkLst>
        </pc:spChg>
        <pc:spChg chg="add del mod">
          <ac:chgData name="Clayton Silva" userId="29ef9a7b83f2ddc4" providerId="LiveId" clId="{0340DFE2-84F8-4070-8141-86C0DEACC094}" dt="2024-08-12T22:28:44.079" v="2084"/>
          <ac:spMkLst>
            <pc:docMk/>
            <pc:sldMk cId="148252269" sldId="629"/>
            <ac:spMk id="8" creationId="{68E77208-C9FD-EEC7-204E-45E7DD953F0A}"/>
          </ac:spMkLst>
        </pc:spChg>
        <pc:spChg chg="add del">
          <ac:chgData name="Clayton Silva" userId="29ef9a7b83f2ddc4" providerId="LiveId" clId="{0340DFE2-84F8-4070-8141-86C0DEACC094}" dt="2024-08-12T22:27:05.151" v="2078" actId="26606"/>
          <ac:spMkLst>
            <pc:docMk/>
            <pc:sldMk cId="148252269" sldId="629"/>
            <ac:spMk id="11" creationId="{D4771268-CB57-404A-9271-370EB28F6090}"/>
          </ac:spMkLst>
        </pc:spChg>
        <pc:spChg chg="add del mod ord">
          <ac:chgData name="Clayton Silva" userId="29ef9a7b83f2ddc4" providerId="LiveId" clId="{0340DFE2-84F8-4070-8141-86C0DEACC094}" dt="2024-08-12T22:29:12.345" v="2091" actId="700"/>
          <ac:spMkLst>
            <pc:docMk/>
            <pc:sldMk cId="148252269" sldId="629"/>
            <ac:spMk id="12" creationId="{AB18E181-C999-AC3A-BB4E-45DA5D797853}"/>
          </ac:spMkLst>
        </pc:spChg>
        <pc:spChg chg="add del">
          <ac:chgData name="Clayton Silva" userId="29ef9a7b83f2ddc4" providerId="LiveId" clId="{0340DFE2-84F8-4070-8141-86C0DEACC094}" dt="2024-08-12T22:29:12.345" v="2091" actId="700"/>
          <ac:spMkLst>
            <pc:docMk/>
            <pc:sldMk cId="148252269" sldId="629"/>
            <ac:spMk id="13" creationId="{047C8CCB-F95D-4249-92DD-651249D3535A}"/>
          </ac:spMkLst>
        </pc:spChg>
        <pc:spChg chg="add del">
          <ac:chgData name="Clayton Silva" userId="29ef9a7b83f2ddc4" providerId="LiveId" clId="{0340DFE2-84F8-4070-8141-86C0DEACC094}" dt="2024-08-12T22:29:12.345" v="2091" actId="700"/>
          <ac:spMkLst>
            <pc:docMk/>
            <pc:sldMk cId="148252269" sldId="629"/>
            <ac:spMk id="14" creationId="{6753252F-4873-4F63-801D-CC719279A7D5}"/>
          </ac:spMkLst>
        </pc:spChg>
        <pc:spChg chg="add del mod ord">
          <ac:chgData name="Clayton Silva" userId="29ef9a7b83f2ddc4" providerId="LiveId" clId="{0340DFE2-84F8-4070-8141-86C0DEACC094}" dt="2024-08-12T22:29:20.230" v="2094" actId="478"/>
          <ac:spMkLst>
            <pc:docMk/>
            <pc:sldMk cId="148252269" sldId="629"/>
            <ac:spMk id="15" creationId="{9FCDB976-4269-C111-B846-AF08504FBE8C}"/>
          </ac:spMkLst>
        </pc:spChg>
        <pc:spChg chg="add del mod">
          <ac:chgData name="Clayton Silva" userId="29ef9a7b83f2ddc4" providerId="LiveId" clId="{0340DFE2-84F8-4070-8141-86C0DEACC094}" dt="2024-08-12T22:29:17.566" v="2093" actId="478"/>
          <ac:spMkLst>
            <pc:docMk/>
            <pc:sldMk cId="148252269" sldId="629"/>
            <ac:spMk id="17" creationId="{CEBC883A-1212-56E1-10D5-1F91309A77C2}"/>
          </ac:spMkLst>
        </pc:spChg>
        <pc:spChg chg="add mod">
          <ac:chgData name="Clayton Silva" userId="29ef9a7b83f2ddc4" providerId="LiveId" clId="{0340DFE2-84F8-4070-8141-86C0DEACC094}" dt="2024-08-12T22:30:02.460" v="2123" actId="1076"/>
          <ac:spMkLst>
            <pc:docMk/>
            <pc:sldMk cId="148252269" sldId="629"/>
            <ac:spMk id="19" creationId="{0322B937-9E12-963E-00F2-7563E32A9433}"/>
          </ac:spMkLst>
        </pc:spChg>
        <pc:picChg chg="add del mod ord modCrop">
          <ac:chgData name="Clayton Silva" userId="29ef9a7b83f2ddc4" providerId="LiveId" clId="{0340DFE2-84F8-4070-8141-86C0DEACC094}" dt="2024-08-12T22:28:37.050" v="2083" actId="478"/>
          <ac:picMkLst>
            <pc:docMk/>
            <pc:sldMk cId="148252269" sldId="629"/>
            <ac:picMk id="6" creationId="{8E382170-5597-0716-EA35-C36950CF3B87}"/>
          </ac:picMkLst>
        </pc:picChg>
        <pc:picChg chg="add del mod">
          <ac:chgData name="Clayton Silva" userId="29ef9a7b83f2ddc4" providerId="LiveId" clId="{0340DFE2-84F8-4070-8141-86C0DEACC094}" dt="2024-08-12T22:29:03.668" v="2090" actId="21"/>
          <ac:picMkLst>
            <pc:docMk/>
            <pc:sldMk cId="148252269" sldId="629"/>
            <ac:picMk id="9" creationId="{575A37E6-5119-0FCD-A3C7-79A7F330A72E}"/>
          </ac:picMkLst>
        </pc:picChg>
        <pc:picChg chg="add mod">
          <ac:chgData name="Clayton Silva" userId="29ef9a7b83f2ddc4" providerId="LiveId" clId="{0340DFE2-84F8-4070-8141-86C0DEACC094}" dt="2024-08-12T22:29:35.576" v="2098" actId="1076"/>
          <ac:picMkLst>
            <pc:docMk/>
            <pc:sldMk cId="148252269" sldId="629"/>
            <ac:picMk id="18" creationId="{575A37E6-5119-0FCD-A3C7-79A7F330A72E}"/>
          </ac:picMkLst>
        </pc:picChg>
      </pc:sldChg>
      <pc:sldChg chg="add del">
        <pc:chgData name="Clayton Silva" userId="29ef9a7b83f2ddc4" providerId="LiveId" clId="{0340DFE2-84F8-4070-8141-86C0DEACC094}" dt="2024-08-12T22:26:13.167" v="2050" actId="47"/>
        <pc:sldMkLst>
          <pc:docMk/>
          <pc:sldMk cId="3470895438" sldId="629"/>
        </pc:sldMkLst>
      </pc:sldChg>
      <pc:sldChg chg="addSp delSp modSp add del mod">
        <pc:chgData name="Clayton Silva" userId="29ef9a7b83f2ddc4" providerId="LiveId" clId="{0340DFE2-84F8-4070-8141-86C0DEACC094}" dt="2024-08-12T22:35:40.841" v="2154" actId="47"/>
        <pc:sldMkLst>
          <pc:docMk/>
          <pc:sldMk cId="1746564531" sldId="630"/>
        </pc:sldMkLst>
        <pc:spChg chg="del">
          <ac:chgData name="Clayton Silva" userId="29ef9a7b83f2ddc4" providerId="LiveId" clId="{0340DFE2-84F8-4070-8141-86C0DEACC094}" dt="2024-08-12T22:34:27.880" v="2139" actId="478"/>
          <ac:spMkLst>
            <pc:docMk/>
            <pc:sldMk cId="1746564531" sldId="630"/>
            <ac:spMk id="3" creationId="{BDEABFBE-0340-478D-AB29-A02C9F299F94}"/>
          </ac:spMkLst>
        </pc:spChg>
        <pc:spChg chg="add mod">
          <ac:chgData name="Clayton Silva" userId="29ef9a7b83f2ddc4" providerId="LiveId" clId="{0340DFE2-84F8-4070-8141-86C0DEACC094}" dt="2024-08-12T22:34:27.880" v="2139" actId="478"/>
          <ac:spMkLst>
            <pc:docMk/>
            <pc:sldMk cId="1746564531" sldId="630"/>
            <ac:spMk id="6" creationId="{78CA10C9-8962-33CA-226F-8B4DCF82A233}"/>
          </ac:spMkLst>
        </pc:spChg>
      </pc:sldChg>
      <pc:sldChg chg="addSp delSp modSp add mod ord">
        <pc:chgData name="Clayton Silva" userId="29ef9a7b83f2ddc4" providerId="LiveId" clId="{0340DFE2-84F8-4070-8141-86C0DEACC094}" dt="2024-08-12T22:35:02.919" v="2149" actId="962"/>
        <pc:sldMkLst>
          <pc:docMk/>
          <pc:sldMk cId="4176453190" sldId="631"/>
        </pc:sldMkLst>
        <pc:spChg chg="mod ord">
          <ac:chgData name="Clayton Silva" userId="29ef9a7b83f2ddc4" providerId="LiveId" clId="{0340DFE2-84F8-4070-8141-86C0DEACC094}" dt="2024-08-12T22:34:55.396" v="2147" actId="26606"/>
          <ac:spMkLst>
            <pc:docMk/>
            <pc:sldMk cId="4176453190" sldId="631"/>
            <ac:spMk id="4" creationId="{4F78C39B-694C-FBFA-0527-BE7F610AD006}"/>
          </ac:spMkLst>
        </pc:spChg>
        <pc:spChg chg="del">
          <ac:chgData name="Clayton Silva" userId="29ef9a7b83f2ddc4" providerId="LiveId" clId="{0340DFE2-84F8-4070-8141-86C0DEACC094}" dt="2024-08-12T22:34:40.999" v="2144" actId="478"/>
          <ac:spMkLst>
            <pc:docMk/>
            <pc:sldMk cId="4176453190" sldId="631"/>
            <ac:spMk id="19" creationId="{0322B937-9E12-963E-00F2-7563E32A9433}"/>
          </ac:spMkLst>
        </pc:spChg>
        <pc:picChg chg="del">
          <ac:chgData name="Clayton Silva" userId="29ef9a7b83f2ddc4" providerId="LiveId" clId="{0340DFE2-84F8-4070-8141-86C0DEACC094}" dt="2024-08-12T22:34:37.953" v="2143" actId="478"/>
          <ac:picMkLst>
            <pc:docMk/>
            <pc:sldMk cId="4176453190" sldId="631"/>
            <ac:picMk id="18" creationId="{575A37E6-5119-0FCD-A3C7-79A7F330A72E}"/>
          </ac:picMkLst>
        </pc:picChg>
        <pc:picChg chg="add mod">
          <ac:chgData name="Clayton Silva" userId="29ef9a7b83f2ddc4" providerId="LiveId" clId="{0340DFE2-84F8-4070-8141-86C0DEACC094}" dt="2024-08-12T22:35:02.919" v="2149" actId="962"/>
          <ac:picMkLst>
            <pc:docMk/>
            <pc:sldMk cId="4176453190" sldId="631"/>
            <ac:picMk id="2050" creationId="{26539815-6BB5-4D8F-1FE7-ABA2BE34EB42}"/>
          </ac:picMkLst>
        </pc:picChg>
      </pc:sldChg>
      <pc:sldChg chg="addSp delSp modSp new mod">
        <pc:chgData name="Clayton Silva" userId="29ef9a7b83f2ddc4" providerId="LiveId" clId="{0340DFE2-84F8-4070-8141-86C0DEACC094}" dt="2024-08-12T22:38:46.295" v="2173" actId="1076"/>
        <pc:sldMkLst>
          <pc:docMk/>
          <pc:sldMk cId="4140614966" sldId="632"/>
        </pc:sldMkLst>
        <pc:spChg chg="mod">
          <ac:chgData name="Clayton Silva" userId="29ef9a7b83f2ddc4" providerId="LiveId" clId="{0340DFE2-84F8-4070-8141-86C0DEACC094}" dt="2024-08-12T22:38:33.508" v="2170" actId="20577"/>
          <ac:spMkLst>
            <pc:docMk/>
            <pc:sldMk cId="4140614966" sldId="632"/>
            <ac:spMk id="2" creationId="{15495EBA-BE51-87EF-F826-9ACEEC0634DB}"/>
          </ac:spMkLst>
        </pc:spChg>
        <pc:spChg chg="del">
          <ac:chgData name="Clayton Silva" userId="29ef9a7b83f2ddc4" providerId="LiveId" clId="{0340DFE2-84F8-4070-8141-86C0DEACC094}" dt="2024-08-12T22:38:20.791" v="2166"/>
          <ac:spMkLst>
            <pc:docMk/>
            <pc:sldMk cId="4140614966" sldId="632"/>
            <ac:spMk id="3" creationId="{FA15647F-C97B-6FCE-7CA9-6A40C48E4B39}"/>
          </ac:spMkLst>
        </pc:spChg>
        <pc:picChg chg="add mod">
          <ac:chgData name="Clayton Silva" userId="29ef9a7b83f2ddc4" providerId="LiveId" clId="{0340DFE2-84F8-4070-8141-86C0DEACC094}" dt="2024-08-12T22:38:46.295" v="2173" actId="1076"/>
          <ac:picMkLst>
            <pc:docMk/>
            <pc:sldMk cId="4140614966" sldId="632"/>
            <ac:picMk id="3074" creationId="{7B5C0E5E-4D52-08C6-0F76-583553D63807}"/>
          </ac:picMkLst>
        </pc:picChg>
      </pc:sldChg>
    </pc:docChg>
  </pc:docChgLst>
  <pc:docChgLst>
    <pc:chgData name="Victor Silva" userId="48acf9fd5344f352" providerId="LiveId" clId="{95F01956-387A-4188-98EE-0F827F0AA14F}"/>
    <pc:docChg chg="undo redo custSel addSld delSld modSld">
      <pc:chgData name="Victor Silva" userId="48acf9fd5344f352" providerId="LiveId" clId="{95F01956-387A-4188-98EE-0F827F0AA14F}" dt="2019-02-11T00:14:22.943" v="545" actId="11"/>
      <pc:docMkLst>
        <pc:docMk/>
      </pc:docMkLst>
      <pc:sldChg chg="modSp">
        <pc:chgData name="Victor Silva" userId="48acf9fd5344f352" providerId="LiveId" clId="{95F01956-387A-4188-98EE-0F827F0AA14F}" dt="2019-02-10T23:58:03.528" v="63" actId="20577"/>
        <pc:sldMkLst>
          <pc:docMk/>
          <pc:sldMk cId="0" sldId="256"/>
        </pc:sldMkLst>
        <pc:spChg chg="mod">
          <ac:chgData name="Victor Silva" userId="48acf9fd5344f352" providerId="LiveId" clId="{95F01956-387A-4188-98EE-0F827F0AA14F}" dt="2019-02-10T23:58:03.528" v="63" actId="20577"/>
          <ac:spMkLst>
            <pc:docMk/>
            <pc:sldMk cId="0" sldId="256"/>
            <ac:spMk id="121" creationId="{00000000-0000-0000-0000-000000000000}"/>
          </ac:spMkLst>
        </pc:sp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923553548" sldId="257"/>
        </pc:sldMkLst>
      </pc:sldChg>
      <pc:sldChg chg="del">
        <pc:chgData name="Victor Silva" userId="48acf9fd5344f352" providerId="LiveId" clId="{95F01956-387A-4188-98EE-0F827F0AA14F}" dt="2019-02-10T23:58:21.214" v="94" actId="2696"/>
        <pc:sldMkLst>
          <pc:docMk/>
          <pc:sldMk cId="2325730387" sldId="259"/>
        </pc:sldMkLst>
      </pc:sldChg>
      <pc:sldChg chg="add del modTransition">
        <pc:chgData name="Victor Silva" userId="48acf9fd5344f352" providerId="LiveId" clId="{95F01956-387A-4188-98EE-0F827F0AA14F}" dt="2019-02-10T23:58:17.295" v="80"/>
        <pc:sldMkLst>
          <pc:docMk/>
          <pc:sldMk cId="2441328118" sldId="260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641900122" sldId="261"/>
        </pc:sldMkLst>
      </pc:sldChg>
      <pc:sldChg chg="del">
        <pc:chgData name="Victor Silva" userId="48acf9fd5344f352" providerId="LiveId" clId="{95F01956-387A-4188-98EE-0F827F0AA14F}" dt="2019-02-10T23:57:50.093" v="3" actId="2696"/>
        <pc:sldMkLst>
          <pc:docMk/>
          <pc:sldMk cId="3807338089" sldId="261"/>
        </pc:sldMkLst>
      </pc:sldChg>
      <pc:sldChg chg="modSp add modTransition">
        <pc:chgData name="Victor Silva" userId="48acf9fd5344f352" providerId="LiveId" clId="{95F01956-387A-4188-98EE-0F827F0AA14F}" dt="2019-02-10T23:58:17.402" v="81" actId="27636"/>
        <pc:sldMkLst>
          <pc:docMk/>
          <pc:sldMk cId="204383134" sldId="262"/>
        </pc:sldMkLst>
        <pc:spChg chg="mod">
          <ac:chgData name="Victor Silva" userId="48acf9fd5344f352" providerId="LiveId" clId="{95F01956-387A-4188-98EE-0F827F0AA14F}" dt="2019-02-10T23:58:17.402" v="81" actId="27636"/>
          <ac:spMkLst>
            <pc:docMk/>
            <pc:sldMk cId="204383134" sldId="262"/>
            <ac:spMk id="3" creationId="{00000000-0000-0000-0000-000000000000}"/>
          </ac:spMkLst>
        </pc:spChg>
      </pc:sldChg>
      <pc:sldChg chg="del">
        <pc:chgData name="Victor Silva" userId="48acf9fd5344f352" providerId="LiveId" clId="{95F01956-387A-4188-98EE-0F827F0AA14F}" dt="2019-02-10T23:57:50.065" v="1" actId="2696"/>
        <pc:sldMkLst>
          <pc:docMk/>
          <pc:sldMk cId="3310034269" sldId="262"/>
        </pc:sldMkLst>
      </pc:sldChg>
      <pc:sldChg chg="modSp add modTransition">
        <pc:chgData name="Victor Silva" userId="48acf9fd5344f352" providerId="LiveId" clId="{95F01956-387A-4188-98EE-0F827F0AA14F}" dt="2019-02-10T23:58:17.427" v="82" actId="27636"/>
        <pc:sldMkLst>
          <pc:docMk/>
          <pc:sldMk cId="2454896812" sldId="263"/>
        </pc:sldMkLst>
        <pc:spChg chg="mod">
          <ac:chgData name="Victor Silva" userId="48acf9fd5344f352" providerId="LiveId" clId="{95F01956-387A-4188-98EE-0F827F0AA14F}" dt="2019-02-10T23:58:17.427" v="82" actId="27636"/>
          <ac:spMkLst>
            <pc:docMk/>
            <pc:sldMk cId="2454896812" sldId="263"/>
            <ac:spMk id="3" creationId="{00000000-0000-0000-0000-000000000000}"/>
          </ac:spMkLst>
        </pc:spChg>
      </pc:sldChg>
      <pc:sldChg chg="del">
        <pc:chgData name="Victor Silva" userId="48acf9fd5344f352" providerId="LiveId" clId="{95F01956-387A-4188-98EE-0F827F0AA14F}" dt="2019-02-10T23:57:50.081" v="2" actId="2696"/>
        <pc:sldMkLst>
          <pc:docMk/>
          <pc:sldMk cId="859005361" sldId="264"/>
        </pc:sldMkLst>
      </pc:sldChg>
      <pc:sldChg chg="addSp delSp modSp add modTransition">
        <pc:chgData name="Victor Silva" userId="48acf9fd5344f352" providerId="LiveId" clId="{95F01956-387A-4188-98EE-0F827F0AA14F}" dt="2019-02-10T23:59:13.907" v="104" actId="1076"/>
        <pc:sldMkLst>
          <pc:docMk/>
          <pc:sldMk cId="3310034269" sldId="264"/>
        </pc:sldMkLst>
        <pc:spChg chg="add del mod">
          <ac:chgData name="Victor Silva" userId="48acf9fd5344f352" providerId="LiveId" clId="{95F01956-387A-4188-98EE-0F827F0AA14F}" dt="2019-02-10T23:58:31.501" v="95" actId="478"/>
          <ac:spMkLst>
            <pc:docMk/>
            <pc:sldMk cId="3310034269" sldId="264"/>
            <ac:spMk id="2" creationId="{F7A4994B-F837-40B9-98AC-CF2E240723BD}"/>
          </ac:spMkLst>
        </pc:spChg>
        <pc:spChg chg="mod">
          <ac:chgData name="Victor Silva" userId="48acf9fd5344f352" providerId="LiveId" clId="{95F01956-387A-4188-98EE-0F827F0AA14F}" dt="2019-02-10T23:59:13.907" v="104" actId="1076"/>
          <ac:spMkLst>
            <pc:docMk/>
            <pc:sldMk cId="3310034269" sldId="264"/>
            <ac:spMk id="3" creationId="{61C7DBB7-48AD-4C85-B394-5B85EB6FFB31}"/>
          </ac:spMkLst>
        </pc:spChg>
        <pc:spChg chg="mod">
          <ac:chgData name="Victor Silva" userId="48acf9fd5344f352" providerId="LiveId" clId="{95F01956-387A-4188-98EE-0F827F0AA14F}" dt="2019-02-10T23:58:55.792" v="102" actId="403"/>
          <ac:spMkLst>
            <pc:docMk/>
            <pc:sldMk cId="3310034269" sldId="264"/>
            <ac:spMk id="4" creationId="{4D95FF0F-F271-48E7-A204-C5656918B6A3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3310034269" sldId="264"/>
            <ac:spMk id="5" creationId="{047726A4-E47A-4A6A-9951-63D28EA7FE40}"/>
          </ac:spMkLst>
        </pc:spChg>
        <pc:spChg chg="mod">
          <ac:chgData name="Victor Silva" userId="48acf9fd5344f352" providerId="LiveId" clId="{95F01956-387A-4188-98EE-0F827F0AA14F}" dt="2019-02-10T23:59:13.907" v="104" actId="1076"/>
          <ac:spMkLst>
            <pc:docMk/>
            <pc:sldMk cId="3310034269" sldId="264"/>
            <ac:spMk id="9" creationId="{7C8E816E-3EB9-4101-A793-25975DB72842}"/>
          </ac:spMkLst>
        </pc:spChg>
      </pc:sldChg>
      <pc:sldChg chg="del">
        <pc:chgData name="Victor Silva" userId="48acf9fd5344f352" providerId="LiveId" clId="{95F01956-387A-4188-98EE-0F827F0AA14F}" dt="2019-02-10T23:57:50.104" v="4" actId="2696"/>
        <pc:sldMkLst>
          <pc:docMk/>
          <pc:sldMk cId="1226310574" sldId="265"/>
        </pc:sldMkLst>
      </pc:sldChg>
      <pc:sldChg chg="modSp add modTransition">
        <pc:chgData name="Victor Silva" userId="48acf9fd5344f352" providerId="LiveId" clId="{95F01956-387A-4188-98EE-0F827F0AA14F}" dt="2019-02-10T23:58:17.438" v="83" actId="27636"/>
        <pc:sldMkLst>
          <pc:docMk/>
          <pc:sldMk cId="3498711493" sldId="265"/>
        </pc:sldMkLst>
        <pc:spChg chg="mod">
          <ac:chgData name="Victor Silva" userId="48acf9fd5344f352" providerId="LiveId" clId="{95F01956-387A-4188-98EE-0F827F0AA14F}" dt="2019-02-10T23:58:17.438" v="83" actId="27636"/>
          <ac:spMkLst>
            <pc:docMk/>
            <pc:sldMk cId="3498711493" sldId="265"/>
            <ac:spMk id="3" creationId="{00000000-0000-0000-0000-000000000000}"/>
          </ac:spMkLst>
        </pc:spChg>
      </pc:sldChg>
      <pc:sldChg chg="del">
        <pc:chgData name="Victor Silva" userId="48acf9fd5344f352" providerId="LiveId" clId="{95F01956-387A-4188-98EE-0F827F0AA14F}" dt="2019-02-10T23:57:50.115" v="5" actId="2696"/>
        <pc:sldMkLst>
          <pc:docMk/>
          <pc:sldMk cId="685555382" sldId="266"/>
        </pc:sldMkLst>
      </pc:sldChg>
      <pc:sldChg chg="modSp add modTransition">
        <pc:chgData name="Victor Silva" userId="48acf9fd5344f352" providerId="LiveId" clId="{95F01956-387A-4188-98EE-0F827F0AA14F}" dt="2019-02-10T23:58:17.447" v="84" actId="27636"/>
        <pc:sldMkLst>
          <pc:docMk/>
          <pc:sldMk cId="3048851855" sldId="266"/>
        </pc:sldMkLst>
        <pc:spChg chg="mod">
          <ac:chgData name="Victor Silva" userId="48acf9fd5344f352" providerId="LiveId" clId="{95F01956-387A-4188-98EE-0F827F0AA14F}" dt="2019-02-10T23:58:17.447" v="84" actId="27636"/>
          <ac:spMkLst>
            <pc:docMk/>
            <pc:sldMk cId="3048851855" sldId="266"/>
            <ac:spMk id="3" creationId="{00000000-0000-0000-0000-000000000000}"/>
          </ac:spMkLst>
        </pc:spChg>
      </pc:sldChg>
      <pc:sldChg chg="modSp add modTransition">
        <pc:chgData name="Victor Silva" userId="48acf9fd5344f352" providerId="LiveId" clId="{95F01956-387A-4188-98EE-0F827F0AA14F}" dt="2019-02-10T23:58:17.467" v="85" actId="27636"/>
        <pc:sldMkLst>
          <pc:docMk/>
          <pc:sldMk cId="675027452" sldId="267"/>
        </pc:sldMkLst>
        <pc:spChg chg="mod">
          <ac:chgData name="Victor Silva" userId="48acf9fd5344f352" providerId="LiveId" clId="{95F01956-387A-4188-98EE-0F827F0AA14F}" dt="2019-02-10T23:58:17.467" v="85" actId="27636"/>
          <ac:spMkLst>
            <pc:docMk/>
            <pc:sldMk cId="675027452" sldId="267"/>
            <ac:spMk id="3" creationId="{00000000-0000-0000-0000-000000000000}"/>
          </ac:spMkLst>
        </pc:spChg>
      </pc:sldChg>
      <pc:sldChg chg="del">
        <pc:chgData name="Victor Silva" userId="48acf9fd5344f352" providerId="LiveId" clId="{95F01956-387A-4188-98EE-0F827F0AA14F}" dt="2019-02-10T23:57:50.126" v="6" actId="2696"/>
        <pc:sldMkLst>
          <pc:docMk/>
          <pc:sldMk cId="3601008407" sldId="267"/>
        </pc:sldMkLst>
      </pc:sldChg>
      <pc:sldChg chg="addSp delSp modSp add del modTransition">
        <pc:chgData name="Victor Silva" userId="48acf9fd5344f352" providerId="LiveId" clId="{95F01956-387A-4188-98EE-0F827F0AA14F}" dt="2019-02-11T00:00:00.761" v="137" actId="2696"/>
        <pc:sldMkLst>
          <pc:docMk/>
          <pc:sldMk cId="369085361" sldId="268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69085361" sldId="268"/>
            <ac:spMk id="3" creationId="{FD85AC04-B2E3-4018-A850-F4833351AEC2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369085361" sldId="268"/>
            <ac:spMk id="5" creationId="{047726A4-E47A-4A6A-9951-63D28EA7FE40}"/>
          </ac:spMkLst>
        </pc:spChg>
      </pc:sldChg>
      <pc:sldChg chg="del">
        <pc:chgData name="Victor Silva" userId="48acf9fd5344f352" providerId="LiveId" clId="{95F01956-387A-4188-98EE-0F827F0AA14F}" dt="2019-02-10T23:57:50.137" v="7" actId="2696"/>
        <pc:sldMkLst>
          <pc:docMk/>
          <pc:sldMk cId="3050437887" sldId="268"/>
        </pc:sldMkLst>
      </pc:sldChg>
      <pc:sldChg chg="del">
        <pc:chgData name="Victor Silva" userId="48acf9fd5344f352" providerId="LiveId" clId="{95F01956-387A-4188-98EE-0F827F0AA14F}" dt="2019-02-10T23:57:50.148" v="8" actId="2696"/>
        <pc:sldMkLst>
          <pc:docMk/>
          <pc:sldMk cId="1653821600" sldId="269"/>
        </pc:sldMkLst>
      </pc:sldChg>
      <pc:sldChg chg="addSp modSp add modTransition">
        <pc:chgData name="Victor Silva" userId="48acf9fd5344f352" providerId="LiveId" clId="{95F01956-387A-4188-98EE-0F827F0AA14F}" dt="2019-02-11T00:06:55.540" v="447" actId="12788"/>
        <pc:sldMkLst>
          <pc:docMk/>
          <pc:sldMk cId="4253107765" sldId="269"/>
        </pc:sldMkLst>
        <pc:spChg chg="mod">
          <ac:chgData name="Victor Silva" userId="48acf9fd5344f352" providerId="LiveId" clId="{95F01956-387A-4188-98EE-0F827F0AA14F}" dt="2019-02-11T00:06:54.468" v="446" actId="164"/>
          <ac:spMkLst>
            <pc:docMk/>
            <pc:sldMk cId="4253107765" sldId="269"/>
            <ac:spMk id="7" creationId="{C0CAB21A-B3C1-48CD-8D16-4F045C4A09F3}"/>
          </ac:spMkLst>
        </pc:spChg>
        <pc:grpChg chg="add mod">
          <ac:chgData name="Victor Silva" userId="48acf9fd5344f352" providerId="LiveId" clId="{95F01956-387A-4188-98EE-0F827F0AA14F}" dt="2019-02-11T00:06:55.540" v="447" actId="12788"/>
          <ac:grpSpMkLst>
            <pc:docMk/>
            <pc:sldMk cId="4253107765" sldId="269"/>
            <ac:grpSpMk id="8" creationId="{AC17CE68-0A65-4DDE-9D8D-4DBC00064B98}"/>
          </ac:grpSpMkLst>
        </pc:grpChg>
        <pc:picChg chg="mod">
          <ac:chgData name="Victor Silva" userId="48acf9fd5344f352" providerId="LiveId" clId="{95F01956-387A-4188-98EE-0F827F0AA14F}" dt="2019-02-11T00:06:54.468" v="446" actId="164"/>
          <ac:picMkLst>
            <pc:docMk/>
            <pc:sldMk cId="4253107765" sldId="269"/>
            <ac:picMk id="5" creationId="{D81FB935-1B79-4EAA-AFBF-61CCA6C2C8DB}"/>
          </ac:picMkLst>
        </pc:picChg>
        <pc:picChg chg="mod">
          <ac:chgData name="Victor Silva" userId="48acf9fd5344f352" providerId="LiveId" clId="{95F01956-387A-4188-98EE-0F827F0AA14F}" dt="2019-02-11T00:06:54.468" v="446" actId="164"/>
          <ac:picMkLst>
            <pc:docMk/>
            <pc:sldMk cId="4253107765" sldId="269"/>
            <ac:picMk id="6" creationId="{B57EB5A1-31F4-4939-A72E-44D4D10F3679}"/>
          </ac:picMkLst>
        </pc:picChg>
      </pc:sldChg>
      <pc:sldChg chg="modSp add modTransition">
        <pc:chgData name="Victor Silva" userId="48acf9fd5344f352" providerId="LiveId" clId="{95F01956-387A-4188-98EE-0F827F0AA14F}" dt="2019-02-11T00:06:13.117" v="435" actId="1076"/>
        <pc:sldMkLst>
          <pc:docMk/>
          <pc:sldMk cId="1041630277" sldId="270"/>
        </pc:sldMkLst>
        <pc:picChg chg="mod">
          <ac:chgData name="Victor Silva" userId="48acf9fd5344f352" providerId="LiveId" clId="{95F01956-387A-4188-98EE-0F827F0AA14F}" dt="2019-02-11T00:06:13.117" v="435" actId="1076"/>
          <ac:picMkLst>
            <pc:docMk/>
            <pc:sldMk cId="1041630277" sldId="270"/>
            <ac:picMk id="8" creationId="{EC4BA461-754B-46D3-89B3-89018AC48572}"/>
          </ac:picMkLst>
        </pc:picChg>
      </pc:sldChg>
      <pc:sldChg chg="del">
        <pc:chgData name="Victor Silva" userId="48acf9fd5344f352" providerId="LiveId" clId="{95F01956-387A-4188-98EE-0F827F0AA14F}" dt="2019-02-10T23:57:50.169" v="10" actId="2696"/>
        <pc:sldMkLst>
          <pc:docMk/>
          <pc:sldMk cId="2378662734" sldId="270"/>
        </pc:sldMkLst>
      </pc:sldChg>
      <pc:sldChg chg="modSp add modTransition">
        <pc:chgData name="Victor Silva" userId="48acf9fd5344f352" providerId="LiveId" clId="{95F01956-387A-4188-98EE-0F827F0AA14F}" dt="2019-02-11T00:06:44.713" v="445" actId="1076"/>
        <pc:sldMkLst>
          <pc:docMk/>
          <pc:sldMk cId="1016530808" sldId="271"/>
        </pc:sldMkLst>
        <pc:picChg chg="mod">
          <ac:chgData name="Victor Silva" userId="48acf9fd5344f352" providerId="LiveId" clId="{95F01956-387A-4188-98EE-0F827F0AA14F}" dt="2019-02-11T00:06:44.713" v="445" actId="1076"/>
          <ac:picMkLst>
            <pc:docMk/>
            <pc:sldMk cId="1016530808" sldId="271"/>
            <ac:picMk id="5" creationId="{4DC999AA-924E-41FC-974D-63B709374E9E}"/>
          </ac:picMkLst>
        </pc:picChg>
      </pc:sldChg>
      <pc:sldChg chg="del">
        <pc:chgData name="Victor Silva" userId="48acf9fd5344f352" providerId="LiveId" clId="{95F01956-387A-4188-98EE-0F827F0AA14F}" dt="2019-02-10T23:57:50.179" v="11" actId="2696"/>
        <pc:sldMkLst>
          <pc:docMk/>
          <pc:sldMk cId="2576394908" sldId="271"/>
        </pc:sldMkLst>
      </pc:sldChg>
      <pc:sldChg chg="del">
        <pc:chgData name="Victor Silva" userId="48acf9fd5344f352" providerId="LiveId" clId="{95F01956-387A-4188-98EE-0F827F0AA14F}" dt="2019-02-10T23:57:50.189" v="12" actId="2696"/>
        <pc:sldMkLst>
          <pc:docMk/>
          <pc:sldMk cId="2335334836" sldId="272"/>
        </pc:sldMkLst>
      </pc:sldChg>
      <pc:sldChg chg="modSp add modTransition">
        <pc:chgData name="Victor Silva" userId="48acf9fd5344f352" providerId="LiveId" clId="{95F01956-387A-4188-98EE-0F827F0AA14F}" dt="2019-02-11T00:07:03.579" v="448" actId="1076"/>
        <pc:sldMkLst>
          <pc:docMk/>
          <pc:sldMk cId="2387225758" sldId="273"/>
        </pc:sldMkLst>
        <pc:picChg chg="mod">
          <ac:chgData name="Victor Silva" userId="48acf9fd5344f352" providerId="LiveId" clId="{95F01956-387A-4188-98EE-0F827F0AA14F}" dt="2019-02-11T00:07:03.579" v="448" actId="1076"/>
          <ac:picMkLst>
            <pc:docMk/>
            <pc:sldMk cId="2387225758" sldId="273"/>
            <ac:picMk id="5" creationId="{EB3117DE-C323-4C32-BC19-99D663F34B2F}"/>
          </ac:picMkLst>
        </pc:picChg>
      </pc:sldChg>
      <pc:sldChg chg="del">
        <pc:chgData name="Victor Silva" userId="48acf9fd5344f352" providerId="LiveId" clId="{95F01956-387A-4188-98EE-0F827F0AA14F}" dt="2019-02-10T23:57:50.212" v="14" actId="2696"/>
        <pc:sldMkLst>
          <pc:docMk/>
          <pc:sldMk cId="2703949035" sldId="273"/>
        </pc:sldMkLst>
      </pc:sldChg>
      <pc:sldChg chg="del">
        <pc:chgData name="Victor Silva" userId="48acf9fd5344f352" providerId="LiveId" clId="{95F01956-387A-4188-98EE-0F827F0AA14F}" dt="2019-02-10T23:57:50.223" v="15" actId="2696"/>
        <pc:sldMkLst>
          <pc:docMk/>
          <pc:sldMk cId="1026524252" sldId="274"/>
        </pc:sldMkLst>
      </pc:sldChg>
      <pc:sldChg chg="modSp add modTransition">
        <pc:chgData name="Victor Silva" userId="48acf9fd5344f352" providerId="LiveId" clId="{95F01956-387A-4188-98EE-0F827F0AA14F}" dt="2019-02-11T00:06:21.786" v="438" actId="1076"/>
        <pc:sldMkLst>
          <pc:docMk/>
          <pc:sldMk cId="2916762686" sldId="275"/>
        </pc:sldMkLst>
        <pc:picChg chg="mod">
          <ac:chgData name="Victor Silva" userId="48acf9fd5344f352" providerId="LiveId" clId="{95F01956-387A-4188-98EE-0F827F0AA14F}" dt="2019-02-11T00:06:18.226" v="436" actId="14100"/>
          <ac:picMkLst>
            <pc:docMk/>
            <pc:sldMk cId="2916762686" sldId="275"/>
            <ac:picMk id="5" creationId="{D6BA86F4-6DA1-4999-A33A-08D17E8070E6}"/>
          </ac:picMkLst>
        </pc:picChg>
        <pc:picChg chg="mod">
          <ac:chgData name="Victor Silva" userId="48acf9fd5344f352" providerId="LiveId" clId="{95F01956-387A-4188-98EE-0F827F0AA14F}" dt="2019-02-11T00:06:21.786" v="438" actId="1076"/>
          <ac:picMkLst>
            <pc:docMk/>
            <pc:sldMk cId="2916762686" sldId="275"/>
            <ac:picMk id="7" creationId="{5B6D6311-CEE2-4E9D-8D02-45055ACAA095}"/>
          </ac:picMkLst>
        </pc:picChg>
      </pc:sldChg>
      <pc:sldChg chg="del">
        <pc:chgData name="Victor Silva" userId="48acf9fd5344f352" providerId="LiveId" clId="{95F01956-387A-4188-98EE-0F827F0AA14F}" dt="2019-02-10T23:57:50.234" v="16" actId="2696"/>
        <pc:sldMkLst>
          <pc:docMk/>
          <pc:sldMk cId="3069483486" sldId="275"/>
        </pc:sldMkLst>
      </pc:sldChg>
      <pc:sldChg chg="modSp add modTransition">
        <pc:chgData name="Victor Silva" userId="48acf9fd5344f352" providerId="LiveId" clId="{95F01956-387A-4188-98EE-0F827F0AA14F}" dt="2019-02-11T00:06:24.531" v="439" actId="1076"/>
        <pc:sldMkLst>
          <pc:docMk/>
          <pc:sldMk cId="2500524420" sldId="276"/>
        </pc:sldMkLst>
        <pc:picChg chg="mod">
          <ac:chgData name="Victor Silva" userId="48acf9fd5344f352" providerId="LiveId" clId="{95F01956-387A-4188-98EE-0F827F0AA14F}" dt="2019-02-11T00:06:24.531" v="439" actId="1076"/>
          <ac:picMkLst>
            <pc:docMk/>
            <pc:sldMk cId="2500524420" sldId="276"/>
            <ac:picMk id="6" creationId="{2E15D2D3-82CE-4380-BCA8-A29EC69A93F5}"/>
          </ac:picMkLst>
        </pc:picChg>
      </pc:sldChg>
      <pc:sldChg chg="del">
        <pc:chgData name="Victor Silva" userId="48acf9fd5344f352" providerId="LiveId" clId="{95F01956-387A-4188-98EE-0F827F0AA14F}" dt="2019-02-10T23:57:50.255" v="17" actId="2696"/>
        <pc:sldMkLst>
          <pc:docMk/>
          <pc:sldMk cId="3338630048" sldId="276"/>
        </pc:sldMkLst>
      </pc:sldChg>
      <pc:sldChg chg="modSp add modTransition">
        <pc:chgData name="Victor Silva" userId="48acf9fd5344f352" providerId="LiveId" clId="{95F01956-387A-4188-98EE-0F827F0AA14F}" dt="2019-02-11T00:06:35.268" v="442" actId="1076"/>
        <pc:sldMkLst>
          <pc:docMk/>
          <pc:sldMk cId="1519318085" sldId="277"/>
        </pc:sldMkLst>
        <pc:spChg chg="mod">
          <ac:chgData name="Victor Silva" userId="48acf9fd5344f352" providerId="LiveId" clId="{95F01956-387A-4188-98EE-0F827F0AA14F}" dt="2019-02-11T00:06:35.268" v="442" actId="1076"/>
          <ac:spMkLst>
            <pc:docMk/>
            <pc:sldMk cId="1519318085" sldId="277"/>
            <ac:spMk id="7" creationId="{C4489A82-023B-4B98-B92E-87FA6C9C26F7}"/>
          </ac:spMkLst>
        </pc:spChg>
        <pc:picChg chg="mod">
          <ac:chgData name="Victor Silva" userId="48acf9fd5344f352" providerId="LiveId" clId="{95F01956-387A-4188-98EE-0F827F0AA14F}" dt="2019-02-11T00:06:35.268" v="442" actId="1076"/>
          <ac:picMkLst>
            <pc:docMk/>
            <pc:sldMk cId="1519318085" sldId="277"/>
            <ac:picMk id="5" creationId="{78634270-76D1-453F-B7D2-9CC207CFEB55}"/>
          </ac:picMkLst>
        </pc:picChg>
        <pc:picChg chg="mod">
          <ac:chgData name="Victor Silva" userId="48acf9fd5344f352" providerId="LiveId" clId="{95F01956-387A-4188-98EE-0F827F0AA14F}" dt="2019-02-11T00:06:35.268" v="442" actId="1076"/>
          <ac:picMkLst>
            <pc:docMk/>
            <pc:sldMk cId="1519318085" sldId="277"/>
            <ac:picMk id="8" creationId="{84DA7B25-DD48-4A2D-A03B-0E7E111E1727}"/>
          </ac:picMkLst>
        </pc:picChg>
      </pc:sldChg>
      <pc:sldChg chg="del">
        <pc:chgData name="Victor Silva" userId="48acf9fd5344f352" providerId="LiveId" clId="{95F01956-387A-4188-98EE-0F827F0AA14F}" dt="2019-02-10T23:57:50.539" v="18" actId="2696"/>
        <pc:sldMkLst>
          <pc:docMk/>
          <pc:sldMk cId="1852059124" sldId="277"/>
        </pc:sldMkLst>
      </pc:sldChg>
      <pc:sldChg chg="del">
        <pc:chgData name="Victor Silva" userId="48acf9fd5344f352" providerId="LiveId" clId="{95F01956-387A-4188-98EE-0F827F0AA14F}" dt="2019-02-10T23:57:50.833" v="20" actId="2696"/>
        <pc:sldMkLst>
          <pc:docMk/>
          <pc:sldMk cId="430087705" sldId="278"/>
        </pc:sldMkLst>
      </pc:sldChg>
      <pc:sldChg chg="modSp add modTransition">
        <pc:chgData name="Victor Silva" userId="48acf9fd5344f352" providerId="LiveId" clId="{95F01956-387A-4188-98EE-0F827F0AA14F}" dt="2019-02-11T00:06:37.512" v="443" actId="1076"/>
        <pc:sldMkLst>
          <pc:docMk/>
          <pc:sldMk cId="1924916561" sldId="278"/>
        </pc:sldMkLst>
        <pc:picChg chg="mod">
          <ac:chgData name="Victor Silva" userId="48acf9fd5344f352" providerId="LiveId" clId="{95F01956-387A-4188-98EE-0F827F0AA14F}" dt="2019-02-11T00:06:37.512" v="443" actId="1076"/>
          <ac:picMkLst>
            <pc:docMk/>
            <pc:sldMk cId="1924916561" sldId="278"/>
            <ac:picMk id="9" creationId="{18AA7526-E688-4BEA-BFA7-AA0775705421}"/>
          </ac:picMkLst>
        </pc:pic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145994230" sldId="279"/>
        </pc:sldMkLst>
      </pc:sldChg>
      <pc:sldChg chg="del">
        <pc:chgData name="Victor Silva" userId="48acf9fd5344f352" providerId="LiveId" clId="{95F01956-387A-4188-98EE-0F827F0AA14F}" dt="2019-02-10T23:57:50.887" v="22" actId="2696"/>
        <pc:sldMkLst>
          <pc:docMk/>
          <pc:sldMk cId="3489282120" sldId="279"/>
        </pc:sldMkLst>
      </pc:sldChg>
      <pc:sldChg chg="del">
        <pc:chgData name="Victor Silva" userId="48acf9fd5344f352" providerId="LiveId" clId="{95F01956-387A-4188-98EE-0F827F0AA14F}" dt="2019-02-10T23:57:51.218" v="23" actId="2696"/>
        <pc:sldMkLst>
          <pc:docMk/>
          <pc:sldMk cId="890176864" sldId="280"/>
        </pc:sldMkLst>
      </pc:sldChg>
      <pc:sldChg chg="modSp add modTransition">
        <pc:chgData name="Victor Silva" userId="48acf9fd5344f352" providerId="LiveId" clId="{95F01956-387A-4188-98EE-0F827F0AA14F}" dt="2019-02-11T00:06:41.132" v="444" actId="1076"/>
        <pc:sldMkLst>
          <pc:docMk/>
          <pc:sldMk cId="1398506904" sldId="280"/>
        </pc:sldMkLst>
        <pc:spChg chg="mod">
          <ac:chgData name="Victor Silva" userId="48acf9fd5344f352" providerId="LiveId" clId="{95F01956-387A-4188-98EE-0F827F0AA14F}" dt="2019-02-10T23:58:17.485" v="86" actId="27636"/>
          <ac:spMkLst>
            <pc:docMk/>
            <pc:sldMk cId="1398506904" sldId="280"/>
            <ac:spMk id="3" creationId="{00000000-0000-0000-0000-000000000000}"/>
          </ac:spMkLst>
        </pc:spChg>
        <pc:picChg chg="mod">
          <ac:chgData name="Victor Silva" userId="48acf9fd5344f352" providerId="LiveId" clId="{95F01956-387A-4188-98EE-0F827F0AA14F}" dt="2019-02-11T00:06:41.132" v="444" actId="1076"/>
          <ac:picMkLst>
            <pc:docMk/>
            <pc:sldMk cId="1398506904" sldId="280"/>
            <ac:picMk id="5" creationId="{761A5BD5-79C9-4388-8023-4F735BE043C0}"/>
          </ac:picMkLst>
        </pc:picChg>
      </pc:sldChg>
      <pc:sldChg chg="del">
        <pc:chgData name="Victor Silva" userId="48acf9fd5344f352" providerId="LiveId" clId="{95F01956-387A-4188-98EE-0F827F0AA14F}" dt="2019-02-10T23:57:51.865" v="28" actId="2696"/>
        <pc:sldMkLst>
          <pc:docMk/>
          <pc:sldMk cId="2240589725" sldId="281"/>
        </pc:sldMkLst>
      </pc:sldChg>
      <pc:sldChg chg="addSp modSp add modTransition">
        <pc:chgData name="Victor Silva" userId="48acf9fd5344f352" providerId="LiveId" clId="{95F01956-387A-4188-98EE-0F827F0AA14F}" dt="2019-02-11T00:11:23.428" v="510" actId="14100"/>
        <pc:sldMkLst>
          <pc:docMk/>
          <pc:sldMk cId="2726101037" sldId="281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726101037" sldId="281"/>
            <ac:spMk id="3" creationId="{70B9FC9E-7E91-488D-AED1-0CABAD0677D3}"/>
          </ac:spMkLst>
        </pc:spChg>
        <pc:spChg chg="mod">
          <ac:chgData name="Victor Silva" userId="48acf9fd5344f352" providerId="LiveId" clId="{95F01956-387A-4188-98EE-0F827F0AA14F}" dt="2019-02-11T00:11:23.428" v="510" actId="14100"/>
          <ac:spMkLst>
            <pc:docMk/>
            <pc:sldMk cId="2726101037" sldId="281"/>
            <ac:spMk id="6" creationId="{05DFBAA2-1AFC-4B8A-B97B-1F8A901F1DEB}"/>
          </ac:spMkLst>
        </pc:spChg>
        <pc:spChg chg="mod">
          <ac:chgData name="Victor Silva" userId="48acf9fd5344f352" providerId="LiveId" clId="{95F01956-387A-4188-98EE-0F827F0AA14F}" dt="2019-02-11T00:07:43.353" v="457" actId="1076"/>
          <ac:spMkLst>
            <pc:docMk/>
            <pc:sldMk cId="2726101037" sldId="281"/>
            <ac:spMk id="7" creationId="{C3F9D44A-E6BC-402C-9AC3-5ED7D56B2EB5}"/>
          </ac:spMkLst>
        </pc:spChg>
        <pc:spChg chg="mod">
          <ac:chgData name="Victor Silva" userId="48acf9fd5344f352" providerId="LiveId" clId="{95F01956-387A-4188-98EE-0F827F0AA14F}" dt="2019-02-11T00:07:43.353" v="457" actId="1076"/>
          <ac:spMkLst>
            <pc:docMk/>
            <pc:sldMk cId="2726101037" sldId="281"/>
            <ac:spMk id="8" creationId="{9255135D-27F5-4FC5-9508-6E6036FBFA7B}"/>
          </ac:spMkLst>
        </pc:spChg>
        <pc:spChg chg="mod">
          <ac:chgData name="Victor Silva" userId="48acf9fd5344f352" providerId="LiveId" clId="{95F01956-387A-4188-98EE-0F827F0AA14F}" dt="2019-02-11T00:07:50.016" v="458" actId="1076"/>
          <ac:spMkLst>
            <pc:docMk/>
            <pc:sldMk cId="2726101037" sldId="281"/>
            <ac:spMk id="9" creationId="{03A6C159-90B3-40AC-9EBB-6939752AD5F0}"/>
          </ac:spMkLst>
        </pc:spChg>
        <pc:spChg chg="mod">
          <ac:chgData name="Victor Silva" userId="48acf9fd5344f352" providerId="LiveId" clId="{95F01956-387A-4188-98EE-0F827F0AA14F}" dt="2019-02-11T00:07:43.353" v="457" actId="1076"/>
          <ac:spMkLst>
            <pc:docMk/>
            <pc:sldMk cId="2726101037" sldId="281"/>
            <ac:spMk id="10" creationId="{36FD2D5E-2D08-4011-AD39-58211F2A2849}"/>
          </ac:spMkLst>
        </pc:spChg>
        <pc:spChg chg="mod">
          <ac:chgData name="Victor Silva" userId="48acf9fd5344f352" providerId="LiveId" clId="{95F01956-387A-4188-98EE-0F827F0AA14F}" dt="2019-02-11T00:08:25.272" v="466" actId="1076"/>
          <ac:spMkLst>
            <pc:docMk/>
            <pc:sldMk cId="2726101037" sldId="281"/>
            <ac:spMk id="12" creationId="{AD0FDB81-FD39-47F3-A16D-597F534C5CBE}"/>
          </ac:spMkLst>
        </pc:spChg>
        <pc:spChg chg="mod">
          <ac:chgData name="Victor Silva" userId="48acf9fd5344f352" providerId="LiveId" clId="{95F01956-387A-4188-98EE-0F827F0AA14F}" dt="2019-02-11T00:08:22.403" v="465" actId="1076"/>
          <ac:spMkLst>
            <pc:docMk/>
            <pc:sldMk cId="2726101037" sldId="281"/>
            <ac:spMk id="13" creationId="{40F712A2-6918-4C7F-8BCA-D48CAC9054C9}"/>
          </ac:spMkLst>
        </pc:spChg>
        <pc:spChg chg="mod">
          <ac:chgData name="Victor Silva" userId="48acf9fd5344f352" providerId="LiveId" clId="{95F01956-387A-4188-98EE-0F827F0AA14F}" dt="2019-02-11T00:08:10.934" v="463" actId="1076"/>
          <ac:spMkLst>
            <pc:docMk/>
            <pc:sldMk cId="2726101037" sldId="281"/>
            <ac:spMk id="14" creationId="{8A065598-610C-4992-AD16-E4021AA10C90}"/>
          </ac:spMkLst>
        </pc:spChg>
        <pc:spChg chg="mod">
          <ac:chgData name="Victor Silva" userId="48acf9fd5344f352" providerId="LiveId" clId="{95F01956-387A-4188-98EE-0F827F0AA14F}" dt="2019-02-11T00:08:00.101" v="460" actId="1076"/>
          <ac:spMkLst>
            <pc:docMk/>
            <pc:sldMk cId="2726101037" sldId="281"/>
            <ac:spMk id="15" creationId="{3D93D9B4-4316-4CB4-86C2-0138619A665E}"/>
          </ac:spMkLst>
        </pc:spChg>
        <pc:spChg chg="mod">
          <ac:chgData name="Victor Silva" userId="48acf9fd5344f352" providerId="LiveId" clId="{95F01956-387A-4188-98EE-0F827F0AA14F}" dt="2019-02-11T00:07:55.737" v="459" actId="1076"/>
          <ac:spMkLst>
            <pc:docMk/>
            <pc:sldMk cId="2726101037" sldId="281"/>
            <ac:spMk id="16" creationId="{50614AC3-24C6-4FA2-BCAC-31676B1C7056}"/>
          </ac:spMkLst>
        </pc:spChg>
        <pc:picChg chg="mod">
          <ac:chgData name="Victor Silva" userId="48acf9fd5344f352" providerId="LiveId" clId="{95F01956-387A-4188-98EE-0F827F0AA14F}" dt="2019-02-11T00:07:43.353" v="457" actId="1076"/>
          <ac:picMkLst>
            <pc:docMk/>
            <pc:sldMk cId="2726101037" sldId="281"/>
            <ac:picMk id="5" creationId="{2AE88B0B-9D74-4772-82EE-17CB00BDE17A}"/>
          </ac:picMkLst>
        </pc:picChg>
        <pc:cxnChg chg="mod">
          <ac:chgData name="Victor Silva" userId="48acf9fd5344f352" providerId="LiveId" clId="{95F01956-387A-4188-98EE-0F827F0AA14F}" dt="2019-02-11T00:07:43.353" v="457" actId="1076"/>
          <ac:cxnSpMkLst>
            <pc:docMk/>
            <pc:sldMk cId="2726101037" sldId="281"/>
            <ac:cxnSpMk id="18" creationId="{C05532F7-6FE1-4D06-A88D-1E026FAE6604}"/>
          </ac:cxnSpMkLst>
        </pc:cxnChg>
        <pc:cxnChg chg="mod">
          <ac:chgData name="Victor Silva" userId="48acf9fd5344f352" providerId="LiveId" clId="{95F01956-387A-4188-98EE-0F827F0AA14F}" dt="2019-02-11T00:11:23.428" v="510" actId="14100"/>
          <ac:cxnSpMkLst>
            <pc:docMk/>
            <pc:sldMk cId="2726101037" sldId="281"/>
            <ac:cxnSpMk id="20" creationId="{DCEDD562-1354-4EFE-820E-6ABEF21C2297}"/>
          </ac:cxnSpMkLst>
        </pc:cxnChg>
        <pc:cxnChg chg="mod">
          <ac:chgData name="Victor Silva" userId="48acf9fd5344f352" providerId="LiveId" clId="{95F01956-387A-4188-98EE-0F827F0AA14F}" dt="2019-02-11T00:07:43.353" v="457" actId="1076"/>
          <ac:cxnSpMkLst>
            <pc:docMk/>
            <pc:sldMk cId="2726101037" sldId="281"/>
            <ac:cxnSpMk id="23" creationId="{85E61C16-2417-4B68-83E4-2B1B681251F9}"/>
          </ac:cxnSpMkLst>
        </pc:cxnChg>
        <pc:cxnChg chg="mod">
          <ac:chgData name="Victor Silva" userId="48acf9fd5344f352" providerId="LiveId" clId="{95F01956-387A-4188-98EE-0F827F0AA14F}" dt="2019-02-11T00:08:03.634" v="461" actId="14100"/>
          <ac:cxnSpMkLst>
            <pc:docMk/>
            <pc:sldMk cId="2726101037" sldId="281"/>
            <ac:cxnSpMk id="26" creationId="{FD4D5E98-A62F-455E-BDAB-B2F2163C9291}"/>
          </ac:cxnSpMkLst>
        </pc:cxnChg>
        <pc:cxnChg chg="mod">
          <ac:chgData name="Victor Silva" userId="48acf9fd5344f352" providerId="LiveId" clId="{95F01956-387A-4188-98EE-0F827F0AA14F}" dt="2019-02-11T00:07:50.016" v="458" actId="1076"/>
          <ac:cxnSpMkLst>
            <pc:docMk/>
            <pc:sldMk cId="2726101037" sldId="281"/>
            <ac:cxnSpMk id="29" creationId="{25BB48E1-F268-4F12-BA6E-0D4C5662324F}"/>
          </ac:cxnSpMkLst>
        </pc:cxnChg>
      </pc:sldChg>
      <pc:sldChg chg="modSp add modTransition">
        <pc:chgData name="Victor Silva" userId="48acf9fd5344f352" providerId="LiveId" clId="{95F01956-387A-4188-98EE-0F827F0AA14F}" dt="2019-02-11T00:10:15.025" v="505" actId="20577"/>
        <pc:sldMkLst>
          <pc:docMk/>
          <pc:sldMk cId="830315175" sldId="282"/>
        </pc:sldMkLst>
        <pc:spChg chg="mod">
          <ac:chgData name="Victor Silva" userId="48acf9fd5344f352" providerId="LiveId" clId="{95F01956-387A-4188-98EE-0F827F0AA14F}" dt="2019-02-11T00:10:15.025" v="505" actId="20577"/>
          <ac:spMkLst>
            <pc:docMk/>
            <pc:sldMk cId="830315175" sldId="282"/>
            <ac:spMk id="3" creationId="{00000000-0000-0000-0000-000000000000}"/>
          </ac:spMkLst>
        </pc:spChg>
        <pc:picChg chg="mod">
          <ac:chgData name="Victor Silva" userId="48acf9fd5344f352" providerId="LiveId" clId="{95F01956-387A-4188-98EE-0F827F0AA14F}" dt="2019-02-11T00:08:31.457" v="467" actId="1076"/>
          <ac:picMkLst>
            <pc:docMk/>
            <pc:sldMk cId="830315175" sldId="282"/>
            <ac:picMk id="5" creationId="{3ADCB5B8-FD64-4932-A1D3-2E3760C8F1C8}"/>
          </ac:picMkLst>
        </pc:picChg>
        <pc:picChg chg="mod">
          <ac:chgData name="Victor Silva" userId="48acf9fd5344f352" providerId="LiveId" clId="{95F01956-387A-4188-98EE-0F827F0AA14F}" dt="2019-02-11T00:08:31.457" v="467" actId="1076"/>
          <ac:picMkLst>
            <pc:docMk/>
            <pc:sldMk cId="830315175" sldId="282"/>
            <ac:picMk id="6" creationId="{61D8DFA8-A091-41D1-9441-4B6BAA151B45}"/>
          </ac:picMkLst>
        </pc:picChg>
      </pc:sldChg>
      <pc:sldChg chg="del">
        <pc:chgData name="Victor Silva" userId="48acf9fd5344f352" providerId="LiveId" clId="{95F01956-387A-4188-98EE-0F827F0AA14F}" dt="2019-02-10T23:57:51.885" v="29" actId="2696"/>
        <pc:sldMkLst>
          <pc:docMk/>
          <pc:sldMk cId="4277808665" sldId="282"/>
        </pc:sldMkLst>
      </pc:sldChg>
      <pc:sldChg chg="modSp add modTransition">
        <pc:chgData name="Victor Silva" userId="48acf9fd5344f352" providerId="LiveId" clId="{95F01956-387A-4188-98EE-0F827F0AA14F}" dt="2019-02-10T23:58:17.495" v="87" actId="27636"/>
        <pc:sldMkLst>
          <pc:docMk/>
          <pc:sldMk cId="2790085931" sldId="283"/>
        </pc:sldMkLst>
        <pc:spChg chg="mod">
          <ac:chgData name="Victor Silva" userId="48acf9fd5344f352" providerId="LiveId" clId="{95F01956-387A-4188-98EE-0F827F0AA14F}" dt="2019-02-10T23:58:17.495" v="87" actId="27636"/>
          <ac:spMkLst>
            <pc:docMk/>
            <pc:sldMk cId="2790085931" sldId="283"/>
            <ac:spMk id="2" creationId="{00000000-0000-0000-0000-000000000000}"/>
          </ac:spMkLst>
        </pc:spChg>
      </pc:sldChg>
      <pc:sldChg chg="del">
        <pc:chgData name="Victor Silva" userId="48acf9fd5344f352" providerId="LiveId" clId="{95F01956-387A-4188-98EE-0F827F0AA14F}" dt="2019-02-10T23:57:51.918" v="30" actId="2696"/>
        <pc:sldMkLst>
          <pc:docMk/>
          <pc:sldMk cId="3983561885" sldId="283"/>
        </pc:sldMkLst>
      </pc:sldChg>
      <pc:sldChg chg="modSp add modTransition">
        <pc:chgData name="Victor Silva" userId="48acf9fd5344f352" providerId="LiveId" clId="{95F01956-387A-4188-98EE-0F827F0AA14F}" dt="2019-02-11T00:08:35.709" v="468" actId="1076"/>
        <pc:sldMkLst>
          <pc:docMk/>
          <pc:sldMk cId="3610398831" sldId="284"/>
        </pc:sldMkLst>
        <pc:spChg chg="mod">
          <ac:chgData name="Victor Silva" userId="48acf9fd5344f352" providerId="LiveId" clId="{95F01956-387A-4188-98EE-0F827F0AA14F}" dt="2019-02-10T23:58:17.500" v="88" actId="27636"/>
          <ac:spMkLst>
            <pc:docMk/>
            <pc:sldMk cId="3610398831" sldId="284"/>
            <ac:spMk id="2" creationId="{00000000-0000-0000-0000-000000000000}"/>
          </ac:spMkLst>
        </pc:spChg>
        <pc:picChg chg="mod">
          <ac:chgData name="Victor Silva" userId="48acf9fd5344f352" providerId="LiveId" clId="{95F01956-387A-4188-98EE-0F827F0AA14F}" dt="2019-02-11T00:08:35.709" v="468" actId="1076"/>
          <ac:picMkLst>
            <pc:docMk/>
            <pc:sldMk cId="3610398831" sldId="284"/>
            <ac:picMk id="5" creationId="{48E44ABF-9E12-4CBE-AB11-C5DF69A9633B}"/>
          </ac:picMkLst>
        </pc:picChg>
      </pc:sldChg>
      <pc:sldChg chg="del">
        <pc:chgData name="Victor Silva" userId="48acf9fd5344f352" providerId="LiveId" clId="{95F01956-387A-4188-98EE-0F827F0AA14F}" dt="2019-02-10T23:57:51.932" v="31" actId="2696"/>
        <pc:sldMkLst>
          <pc:docMk/>
          <pc:sldMk cId="3933904775" sldId="284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129027686" sldId="285"/>
        </pc:sldMkLst>
      </pc:sldChg>
      <pc:sldChg chg="modSp add modTransition">
        <pc:chgData name="Victor Silva" userId="48acf9fd5344f352" providerId="LiveId" clId="{95F01956-387A-4188-98EE-0F827F0AA14F}" dt="2019-02-11T00:08:42.782" v="469" actId="1076"/>
        <pc:sldMkLst>
          <pc:docMk/>
          <pc:sldMk cId="974525496" sldId="286"/>
        </pc:sldMkLst>
        <pc:grpChg chg="mod">
          <ac:chgData name="Victor Silva" userId="48acf9fd5344f352" providerId="LiveId" clId="{95F01956-387A-4188-98EE-0F827F0AA14F}" dt="2019-02-11T00:08:42.782" v="469" actId="1076"/>
          <ac:grpSpMkLst>
            <pc:docMk/>
            <pc:sldMk cId="974525496" sldId="286"/>
            <ac:grpSpMk id="8" creationId="{5C317D4B-386C-41FD-B394-31D66B4449EE}"/>
          </ac:grpSpMkLst>
        </pc:grpChg>
        <pc:picChg chg="mod">
          <ac:chgData name="Victor Silva" userId="48acf9fd5344f352" providerId="LiveId" clId="{95F01956-387A-4188-98EE-0F827F0AA14F}" dt="2019-02-11T00:08:42.782" v="469" actId="1076"/>
          <ac:picMkLst>
            <pc:docMk/>
            <pc:sldMk cId="974525496" sldId="286"/>
            <ac:picMk id="5" creationId="{514FC96B-335C-4A93-BE8E-948893F069C4}"/>
          </ac:picMkLst>
        </pc:picChg>
      </pc:sldChg>
      <pc:sldChg chg="addSp delSp modSp add del modTransition">
        <pc:chgData name="Victor Silva" userId="48acf9fd5344f352" providerId="LiveId" clId="{95F01956-387A-4188-98EE-0F827F0AA14F}" dt="2019-02-11T00:00:53.701" v="186" actId="2696"/>
        <pc:sldMkLst>
          <pc:docMk/>
          <pc:sldMk cId="791416767" sldId="287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791416767" sldId="287"/>
            <ac:spMk id="3" creationId="{F2DC30D6-BB82-4DDA-A216-9DCC1608E8E3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791416767" sldId="287"/>
            <ac:spMk id="5" creationId="{047726A4-E47A-4A6A-9951-63D28EA7FE40}"/>
          </ac:spMkLst>
        </pc:spChg>
      </pc:sldChg>
      <pc:sldChg chg="del">
        <pc:chgData name="Victor Silva" userId="48acf9fd5344f352" providerId="LiveId" clId="{95F01956-387A-4188-98EE-0F827F0AA14F}" dt="2019-02-10T23:57:51.832" v="26" actId="2696"/>
        <pc:sldMkLst>
          <pc:docMk/>
          <pc:sldMk cId="1494771849" sldId="287"/>
        </pc:sldMkLst>
      </pc:sldChg>
      <pc:sldChg chg="del">
        <pc:chgData name="Victor Silva" userId="48acf9fd5344f352" providerId="LiveId" clId="{95F01956-387A-4188-98EE-0F827F0AA14F}" dt="2019-02-10T23:57:51.852" v="27" actId="2696"/>
        <pc:sldMkLst>
          <pc:docMk/>
          <pc:sldMk cId="675899626" sldId="288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790068028" sldId="288"/>
        </pc:sldMkLst>
      </pc:sldChg>
      <pc:sldChg chg="del">
        <pc:chgData name="Victor Silva" userId="48acf9fd5344f352" providerId="LiveId" clId="{95F01956-387A-4188-98EE-0F827F0AA14F}" dt="2019-02-10T23:57:51.957" v="32" actId="2696"/>
        <pc:sldMkLst>
          <pc:docMk/>
          <pc:sldMk cId="123159995" sldId="289"/>
        </pc:sldMkLst>
      </pc:sldChg>
      <pc:sldChg chg="addSp modSp add modTransition">
        <pc:chgData name="Victor Silva" userId="48acf9fd5344f352" providerId="LiveId" clId="{95F01956-387A-4188-98EE-0F827F0AA14F}" dt="2019-02-11T00:09:05.896" v="477" actId="14100"/>
        <pc:sldMkLst>
          <pc:docMk/>
          <pc:sldMk cId="406043269" sldId="289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406043269" sldId="289"/>
            <ac:spMk id="3" creationId="{974283A6-9609-4DA0-B13F-676877797B9B}"/>
          </ac:spMkLst>
        </pc:spChg>
        <pc:graphicFrameChg chg="mod">
          <ac:chgData name="Victor Silva" userId="48acf9fd5344f352" providerId="LiveId" clId="{95F01956-387A-4188-98EE-0F827F0AA14F}" dt="2019-02-11T00:09:05.896" v="477" actId="14100"/>
          <ac:graphicFrameMkLst>
            <pc:docMk/>
            <pc:sldMk cId="406043269" sldId="289"/>
            <ac:graphicFrameMk id="5" creationId="{DDEA0367-9D8A-4912-BC7D-1C03398B11E2}"/>
          </ac:graphicFrameMkLst>
        </pc:graphicFrame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539582779" sldId="290"/>
        </pc:sldMkLst>
      </pc:sldChg>
      <pc:sldChg chg="modSp add modTransition">
        <pc:chgData name="Victor Silva" userId="48acf9fd5344f352" providerId="LiveId" clId="{95F01956-387A-4188-98EE-0F827F0AA14F}" dt="2019-02-10T23:58:17.508" v="89" actId="27636"/>
        <pc:sldMkLst>
          <pc:docMk/>
          <pc:sldMk cId="3697887781" sldId="291"/>
        </pc:sldMkLst>
        <pc:spChg chg="mod">
          <ac:chgData name="Victor Silva" userId="48acf9fd5344f352" providerId="LiveId" clId="{95F01956-387A-4188-98EE-0F827F0AA14F}" dt="2019-02-10T23:58:17.508" v="89" actId="27636"/>
          <ac:spMkLst>
            <pc:docMk/>
            <pc:sldMk cId="3697887781" sldId="291"/>
            <ac:spMk id="2" creationId="{00000000-0000-0000-0000-000000000000}"/>
          </ac:spMkLst>
        </pc:spChg>
      </pc:sldChg>
      <pc:sldChg chg="modSp add modTransition">
        <pc:chgData name="Victor Silva" userId="48acf9fd5344f352" providerId="LiveId" clId="{95F01956-387A-4188-98EE-0F827F0AA14F}" dt="2019-02-11T00:09:42.231" v="493" actId="6549"/>
        <pc:sldMkLst>
          <pc:docMk/>
          <pc:sldMk cId="1325719800" sldId="292"/>
        </pc:sldMkLst>
        <pc:spChg chg="mod">
          <ac:chgData name="Victor Silva" userId="48acf9fd5344f352" providerId="LiveId" clId="{95F01956-387A-4188-98EE-0F827F0AA14F}" dt="2019-02-11T00:09:42.231" v="493" actId="6549"/>
          <ac:spMkLst>
            <pc:docMk/>
            <pc:sldMk cId="1325719800" sldId="292"/>
            <ac:spMk id="3" creationId="{00000000-0000-0000-0000-000000000000}"/>
          </ac:spMkLst>
        </pc:spChg>
        <pc:picChg chg="mod">
          <ac:chgData name="Victor Silva" userId="48acf9fd5344f352" providerId="LiveId" clId="{95F01956-387A-4188-98EE-0F827F0AA14F}" dt="2019-02-11T00:09:33.572" v="483" actId="1076"/>
          <ac:picMkLst>
            <pc:docMk/>
            <pc:sldMk cId="1325719800" sldId="292"/>
            <ac:picMk id="5" creationId="{74A861A3-095B-4E78-AC0D-E5005C2DAF51}"/>
          </ac:picMkLst>
        </pc:picChg>
      </pc:sldChg>
      <pc:sldChg chg="del">
        <pc:chgData name="Victor Silva" userId="48acf9fd5344f352" providerId="LiveId" clId="{95F01956-387A-4188-98EE-0F827F0AA14F}" dt="2019-02-10T23:57:52.259" v="35" actId="2696"/>
        <pc:sldMkLst>
          <pc:docMk/>
          <pc:sldMk cId="3100696491" sldId="292"/>
        </pc:sldMkLst>
      </pc:sldChg>
      <pc:sldChg chg="addSp delSp modSp add del modTransition">
        <pc:chgData name="Victor Silva" userId="48acf9fd5344f352" providerId="LiveId" clId="{95F01956-387A-4188-98EE-0F827F0AA14F}" dt="2019-02-11T00:01:01.445" v="188" actId="2696"/>
        <pc:sldMkLst>
          <pc:docMk/>
          <pc:sldMk cId="367787932" sldId="293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67787932" sldId="293"/>
            <ac:spMk id="3" creationId="{88B36447-EB10-4F67-8B24-3A00F36B84F5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367787932" sldId="293"/>
            <ac:spMk id="5" creationId="{047726A4-E47A-4A6A-9951-63D28EA7FE40}"/>
          </ac:spMkLst>
        </pc:spChg>
      </pc:sldChg>
      <pc:sldChg chg="modSp add modTransition">
        <pc:chgData name="Victor Silva" userId="48acf9fd5344f352" providerId="LiveId" clId="{95F01956-387A-4188-98EE-0F827F0AA14F}" dt="2019-02-11T00:09:14.145" v="479" actId="1076"/>
        <pc:sldMkLst>
          <pc:docMk/>
          <pc:sldMk cId="1222156746" sldId="294"/>
        </pc:sldMkLst>
        <pc:picChg chg="mod">
          <ac:chgData name="Victor Silva" userId="48acf9fd5344f352" providerId="LiveId" clId="{95F01956-387A-4188-98EE-0F827F0AA14F}" dt="2019-02-11T00:09:12.449" v="478" actId="1076"/>
          <ac:picMkLst>
            <pc:docMk/>
            <pc:sldMk cId="1222156746" sldId="294"/>
            <ac:picMk id="5" creationId="{1E82C7DC-AA44-4D66-BCB2-9F65D0BB3775}"/>
          </ac:picMkLst>
        </pc:picChg>
        <pc:picChg chg="mod">
          <ac:chgData name="Victor Silva" userId="48acf9fd5344f352" providerId="LiveId" clId="{95F01956-387A-4188-98EE-0F827F0AA14F}" dt="2019-02-11T00:09:14.145" v="479" actId="1076"/>
          <ac:picMkLst>
            <pc:docMk/>
            <pc:sldMk cId="1222156746" sldId="294"/>
            <ac:picMk id="6" creationId="{C4B87310-529B-4AAD-9E85-AD561DF58376}"/>
          </ac:picMkLst>
        </pc:picChg>
      </pc:sldChg>
      <pc:sldChg chg="del">
        <pc:chgData name="Victor Silva" userId="48acf9fd5344f352" providerId="LiveId" clId="{95F01956-387A-4188-98EE-0F827F0AA14F}" dt="2019-02-10T23:57:52.291" v="37" actId="2696"/>
        <pc:sldMkLst>
          <pc:docMk/>
          <pc:sldMk cId="1819337051" sldId="294"/>
        </pc:sldMkLst>
      </pc:sldChg>
      <pc:sldChg chg="modSp add modTransition">
        <pc:chgData name="Victor Silva" userId="48acf9fd5344f352" providerId="LiveId" clId="{95F01956-387A-4188-98EE-0F827F0AA14F}" dt="2019-02-11T00:09:28.598" v="482" actId="1076"/>
        <pc:sldMkLst>
          <pc:docMk/>
          <pc:sldMk cId="729847481" sldId="295"/>
        </pc:sldMkLst>
        <pc:picChg chg="mod">
          <ac:chgData name="Victor Silva" userId="48acf9fd5344f352" providerId="LiveId" clId="{95F01956-387A-4188-98EE-0F827F0AA14F}" dt="2019-02-11T00:09:26.050" v="481" actId="14100"/>
          <ac:picMkLst>
            <pc:docMk/>
            <pc:sldMk cId="729847481" sldId="295"/>
            <ac:picMk id="7" creationId="{842FC63E-DF86-4BB7-B991-D52E52F282AD}"/>
          </ac:picMkLst>
        </pc:picChg>
        <pc:picChg chg="mod">
          <ac:chgData name="Victor Silva" userId="48acf9fd5344f352" providerId="LiveId" clId="{95F01956-387A-4188-98EE-0F827F0AA14F}" dt="2019-02-11T00:09:28.598" v="482" actId="1076"/>
          <ac:picMkLst>
            <pc:docMk/>
            <pc:sldMk cId="729847481" sldId="295"/>
            <ac:picMk id="8" creationId="{EC154EDB-99FC-4D5C-94B0-102A7FC80B6D}"/>
          </ac:picMkLst>
        </pc:picChg>
      </pc:sldChg>
      <pc:sldChg chg="del">
        <pc:chgData name="Victor Silva" userId="48acf9fd5344f352" providerId="LiveId" clId="{95F01956-387A-4188-98EE-0F827F0AA14F}" dt="2019-02-10T23:57:52.300" v="38" actId="2696"/>
        <pc:sldMkLst>
          <pc:docMk/>
          <pc:sldMk cId="1015435378" sldId="295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4260945188" sldId="297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824494643" sldId="298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807235451" sldId="299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622329317" sldId="300"/>
        </pc:sldMkLst>
      </pc:sldChg>
      <pc:sldChg chg="addSp delSp modSp add del modTransition">
        <pc:chgData name="Victor Silva" userId="48acf9fd5344f352" providerId="LiveId" clId="{95F01956-387A-4188-98EE-0F827F0AA14F}" dt="2019-02-11T00:01:42.193" v="261" actId="2696"/>
        <pc:sldMkLst>
          <pc:docMk/>
          <pc:sldMk cId="2026835133" sldId="301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026835133" sldId="301"/>
            <ac:spMk id="3" creationId="{553837B2-7099-4F79-B909-9AD281DD6BB2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2026835133" sldId="301"/>
            <ac:spMk id="5" creationId="{047726A4-E47A-4A6A-9951-63D28EA7FE40}"/>
          </ac:spMkLst>
        </pc:spChg>
      </pc:sldChg>
      <pc:sldChg chg="del">
        <pc:chgData name="Victor Silva" userId="48acf9fd5344f352" providerId="LiveId" clId="{95F01956-387A-4188-98EE-0F827F0AA14F}" dt="2019-02-10T23:57:52.770" v="46" actId="2696"/>
        <pc:sldMkLst>
          <pc:docMk/>
          <pc:sldMk cId="3327933034" sldId="302"/>
        </pc:sldMkLst>
      </pc:sldChg>
      <pc:sldChg chg="addSp delSp modSp add del modTransition">
        <pc:chgData name="Victor Silva" userId="48acf9fd5344f352" providerId="LiveId" clId="{95F01956-387A-4188-98EE-0F827F0AA14F}" dt="2019-02-11T00:01:54.339" v="275" actId="2696"/>
        <pc:sldMkLst>
          <pc:docMk/>
          <pc:sldMk cId="4048681458" sldId="302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4048681458" sldId="302"/>
            <ac:spMk id="3" creationId="{3AB373B3-C205-4AE5-8012-CB46ED49413D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4048681458" sldId="302"/>
            <ac:spMk id="5" creationId="{047726A4-E47A-4A6A-9951-63D28EA7FE40}"/>
          </ac:spMkLst>
        </pc:spChg>
      </pc:sldChg>
      <pc:sldChg chg="addSp delSp modSp add del modTransition">
        <pc:chgData name="Victor Silva" userId="48acf9fd5344f352" providerId="LiveId" clId="{95F01956-387A-4188-98EE-0F827F0AA14F}" dt="2019-02-11T00:02:17.104" v="296" actId="2696"/>
        <pc:sldMkLst>
          <pc:docMk/>
          <pc:sldMk cId="1045198961" sldId="303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045198961" sldId="303"/>
            <ac:spMk id="3" creationId="{296FF9D1-5B45-4207-9A86-5B8D8E723086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1045198961" sldId="303"/>
            <ac:spMk id="5" creationId="{047726A4-E47A-4A6A-9951-63D28EA7FE40}"/>
          </ac:spMkLst>
        </pc:spChg>
      </pc:sldChg>
      <pc:sldChg chg="addSp delSp modSp add del modTransition">
        <pc:chgData name="Victor Silva" userId="48acf9fd5344f352" providerId="LiveId" clId="{95F01956-387A-4188-98EE-0F827F0AA14F}" dt="2019-02-11T00:02:59.173" v="302" actId="2696"/>
        <pc:sldMkLst>
          <pc:docMk/>
          <pc:sldMk cId="126090898" sldId="304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26090898" sldId="304"/>
            <ac:spMk id="3" creationId="{5627E0E3-E29C-4A36-9DB0-A536B2C607D7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126090898" sldId="304"/>
            <ac:spMk id="5" creationId="{047726A4-E47A-4A6A-9951-63D28EA7FE40}"/>
          </ac:spMkLst>
        </pc:spChg>
      </pc:sldChg>
      <pc:sldChg chg="addSp delSp modSp add del modTransition">
        <pc:chgData name="Victor Silva" userId="48acf9fd5344f352" providerId="LiveId" clId="{95F01956-387A-4188-98EE-0F827F0AA14F}" dt="2019-02-11T00:03:14.432" v="305" actId="2696"/>
        <pc:sldMkLst>
          <pc:docMk/>
          <pc:sldMk cId="3157126967" sldId="305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157126967" sldId="305"/>
            <ac:spMk id="3" creationId="{C7C62FEC-26BE-4FFC-946B-5F45E97BD496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3157126967" sldId="305"/>
            <ac:spMk id="5" creationId="{047726A4-E47A-4A6A-9951-63D28EA7FE40}"/>
          </ac:spMkLst>
        </pc:spChg>
      </pc:sldChg>
      <pc:sldChg chg="addSp delSp modSp add del modTransition">
        <pc:chgData name="Victor Silva" userId="48acf9fd5344f352" providerId="LiveId" clId="{95F01956-387A-4188-98EE-0F827F0AA14F}" dt="2019-02-11T00:03:26.312" v="308" actId="2696"/>
        <pc:sldMkLst>
          <pc:docMk/>
          <pc:sldMk cId="3910528477" sldId="306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910528477" sldId="306"/>
            <ac:spMk id="3" creationId="{8DD6D72A-EBC0-4D44-9660-4F4A373E0261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3910528477" sldId="306"/>
            <ac:spMk id="5" creationId="{047726A4-E47A-4A6A-9951-63D28EA7FE40}"/>
          </ac:spMkLst>
        </pc:spChg>
      </pc:sldChg>
      <pc:sldChg chg="del">
        <pc:chgData name="Victor Silva" userId="48acf9fd5344f352" providerId="LiveId" clId="{95F01956-387A-4188-98EE-0F827F0AA14F}" dt="2019-02-10T23:57:50.158" v="9" actId="2696"/>
        <pc:sldMkLst>
          <pc:docMk/>
          <pc:sldMk cId="3986070214" sldId="307"/>
        </pc:sldMkLst>
      </pc:sldChg>
      <pc:sldChg chg="addSp delSp modSp add del modTransition">
        <pc:chgData name="Victor Silva" userId="48acf9fd5344f352" providerId="LiveId" clId="{95F01956-387A-4188-98EE-0F827F0AA14F}" dt="2019-02-11T00:03:47.733" v="334" actId="2696"/>
        <pc:sldMkLst>
          <pc:docMk/>
          <pc:sldMk cId="4242658738" sldId="307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4242658738" sldId="307"/>
            <ac:spMk id="3" creationId="{6B7E9A03-B87E-47D5-AD3C-C3B90112074D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4242658738" sldId="307"/>
            <ac:spMk id="5" creationId="{047726A4-E47A-4A6A-9951-63D28EA7FE40}"/>
          </ac:spMkLst>
        </pc:spChg>
      </pc:sldChg>
      <pc:sldChg chg="addSp delSp modSp add del modTransition">
        <pc:chgData name="Victor Silva" userId="48acf9fd5344f352" providerId="LiveId" clId="{95F01956-387A-4188-98EE-0F827F0AA14F}" dt="2019-02-11T00:04:03.391" v="365" actId="2696"/>
        <pc:sldMkLst>
          <pc:docMk/>
          <pc:sldMk cId="1545198627" sldId="308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545198627" sldId="308"/>
            <ac:spMk id="3" creationId="{EBEFBF29-34F2-4BBC-B06B-E9947798FB7D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1545198627" sldId="308"/>
            <ac:spMk id="5" creationId="{047726A4-E47A-4A6A-9951-63D28EA7FE40}"/>
          </ac:spMkLst>
        </pc:spChg>
      </pc:sldChg>
      <pc:sldChg chg="del">
        <pc:chgData name="Victor Silva" userId="48acf9fd5344f352" providerId="LiveId" clId="{95F01956-387A-4188-98EE-0F827F0AA14F}" dt="2019-02-10T23:57:50.199" v="13" actId="2696"/>
        <pc:sldMkLst>
          <pc:docMk/>
          <pc:sldMk cId="2594352777" sldId="308"/>
        </pc:sldMkLst>
      </pc:sldChg>
      <pc:sldChg chg="del">
        <pc:chgData name="Victor Silva" userId="48acf9fd5344f352" providerId="LiveId" clId="{95F01956-387A-4188-98EE-0F827F0AA14F}" dt="2019-02-10T23:57:50.823" v="19" actId="2696"/>
        <pc:sldMkLst>
          <pc:docMk/>
          <pc:sldMk cId="115077083" sldId="309"/>
        </pc:sldMkLst>
      </pc:sldChg>
      <pc:sldChg chg="addSp delSp modSp add del modTransition">
        <pc:chgData name="Victor Silva" userId="48acf9fd5344f352" providerId="LiveId" clId="{95F01956-387A-4188-98EE-0F827F0AA14F}" dt="2019-02-11T00:04:10.035" v="367" actId="2696"/>
        <pc:sldMkLst>
          <pc:docMk/>
          <pc:sldMk cId="1503919578" sldId="309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503919578" sldId="309"/>
            <ac:spMk id="3" creationId="{CCBF070F-9A44-4839-B572-04D7019FD964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1503919578" sldId="309"/>
            <ac:spMk id="5" creationId="{047726A4-E47A-4A6A-9951-63D28EA7FE40}"/>
          </ac:spMkLst>
        </pc:spChg>
      </pc:sldChg>
      <pc:sldChg chg="addSp delSp modSp add del modTransition">
        <pc:chgData name="Victor Silva" userId="48acf9fd5344f352" providerId="LiveId" clId="{95F01956-387A-4188-98EE-0F827F0AA14F}" dt="2019-02-11T00:04:26.383" v="403" actId="2696"/>
        <pc:sldMkLst>
          <pc:docMk/>
          <pc:sldMk cId="225962726" sldId="310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25962726" sldId="310"/>
            <ac:spMk id="3" creationId="{5536AF4B-8374-4A6C-BB74-08D427904EC8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225962726" sldId="310"/>
            <ac:spMk id="5" creationId="{047726A4-E47A-4A6A-9951-63D28EA7FE40}"/>
          </ac:spMkLst>
        </pc:spChg>
      </pc:sldChg>
      <pc:sldChg chg="del">
        <pc:chgData name="Victor Silva" userId="48acf9fd5344f352" providerId="LiveId" clId="{95F01956-387A-4188-98EE-0F827F0AA14F}" dt="2019-02-10T23:57:50.845" v="21" actId="2696"/>
        <pc:sldMkLst>
          <pc:docMk/>
          <pc:sldMk cId="2642736245" sldId="310"/>
        </pc:sldMkLst>
      </pc:sldChg>
      <pc:sldChg chg="modSp add modTransition">
        <pc:chgData name="Victor Silva" userId="48acf9fd5344f352" providerId="LiveId" clId="{95F01956-387A-4188-98EE-0F827F0AA14F}" dt="2019-02-11T00:12:15.429" v="517" actId="1076"/>
        <pc:sldMkLst>
          <pc:docMk/>
          <pc:sldMk cId="819962216" sldId="311"/>
        </pc:sldMkLst>
        <pc:picChg chg="mod">
          <ac:chgData name="Victor Silva" userId="48acf9fd5344f352" providerId="LiveId" clId="{95F01956-387A-4188-98EE-0F827F0AA14F}" dt="2019-02-11T00:12:13.505" v="516" actId="1076"/>
          <ac:picMkLst>
            <pc:docMk/>
            <pc:sldMk cId="819962216" sldId="311"/>
            <ac:picMk id="5" creationId="{E8D1D9AB-C3DC-4D39-91C6-D16047E4734D}"/>
          </ac:picMkLst>
        </pc:picChg>
        <pc:picChg chg="mod">
          <ac:chgData name="Victor Silva" userId="48acf9fd5344f352" providerId="LiveId" clId="{95F01956-387A-4188-98EE-0F827F0AA14F}" dt="2019-02-11T00:12:15.429" v="517" actId="1076"/>
          <ac:picMkLst>
            <pc:docMk/>
            <pc:sldMk cId="819962216" sldId="311"/>
            <ac:picMk id="6" creationId="{2D5804D0-D373-4E19-9DF2-63C20FD8B42D}"/>
          </ac:picMkLst>
        </pc:picChg>
      </pc:sldChg>
      <pc:sldChg chg="del">
        <pc:chgData name="Victor Silva" userId="48acf9fd5344f352" providerId="LiveId" clId="{95F01956-387A-4188-98EE-0F827F0AA14F}" dt="2019-02-10T23:57:51.550" v="24" actId="2696"/>
        <pc:sldMkLst>
          <pc:docMk/>
          <pc:sldMk cId="2762202253" sldId="311"/>
        </pc:sldMkLst>
      </pc:sldChg>
      <pc:sldChg chg="modSp add modTransition">
        <pc:chgData name="Victor Silva" userId="48acf9fd5344f352" providerId="LiveId" clId="{95F01956-387A-4188-98EE-0F827F0AA14F}" dt="2019-02-11T00:12:22.487" v="522" actId="1036"/>
        <pc:sldMkLst>
          <pc:docMk/>
          <pc:sldMk cId="500678767" sldId="312"/>
        </pc:sldMkLst>
        <pc:picChg chg="mod">
          <ac:chgData name="Victor Silva" userId="48acf9fd5344f352" providerId="LiveId" clId="{95F01956-387A-4188-98EE-0F827F0AA14F}" dt="2019-02-11T00:12:18.385" v="518" actId="1076"/>
          <ac:picMkLst>
            <pc:docMk/>
            <pc:sldMk cId="500678767" sldId="312"/>
            <ac:picMk id="7" creationId="{FD16EE12-8936-4542-99C3-691E3F680C77}"/>
          </ac:picMkLst>
        </pc:picChg>
        <pc:picChg chg="mod">
          <ac:chgData name="Victor Silva" userId="48acf9fd5344f352" providerId="LiveId" clId="{95F01956-387A-4188-98EE-0F827F0AA14F}" dt="2019-02-11T00:12:22.487" v="522" actId="1036"/>
          <ac:picMkLst>
            <pc:docMk/>
            <pc:sldMk cId="500678767" sldId="312"/>
            <ac:picMk id="8" creationId="{2350ED1D-94D2-478A-9B2B-860D98972FFF}"/>
          </ac:picMkLst>
        </pc:picChg>
      </pc:sldChg>
      <pc:sldChg chg="del">
        <pc:chgData name="Victor Silva" userId="48acf9fd5344f352" providerId="LiveId" clId="{95F01956-387A-4188-98EE-0F827F0AA14F}" dt="2019-02-10T23:57:51.807" v="25" actId="2696"/>
        <pc:sldMkLst>
          <pc:docMk/>
          <pc:sldMk cId="3228972895" sldId="312"/>
        </pc:sldMkLst>
      </pc:sldChg>
      <pc:sldChg chg="del">
        <pc:chgData name="Victor Silva" userId="48acf9fd5344f352" providerId="LiveId" clId="{95F01956-387A-4188-98EE-0F827F0AA14F}" dt="2019-02-10T23:57:52.226" v="33" actId="2696"/>
        <pc:sldMkLst>
          <pc:docMk/>
          <pc:sldMk cId="2863458593" sldId="313"/>
        </pc:sldMkLst>
      </pc:sldChg>
      <pc:sldChg chg="modSp add modTransition">
        <pc:chgData name="Victor Silva" userId="48acf9fd5344f352" providerId="LiveId" clId="{95F01956-387A-4188-98EE-0F827F0AA14F}" dt="2019-02-11T00:12:08.868" v="515" actId="14100"/>
        <pc:sldMkLst>
          <pc:docMk/>
          <pc:sldMk cId="3382998061" sldId="313"/>
        </pc:sldMkLst>
        <pc:spChg chg="mod">
          <ac:chgData name="Victor Silva" userId="48acf9fd5344f352" providerId="LiveId" clId="{95F01956-387A-4188-98EE-0F827F0AA14F}" dt="2019-02-11T00:12:08.868" v="515" actId="14100"/>
          <ac:spMkLst>
            <pc:docMk/>
            <pc:sldMk cId="3382998061" sldId="313"/>
            <ac:spMk id="2" creationId="{00000000-0000-0000-0000-000000000000}"/>
          </ac:spMkLst>
        </pc:sp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753002955" sldId="314"/>
        </pc:sldMkLst>
      </pc:sldChg>
      <pc:sldChg chg="del">
        <pc:chgData name="Victor Silva" userId="48acf9fd5344f352" providerId="LiveId" clId="{95F01956-387A-4188-98EE-0F827F0AA14F}" dt="2019-02-10T23:57:52.248" v="34" actId="2696"/>
        <pc:sldMkLst>
          <pc:docMk/>
          <pc:sldMk cId="4126074125" sldId="314"/>
        </pc:sldMkLst>
      </pc:sldChg>
      <pc:sldChg chg="modSp add modTransition">
        <pc:chgData name="Victor Silva" userId="48acf9fd5344f352" providerId="LiveId" clId="{95F01956-387A-4188-98EE-0F827F0AA14F}" dt="2019-02-11T00:12:45.372" v="527" actId="1076"/>
        <pc:sldMkLst>
          <pc:docMk/>
          <pc:sldMk cId="3392892502" sldId="315"/>
        </pc:sldMkLst>
        <pc:spChg chg="mod">
          <ac:chgData name="Victor Silva" userId="48acf9fd5344f352" providerId="LiveId" clId="{95F01956-387A-4188-98EE-0F827F0AA14F}" dt="2019-02-11T00:12:36.225" v="524" actId="6549"/>
          <ac:spMkLst>
            <pc:docMk/>
            <pc:sldMk cId="3392892502" sldId="315"/>
            <ac:spMk id="3" creationId="{00000000-0000-0000-0000-000000000000}"/>
          </ac:spMkLst>
        </pc:spChg>
        <pc:picChg chg="mod">
          <ac:chgData name="Victor Silva" userId="48acf9fd5344f352" providerId="LiveId" clId="{95F01956-387A-4188-98EE-0F827F0AA14F}" dt="2019-02-11T00:12:45.372" v="527" actId="1076"/>
          <ac:picMkLst>
            <pc:docMk/>
            <pc:sldMk cId="3392892502" sldId="315"/>
            <ac:picMk id="5" creationId="{80FE5EC2-076B-44DC-8108-CFAF8FE49DFB}"/>
          </ac:picMkLst>
        </pc:picChg>
      </pc:sldChg>
      <pc:sldChg chg="del">
        <pc:chgData name="Victor Silva" userId="48acf9fd5344f352" providerId="LiveId" clId="{95F01956-387A-4188-98EE-0F827F0AA14F}" dt="2019-02-10T23:57:52.281" v="36" actId="2696"/>
        <pc:sldMkLst>
          <pc:docMk/>
          <pc:sldMk cId="507019763" sldId="316"/>
        </pc:sldMkLst>
      </pc:sldChg>
      <pc:sldChg chg="modSp add modTransition">
        <pc:chgData name="Victor Silva" userId="48acf9fd5344f352" providerId="LiveId" clId="{95F01956-387A-4188-98EE-0F827F0AA14F}" dt="2019-02-11T00:12:48.712" v="528" actId="1076"/>
        <pc:sldMkLst>
          <pc:docMk/>
          <pc:sldMk cId="1852393897" sldId="316"/>
        </pc:sldMkLst>
        <pc:picChg chg="mod">
          <ac:chgData name="Victor Silva" userId="48acf9fd5344f352" providerId="LiveId" clId="{95F01956-387A-4188-98EE-0F827F0AA14F}" dt="2019-02-11T00:12:48.712" v="528" actId="1076"/>
          <ac:picMkLst>
            <pc:docMk/>
            <pc:sldMk cId="1852393897" sldId="316"/>
            <ac:picMk id="5" creationId="{6A2D3CFC-5E74-4EC9-9AA5-0E9E74D18D10}"/>
          </ac:picMkLst>
        </pc:pic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308095360" sldId="317"/>
        </pc:sldMkLst>
      </pc:sldChg>
      <pc:sldChg chg="del">
        <pc:chgData name="Victor Silva" userId="48acf9fd5344f352" providerId="LiveId" clId="{95F01956-387A-4188-98EE-0F827F0AA14F}" dt="2019-02-10T23:57:52.327" v="39" actId="2696"/>
        <pc:sldMkLst>
          <pc:docMk/>
          <pc:sldMk cId="3789499983" sldId="317"/>
        </pc:sldMkLst>
      </pc:sldChg>
      <pc:sldChg chg="del">
        <pc:chgData name="Victor Silva" userId="48acf9fd5344f352" providerId="LiveId" clId="{95F01956-387A-4188-98EE-0F827F0AA14F}" dt="2019-02-10T23:57:52.573" v="40" actId="2696"/>
        <pc:sldMkLst>
          <pc:docMk/>
          <pc:sldMk cId="2747894292" sldId="318"/>
        </pc:sldMkLst>
      </pc:sldChg>
      <pc:sldChg chg="modSp add modTransition">
        <pc:chgData name="Victor Silva" userId="48acf9fd5344f352" providerId="LiveId" clId="{95F01956-387A-4188-98EE-0F827F0AA14F}" dt="2019-02-11T00:13:13.141" v="534" actId="6549"/>
        <pc:sldMkLst>
          <pc:docMk/>
          <pc:sldMk cId="3121152124" sldId="318"/>
        </pc:sldMkLst>
        <pc:spChg chg="mod">
          <ac:chgData name="Victor Silva" userId="48acf9fd5344f352" providerId="LiveId" clId="{95F01956-387A-4188-98EE-0F827F0AA14F}" dt="2019-02-11T00:13:13.141" v="534" actId="6549"/>
          <ac:spMkLst>
            <pc:docMk/>
            <pc:sldMk cId="3121152124" sldId="318"/>
            <ac:spMk id="3" creationId="{00000000-0000-0000-0000-000000000000}"/>
          </ac:spMkLst>
        </pc:spChg>
        <pc:picChg chg="mod">
          <ac:chgData name="Victor Silva" userId="48acf9fd5344f352" providerId="LiveId" clId="{95F01956-387A-4188-98EE-0F827F0AA14F}" dt="2019-02-11T00:13:10.199" v="532" actId="1076"/>
          <ac:picMkLst>
            <pc:docMk/>
            <pc:sldMk cId="3121152124" sldId="318"/>
            <ac:picMk id="5" creationId="{7A2D04E6-F6E5-48B0-95C7-610746708EC5}"/>
          </ac:picMkLst>
        </pc:picChg>
      </pc:sldChg>
      <pc:sldChg chg="del">
        <pc:chgData name="Victor Silva" userId="48acf9fd5344f352" providerId="LiveId" clId="{95F01956-387A-4188-98EE-0F827F0AA14F}" dt="2019-02-10T23:57:52.579" v="41" actId="2696"/>
        <pc:sldMkLst>
          <pc:docMk/>
          <pc:sldMk cId="1158984332" sldId="319"/>
        </pc:sldMkLst>
      </pc:sldChg>
      <pc:sldChg chg="addSp modSp add modTransition">
        <pc:chgData name="Victor Silva" userId="48acf9fd5344f352" providerId="LiveId" clId="{95F01956-387A-4188-98EE-0F827F0AA14F}" dt="2019-02-11T00:13:26.121" v="535" actId="1076"/>
        <pc:sldMkLst>
          <pc:docMk/>
          <pc:sldMk cId="2037178877" sldId="319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037178877" sldId="319"/>
            <ac:spMk id="3" creationId="{1966E805-6C37-47A8-B248-6139FF0CDC1A}"/>
          </ac:spMkLst>
        </pc:spChg>
        <pc:graphicFrameChg chg="mod">
          <ac:chgData name="Victor Silva" userId="48acf9fd5344f352" providerId="LiveId" clId="{95F01956-387A-4188-98EE-0F827F0AA14F}" dt="2019-02-11T00:13:26.121" v="535" actId="1076"/>
          <ac:graphicFrameMkLst>
            <pc:docMk/>
            <pc:sldMk cId="2037178877" sldId="319"/>
            <ac:graphicFrameMk id="5" creationId="{FE78BB3F-3A29-4C2C-B6C3-CF7A7EE31F3A}"/>
          </ac:graphicFrameMkLst>
        </pc:graphicFrameChg>
      </pc:sldChg>
      <pc:sldChg chg="modSp add modTransition">
        <pc:chgData name="Victor Silva" userId="48acf9fd5344f352" providerId="LiveId" clId="{95F01956-387A-4188-98EE-0F827F0AA14F}" dt="2019-02-11T00:13:41.618" v="539" actId="1076"/>
        <pc:sldMkLst>
          <pc:docMk/>
          <pc:sldMk cId="1118563838" sldId="320"/>
        </pc:sldMkLst>
        <pc:picChg chg="mod">
          <ac:chgData name="Victor Silva" userId="48acf9fd5344f352" providerId="LiveId" clId="{95F01956-387A-4188-98EE-0F827F0AA14F}" dt="2019-02-11T00:13:36.622" v="538" actId="1076"/>
          <ac:picMkLst>
            <pc:docMk/>
            <pc:sldMk cId="1118563838" sldId="320"/>
            <ac:picMk id="5" creationId="{35622339-660C-478F-BEEB-0C8647C55C43}"/>
          </ac:picMkLst>
        </pc:picChg>
        <pc:picChg chg="mod">
          <ac:chgData name="Victor Silva" userId="48acf9fd5344f352" providerId="LiveId" clId="{95F01956-387A-4188-98EE-0F827F0AA14F}" dt="2019-02-11T00:13:41.618" v="539" actId="1076"/>
          <ac:picMkLst>
            <pc:docMk/>
            <pc:sldMk cId="1118563838" sldId="320"/>
            <ac:picMk id="6" creationId="{F245656C-DBCD-4FDD-AE02-C3D884425ECC}"/>
          </ac:picMkLst>
        </pc:picChg>
      </pc:sldChg>
      <pc:sldChg chg="del">
        <pc:chgData name="Victor Silva" userId="48acf9fd5344f352" providerId="LiveId" clId="{95F01956-387A-4188-98EE-0F827F0AA14F}" dt="2019-02-10T23:57:52.599" v="43" actId="2696"/>
        <pc:sldMkLst>
          <pc:docMk/>
          <pc:sldMk cId="2630461931" sldId="320"/>
        </pc:sldMkLst>
      </pc:sldChg>
      <pc:sldChg chg="del">
        <pc:chgData name="Victor Silva" userId="48acf9fd5344f352" providerId="LiveId" clId="{95F01956-387A-4188-98EE-0F827F0AA14F}" dt="2019-02-10T23:57:52.608" v="44" actId="2696"/>
        <pc:sldMkLst>
          <pc:docMk/>
          <pc:sldMk cId="817078461" sldId="321"/>
        </pc:sldMkLst>
      </pc:sldChg>
      <pc:sldChg chg="modSp add modTransition">
        <pc:chgData name="Victor Silva" userId="48acf9fd5344f352" providerId="LiveId" clId="{95F01956-387A-4188-98EE-0F827F0AA14F}" dt="2019-02-11T00:13:46.819" v="541" actId="1076"/>
        <pc:sldMkLst>
          <pc:docMk/>
          <pc:sldMk cId="880371052" sldId="321"/>
        </pc:sldMkLst>
        <pc:picChg chg="mod">
          <ac:chgData name="Victor Silva" userId="48acf9fd5344f352" providerId="LiveId" clId="{95F01956-387A-4188-98EE-0F827F0AA14F}" dt="2019-02-11T00:13:46.819" v="541" actId="1076"/>
          <ac:picMkLst>
            <pc:docMk/>
            <pc:sldMk cId="880371052" sldId="321"/>
            <ac:picMk id="5" creationId="{1A32E893-3DCD-4781-9B6C-A53937E13517}"/>
          </ac:picMkLst>
        </pc:pic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203989551" sldId="322"/>
        </pc:sldMkLst>
      </pc:sldChg>
      <pc:sldChg chg="del">
        <pc:chgData name="Victor Silva" userId="48acf9fd5344f352" providerId="LiveId" clId="{95F01956-387A-4188-98EE-0F827F0AA14F}" dt="2019-02-10T23:57:52.694" v="45" actId="2696"/>
        <pc:sldMkLst>
          <pc:docMk/>
          <pc:sldMk cId="3527235139" sldId="322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397447848" sldId="323"/>
        </pc:sldMkLst>
      </pc:sldChg>
      <pc:sldChg chg="del">
        <pc:chgData name="Victor Silva" userId="48acf9fd5344f352" providerId="LiveId" clId="{95F01956-387A-4188-98EE-0F827F0AA14F}" dt="2019-02-10T23:57:52.789" v="47" actId="2696"/>
        <pc:sldMkLst>
          <pc:docMk/>
          <pc:sldMk cId="3997054785" sldId="323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362766337" sldId="324"/>
        </pc:sldMkLst>
      </pc:sldChg>
      <pc:sldChg chg="del">
        <pc:chgData name="Victor Silva" userId="48acf9fd5344f352" providerId="LiveId" clId="{95F01956-387A-4188-98EE-0F827F0AA14F}" dt="2019-02-10T23:57:53.011" v="48" actId="2696"/>
        <pc:sldMkLst>
          <pc:docMk/>
          <pc:sldMk cId="2648963479" sldId="324"/>
        </pc:sldMkLst>
      </pc:sldChg>
      <pc:sldChg chg="addSp delSp modSp add modTransition">
        <pc:chgData name="Victor Silva" userId="48acf9fd5344f352" providerId="LiveId" clId="{95F01956-387A-4188-98EE-0F827F0AA14F}" dt="2019-02-10T23:58:17.536" v="90" actId="27636"/>
        <pc:sldMkLst>
          <pc:docMk/>
          <pc:sldMk cId="1771234310" sldId="325"/>
        </pc:sldMkLst>
        <pc:spChg chg="mod">
          <ac:chgData name="Victor Silva" userId="48acf9fd5344f352" providerId="LiveId" clId="{95F01956-387A-4188-98EE-0F827F0AA14F}" dt="2019-02-10T23:58:17.536" v="90" actId="27636"/>
          <ac:spMkLst>
            <pc:docMk/>
            <pc:sldMk cId="1771234310" sldId="325"/>
            <ac:spMk id="2" creationId="{00000000-0000-0000-0000-000000000000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1771234310" sldId="325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771234310" sldId="325"/>
            <ac:spMk id="5" creationId="{51E36B33-E5D5-469A-AD43-EFE69CF4A745}"/>
          </ac:spMkLst>
        </pc:spChg>
      </pc:sldChg>
      <pc:sldChg chg="del">
        <pc:chgData name="Victor Silva" userId="48acf9fd5344f352" providerId="LiveId" clId="{95F01956-387A-4188-98EE-0F827F0AA14F}" dt="2019-02-10T23:57:53.016" v="49" actId="2696"/>
        <pc:sldMkLst>
          <pc:docMk/>
          <pc:sldMk cId="3250616885" sldId="325"/>
        </pc:sldMkLst>
      </pc:sldChg>
      <pc:sldChg chg="addSp delSp modSp add modTransition">
        <pc:chgData name="Victor Silva" userId="48acf9fd5344f352" providerId="LiveId" clId="{95F01956-387A-4188-98EE-0F827F0AA14F}" dt="2019-02-10T23:58:17.543" v="91" actId="27636"/>
        <pc:sldMkLst>
          <pc:docMk/>
          <pc:sldMk cId="1583395328" sldId="326"/>
        </pc:sldMkLst>
        <pc:spChg chg="mod">
          <ac:chgData name="Victor Silva" userId="48acf9fd5344f352" providerId="LiveId" clId="{95F01956-387A-4188-98EE-0F827F0AA14F}" dt="2019-02-10T23:58:17.543" v="91" actId="27636"/>
          <ac:spMkLst>
            <pc:docMk/>
            <pc:sldMk cId="1583395328" sldId="326"/>
            <ac:spMk id="2" creationId="{00000000-0000-0000-0000-000000000000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1583395328" sldId="326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583395328" sldId="326"/>
            <ac:spMk id="5" creationId="{D7641268-D6D0-4AE9-800A-9B3CE730F1B2}"/>
          </ac:spMkLst>
        </pc:spChg>
      </pc:sldChg>
      <pc:sldChg chg="del">
        <pc:chgData name="Victor Silva" userId="48acf9fd5344f352" providerId="LiveId" clId="{95F01956-387A-4188-98EE-0F827F0AA14F}" dt="2019-02-10T23:57:52.589" v="42" actId="2696"/>
        <pc:sldMkLst>
          <pc:docMk/>
          <pc:sldMk cId="1767498443" sldId="327"/>
        </pc:sldMkLst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299335622" sldId="327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299335622" sldId="327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299335622" sldId="327"/>
            <ac:spMk id="5" creationId="{501560F3-E577-4499-8FE2-203D5A7A7D1B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4226193716" sldId="328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4226193716" sldId="328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4226193716" sldId="328"/>
            <ac:spMk id="5" creationId="{310BFF88-0F82-491C-850C-5ED21B437709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947082859" sldId="329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947082859" sldId="329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947082859" sldId="329"/>
            <ac:spMk id="5" creationId="{7AE4E661-B58D-45DA-96C8-48DB7C0FB40D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3902353257" sldId="330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3902353257" sldId="330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902353257" sldId="330"/>
            <ac:spMk id="5" creationId="{B3F0A10C-FC60-43D0-ACDE-2390C483114B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859798218" sldId="331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859798218" sldId="331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859798218" sldId="331"/>
            <ac:spMk id="5" creationId="{42752712-75C2-4A0F-A8D2-83263762DCF5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4267216031" sldId="332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4267216031" sldId="332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4267216031" sldId="332"/>
            <ac:spMk id="5" creationId="{F39827BF-B9C5-420C-ACE4-A4A8C23F70AF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769006614" sldId="333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769006614" sldId="333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769006614" sldId="333"/>
            <ac:spMk id="5" creationId="{816FC1F7-07F1-4294-A005-5780372084A8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532380155" sldId="334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532380155" sldId="334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532380155" sldId="334"/>
            <ac:spMk id="5" creationId="{4B9112B9-D896-4D0D-B5D5-32790A7321A0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1214278550" sldId="335"/>
        </pc:sldMkLst>
        <pc:spChg chg="mod">
          <ac:chgData name="Victor Silva" userId="48acf9fd5344f352" providerId="LiveId" clId="{95F01956-387A-4188-98EE-0F827F0AA14F}" dt="2019-02-10T23:58:12.339" v="77" actId="27636"/>
          <ac:spMkLst>
            <pc:docMk/>
            <pc:sldMk cId="1214278550" sldId="335"/>
            <ac:spMk id="2" creationId="{00000000-0000-0000-0000-000000000000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1214278550" sldId="335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214278550" sldId="335"/>
            <ac:spMk id="5" creationId="{B3772F1B-3B5D-4930-9550-17574D33B6DF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72575378" sldId="336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72575378" sldId="336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72575378" sldId="336"/>
            <ac:spMk id="5" creationId="{13B8368B-9C82-404A-ACA1-5C409EE2D1A1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3950578715" sldId="337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3950578715" sldId="337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950578715" sldId="337"/>
            <ac:spMk id="5" creationId="{16DA1322-BC10-4DEE-9E01-A3DA7E0C65FB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1773944965" sldId="338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1773944965" sldId="338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773944965" sldId="338"/>
            <ac:spMk id="5" creationId="{68C698C2-DD1C-4B58-940A-2BF053B8AA30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407941034" sldId="339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407941034" sldId="339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407941034" sldId="339"/>
            <ac:spMk id="5" creationId="{EEE68D31-0A5F-4C34-8A27-1F77EFCF54B8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512601246" sldId="340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512601246" sldId="340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512601246" sldId="340"/>
            <ac:spMk id="5" creationId="{D02487BA-F84C-442D-9D86-7080B758842D}"/>
          </ac:spMkLst>
        </pc:spChg>
      </pc:sldChg>
      <pc:sldChg chg="addSp delSp modSp add modTransition">
        <pc:chgData name="Victor Silva" userId="48acf9fd5344f352" providerId="LiveId" clId="{95F01956-387A-4188-98EE-0F827F0AA14F}" dt="2019-02-11T00:03:31.686" v="310"/>
        <pc:sldMkLst>
          <pc:docMk/>
          <pc:sldMk cId="674341015" sldId="341"/>
        </pc:sldMkLst>
        <pc:spChg chg="mod">
          <ac:chgData name="Victor Silva" userId="48acf9fd5344f352" providerId="LiveId" clId="{95F01956-387A-4188-98EE-0F827F0AA14F}" dt="2019-02-10T23:58:17.560" v="92" actId="27636"/>
          <ac:spMkLst>
            <pc:docMk/>
            <pc:sldMk cId="674341015" sldId="341"/>
            <ac:spMk id="2" creationId="{00000000-0000-0000-0000-000000000000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674341015" sldId="341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674341015" sldId="341"/>
            <ac:spMk id="5" creationId="{C8C8B67F-EF80-40A9-B5B8-0D50F1619502}"/>
          </ac:spMkLst>
        </pc:spChg>
        <pc:spChg chg="add del">
          <ac:chgData name="Victor Silva" userId="48acf9fd5344f352" providerId="LiveId" clId="{95F01956-387A-4188-98EE-0F827F0AA14F}" dt="2019-02-11T00:03:31.686" v="310"/>
          <ac:spMkLst>
            <pc:docMk/>
            <pc:sldMk cId="674341015" sldId="341"/>
            <ac:spMk id="6" creationId="{6A184C81-2A0A-4316-952E-C2809F67FB3B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367802939" sldId="342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367802939" sldId="342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367802939" sldId="342"/>
            <ac:spMk id="5" creationId="{9DC321BF-C67D-495F-8D39-E29CFD7AAEDC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3397630788" sldId="343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3397630788" sldId="343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397630788" sldId="343"/>
            <ac:spMk id="5" creationId="{D3203CB8-B28B-481A-9D6E-C1E76CD2AF64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608154110" sldId="344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608154110" sldId="344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608154110" sldId="344"/>
            <ac:spMk id="5" creationId="{E18C1BD4-A32F-4ED6-8556-75BB387BB2B3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583626319" sldId="345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583626319" sldId="345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583626319" sldId="345"/>
            <ac:spMk id="5" creationId="{00622003-A5C8-456C-9647-E7B91EC61C35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1522937102" sldId="346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1522937102" sldId="346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522937102" sldId="346"/>
            <ac:spMk id="5" creationId="{74A34FD2-7BEB-4587-8A21-4788EF59977A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569" v="93" actId="27636"/>
        <pc:sldMkLst>
          <pc:docMk/>
          <pc:sldMk cId="4253944131" sldId="347"/>
        </pc:sldMkLst>
        <pc:spChg chg="mod">
          <ac:chgData name="Victor Silva" userId="48acf9fd5344f352" providerId="LiveId" clId="{95F01956-387A-4188-98EE-0F827F0AA14F}" dt="2019-02-10T23:58:17.569" v="93" actId="27636"/>
          <ac:spMkLst>
            <pc:docMk/>
            <pc:sldMk cId="4253944131" sldId="347"/>
            <ac:spMk id="2" creationId="{00000000-0000-0000-0000-000000000000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4253944131" sldId="347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4253944131" sldId="347"/>
            <ac:spMk id="5" creationId="{CAC47463-20FF-4196-89AC-EDAD5C2047F1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605153171" sldId="348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605153171" sldId="348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605153171" sldId="348"/>
            <ac:spMk id="5" creationId="{199FF5B0-BD5C-49B1-AE25-922A3C99F5E2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3234957545" sldId="349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3234957545" sldId="349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3234957545" sldId="349"/>
            <ac:spMk id="5" creationId="{300333EE-D523-4725-8BC4-D3A5DF98E877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308534510" sldId="350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308534510" sldId="350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308534510" sldId="350"/>
            <ac:spMk id="5" creationId="{C2364D4A-81CD-4C01-8037-60BABEF975C9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120373886" sldId="351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120373886" sldId="351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20373886" sldId="351"/>
            <ac:spMk id="5" creationId="{D14C28C6-0625-4F01-A3FF-3338286CCF9B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1051076541" sldId="352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1051076541" sldId="352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051076541" sldId="352"/>
            <ac:spMk id="5" creationId="{F1E3F773-B4EF-41CB-B5C6-C1ADCFA5AE67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169339915" sldId="353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169339915" sldId="353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169339915" sldId="353"/>
            <ac:spMk id="5" creationId="{041C11BC-F6F5-4757-95B6-AE37B8689AB6}"/>
          </ac:spMkLst>
        </pc:spChg>
      </pc:sldChg>
      <pc:sldChg chg="addSp delSp modSp add modTransition">
        <pc:chgData name="Victor Silva" userId="48acf9fd5344f352" providerId="LiveId" clId="{95F01956-387A-4188-98EE-0F827F0AA14F}" dt="2019-02-10T23:58:17.295" v="80"/>
        <pc:sldMkLst>
          <pc:docMk/>
          <pc:sldMk cId="2148536410" sldId="354"/>
        </pc:sldMkLst>
        <pc:spChg chg="del">
          <ac:chgData name="Victor Silva" userId="48acf9fd5344f352" providerId="LiveId" clId="{95F01956-387A-4188-98EE-0F827F0AA14F}" dt="2019-02-10T23:58:17.295" v="80"/>
          <ac:spMkLst>
            <pc:docMk/>
            <pc:sldMk cId="2148536410" sldId="354"/>
            <ac:spMk id="3" creationId="{00000000-0000-0000-0000-000000000000}"/>
          </ac:spMkLst>
        </pc:spChg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2148536410" sldId="354"/>
            <ac:spMk id="5" creationId="{ED0F80F8-336D-45CC-9747-338FB2F3E747}"/>
          </ac:spMkLst>
        </pc:spChg>
      </pc:sldChg>
      <pc:sldChg chg="modSp add modTransition">
        <pc:chgData name="Victor Silva" userId="48acf9fd5344f352" providerId="LiveId" clId="{95F01956-387A-4188-98EE-0F827F0AA14F}" dt="2019-02-11T00:12:52.993" v="529" actId="1076"/>
        <pc:sldMkLst>
          <pc:docMk/>
          <pc:sldMk cId="3541962493" sldId="355"/>
        </pc:sldMkLst>
        <pc:graphicFrameChg chg="mod">
          <ac:chgData name="Victor Silva" userId="48acf9fd5344f352" providerId="LiveId" clId="{95F01956-387A-4188-98EE-0F827F0AA14F}" dt="2019-02-11T00:12:52.993" v="529" actId="1076"/>
          <ac:graphicFrameMkLst>
            <pc:docMk/>
            <pc:sldMk cId="3541962493" sldId="355"/>
            <ac:graphicFrameMk id="6" creationId="{839606C3-BAB9-4361-AA10-2A9EBB357397}"/>
          </ac:graphicFrameMkLst>
        </pc:graphicFrameChg>
      </pc:sldChg>
      <pc:sldChg chg="modSp add modTransition">
        <pc:chgData name="Victor Silva" userId="48acf9fd5344f352" providerId="LiveId" clId="{95F01956-387A-4188-98EE-0F827F0AA14F}" dt="2019-02-11T00:12:55.942" v="530" actId="1076"/>
        <pc:sldMkLst>
          <pc:docMk/>
          <pc:sldMk cId="2250267728" sldId="356"/>
        </pc:sldMkLst>
        <pc:picChg chg="mod">
          <ac:chgData name="Victor Silva" userId="48acf9fd5344f352" providerId="LiveId" clId="{95F01956-387A-4188-98EE-0F827F0AA14F}" dt="2019-02-11T00:12:55.942" v="530" actId="1076"/>
          <ac:picMkLst>
            <pc:docMk/>
            <pc:sldMk cId="2250267728" sldId="356"/>
            <ac:picMk id="7" creationId="{71BF26F4-EB4D-4A35-B2C3-CBF65903A78C}"/>
          </ac:picMkLst>
        </pc:pic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968018676" sldId="357"/>
        </pc:sldMkLst>
      </pc:sldChg>
      <pc:sldChg chg="modSp add modTransition">
        <pc:chgData name="Victor Silva" userId="48acf9fd5344f352" providerId="LiveId" clId="{95F01956-387A-4188-98EE-0F827F0AA14F}" dt="2019-02-11T00:13:00.930" v="531" actId="1076"/>
        <pc:sldMkLst>
          <pc:docMk/>
          <pc:sldMk cId="784055776" sldId="359"/>
        </pc:sldMkLst>
        <pc:picChg chg="mod">
          <ac:chgData name="Victor Silva" userId="48acf9fd5344f352" providerId="LiveId" clId="{95F01956-387A-4188-98EE-0F827F0AA14F}" dt="2019-02-11T00:13:00.930" v="531" actId="1076"/>
          <ac:picMkLst>
            <pc:docMk/>
            <pc:sldMk cId="784055776" sldId="359"/>
            <ac:picMk id="5" creationId="{AAFE1C9D-685F-4063-881B-E5DC00342BE7}"/>
          </ac:picMkLst>
        </pc:pic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293631680" sldId="360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282175065" sldId="361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556806587" sldId="362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593079075" sldId="363"/>
        </pc:sldMkLst>
      </pc:sldChg>
      <pc:sldChg chg="addSp modSp add modTransition">
        <pc:chgData name="Victor Silva" userId="48acf9fd5344f352" providerId="LiveId" clId="{95F01956-387A-4188-98EE-0F827F0AA14F}" dt="2019-02-11T00:13:32.809" v="537" actId="1076"/>
        <pc:sldMkLst>
          <pc:docMk/>
          <pc:sldMk cId="1848846440" sldId="364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1848846440" sldId="364"/>
            <ac:spMk id="3" creationId="{1FB1B924-EA53-4146-B42B-72D62A08E268}"/>
          </ac:spMkLst>
        </pc:spChg>
        <pc:graphicFrameChg chg="mod">
          <ac:chgData name="Victor Silva" userId="48acf9fd5344f352" providerId="LiveId" clId="{95F01956-387A-4188-98EE-0F827F0AA14F}" dt="2019-02-11T00:13:32.809" v="537" actId="1076"/>
          <ac:graphicFrameMkLst>
            <pc:docMk/>
            <pc:sldMk cId="1848846440" sldId="364"/>
            <ac:graphicFrameMk id="5" creationId="{FE78BB3F-3A29-4C2C-B6C3-CF7A7EE31F3A}"/>
          </ac:graphicFrameMkLst>
        </pc:graphicFrameChg>
      </pc:sldChg>
      <pc:sldChg chg="modSp add modTransition">
        <pc:chgData name="Victor Silva" userId="48acf9fd5344f352" providerId="LiveId" clId="{95F01956-387A-4188-98EE-0F827F0AA14F}" dt="2019-02-11T00:13:44.095" v="540" actId="1076"/>
        <pc:sldMkLst>
          <pc:docMk/>
          <pc:sldMk cId="2978385007" sldId="365"/>
        </pc:sldMkLst>
        <pc:picChg chg="mod">
          <ac:chgData name="Victor Silva" userId="48acf9fd5344f352" providerId="LiveId" clId="{95F01956-387A-4188-98EE-0F827F0AA14F}" dt="2019-02-11T00:13:44.095" v="540" actId="1076"/>
          <ac:picMkLst>
            <pc:docMk/>
            <pc:sldMk cId="2978385007" sldId="365"/>
            <ac:picMk id="7" creationId="{46E93621-1D99-4A2A-BD3C-24E0FD84EEBE}"/>
          </ac:picMkLst>
        </pc:picChg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323578201" sldId="366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137138909" sldId="367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4188161637" sldId="368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621906209" sldId="369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545189675" sldId="370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4161314288" sldId="371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06738296" sldId="372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006228527" sldId="373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407451312" sldId="374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588682583" sldId="375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191292625" sldId="376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1123979538" sldId="377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312141696" sldId="378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2623658470" sldId="379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774277419" sldId="380"/>
        </pc:sldMkLst>
      </pc:sldChg>
      <pc:sldChg chg="add modTransition">
        <pc:chgData name="Victor Silva" userId="48acf9fd5344f352" providerId="LiveId" clId="{95F01956-387A-4188-98EE-0F827F0AA14F}" dt="2019-02-10T23:58:17.295" v="80"/>
        <pc:sldMkLst>
          <pc:docMk/>
          <pc:sldMk cId="3619032522" sldId="381"/>
        </pc:sldMkLst>
      </pc:sldChg>
      <pc:sldChg chg="modSp add modTransition">
        <pc:chgData name="Victor Silva" userId="48acf9fd5344f352" providerId="LiveId" clId="{95F01956-387A-4188-98EE-0F827F0AA14F}" dt="2019-02-11T00:10:48.912" v="507" actId="11"/>
        <pc:sldMkLst>
          <pc:docMk/>
          <pc:sldMk cId="1188469462" sldId="383"/>
        </pc:sldMkLst>
        <pc:spChg chg="mod">
          <ac:chgData name="Victor Silva" userId="48acf9fd5344f352" providerId="LiveId" clId="{95F01956-387A-4188-98EE-0F827F0AA14F}" dt="2019-02-11T00:10:48.912" v="507" actId="11"/>
          <ac:spMkLst>
            <pc:docMk/>
            <pc:sldMk cId="1188469462" sldId="383"/>
            <ac:spMk id="3" creationId="{00000000-0000-0000-0000-000000000000}"/>
          </ac:spMkLst>
        </pc:spChg>
      </pc:sldChg>
      <pc:sldChg chg="modSp add modTransition">
        <pc:chgData name="Victor Silva" userId="48acf9fd5344f352" providerId="LiveId" clId="{95F01956-387A-4188-98EE-0F827F0AA14F}" dt="2019-02-11T00:10:58.689" v="508" actId="11"/>
        <pc:sldMkLst>
          <pc:docMk/>
          <pc:sldMk cId="503923209" sldId="384"/>
        </pc:sldMkLst>
        <pc:spChg chg="mod">
          <ac:chgData name="Victor Silva" userId="48acf9fd5344f352" providerId="LiveId" clId="{95F01956-387A-4188-98EE-0F827F0AA14F}" dt="2019-02-11T00:10:58.689" v="508" actId="11"/>
          <ac:spMkLst>
            <pc:docMk/>
            <pc:sldMk cId="503923209" sldId="384"/>
            <ac:spMk id="3" creationId="{00000000-0000-0000-0000-000000000000}"/>
          </ac:spMkLst>
        </pc:spChg>
      </pc:sldChg>
      <pc:sldChg chg="modSp add modTransition">
        <pc:chgData name="Victor Silva" userId="48acf9fd5344f352" providerId="LiveId" clId="{95F01956-387A-4188-98EE-0F827F0AA14F}" dt="2019-02-11T00:11:09.295" v="509" actId="11"/>
        <pc:sldMkLst>
          <pc:docMk/>
          <pc:sldMk cId="1473324039" sldId="385"/>
        </pc:sldMkLst>
        <pc:spChg chg="mod">
          <ac:chgData name="Victor Silva" userId="48acf9fd5344f352" providerId="LiveId" clId="{95F01956-387A-4188-98EE-0F827F0AA14F}" dt="2019-02-11T00:11:09.295" v="509" actId="11"/>
          <ac:spMkLst>
            <pc:docMk/>
            <pc:sldMk cId="1473324039" sldId="385"/>
            <ac:spMk id="3" creationId="{00000000-0000-0000-0000-000000000000}"/>
          </ac:spMkLst>
        </pc:spChg>
      </pc:sldChg>
      <pc:sldChg chg="addSp delSp modSp add del modTransition">
        <pc:chgData name="Victor Silva" userId="48acf9fd5344f352" providerId="LiveId" clId="{95F01956-387A-4188-98EE-0F827F0AA14F}" dt="2019-02-11T00:00:38.799" v="158" actId="2696"/>
        <pc:sldMkLst>
          <pc:docMk/>
          <pc:sldMk cId="842158760" sldId="386"/>
        </pc:sldMkLst>
        <pc:spChg chg="add mod">
          <ac:chgData name="Victor Silva" userId="48acf9fd5344f352" providerId="LiveId" clId="{95F01956-387A-4188-98EE-0F827F0AA14F}" dt="2019-02-10T23:58:17.295" v="80"/>
          <ac:spMkLst>
            <pc:docMk/>
            <pc:sldMk cId="842158760" sldId="386"/>
            <ac:spMk id="3" creationId="{8E67B56E-4125-4138-847F-A0DB7B042AB8}"/>
          </ac:spMkLst>
        </pc:spChg>
        <pc:spChg chg="del">
          <ac:chgData name="Victor Silva" userId="48acf9fd5344f352" providerId="LiveId" clId="{95F01956-387A-4188-98EE-0F827F0AA14F}" dt="2019-02-10T23:58:17.295" v="80"/>
          <ac:spMkLst>
            <pc:docMk/>
            <pc:sldMk cId="842158760" sldId="386"/>
            <ac:spMk id="5" creationId="{047726A4-E47A-4A6A-9951-63D28EA7FE40}"/>
          </ac:spMkLst>
        </pc:spChg>
      </pc:sldChg>
      <pc:sldChg chg="addSp modSp add modTransition">
        <pc:chgData name="Victor Silva" userId="48acf9fd5344f352" providerId="LiveId" clId="{95F01956-387A-4188-98EE-0F827F0AA14F}" dt="2019-02-11T00:07:14.144" v="451" actId="1076"/>
        <pc:sldMkLst>
          <pc:docMk/>
          <pc:sldMk cId="2006386247" sldId="387"/>
        </pc:sldMkLst>
        <pc:spChg chg="mod">
          <ac:chgData name="Victor Silva" userId="48acf9fd5344f352" providerId="LiveId" clId="{95F01956-387A-4188-98EE-0F827F0AA14F}" dt="2019-02-11T00:07:11.633" v="449" actId="164"/>
          <ac:spMkLst>
            <pc:docMk/>
            <pc:sldMk cId="2006386247" sldId="387"/>
            <ac:spMk id="7" creationId="{C9DF7E46-A3E2-4838-96AB-09E86E0A5ED6}"/>
          </ac:spMkLst>
        </pc:spChg>
        <pc:grpChg chg="add mod">
          <ac:chgData name="Victor Silva" userId="48acf9fd5344f352" providerId="LiveId" clId="{95F01956-387A-4188-98EE-0F827F0AA14F}" dt="2019-02-11T00:07:14.144" v="451" actId="1076"/>
          <ac:grpSpMkLst>
            <pc:docMk/>
            <pc:sldMk cId="2006386247" sldId="387"/>
            <ac:grpSpMk id="5" creationId="{94377E96-B5B1-4211-B484-3C9BA6E4CFEC}"/>
          </ac:grpSpMkLst>
        </pc:grpChg>
        <pc:picChg chg="mod">
          <ac:chgData name="Victor Silva" userId="48acf9fd5344f352" providerId="LiveId" clId="{95F01956-387A-4188-98EE-0F827F0AA14F}" dt="2019-02-11T00:07:11.633" v="449" actId="164"/>
          <ac:picMkLst>
            <pc:docMk/>
            <pc:sldMk cId="2006386247" sldId="387"/>
            <ac:picMk id="6" creationId="{E413CB92-EC79-40D0-BD0A-9722C9767351}"/>
          </ac:picMkLst>
        </pc:picChg>
        <pc:picChg chg="mod">
          <ac:chgData name="Victor Silva" userId="48acf9fd5344f352" providerId="LiveId" clId="{95F01956-387A-4188-98EE-0F827F0AA14F}" dt="2019-02-11T00:07:11.633" v="449" actId="164"/>
          <ac:picMkLst>
            <pc:docMk/>
            <pc:sldMk cId="2006386247" sldId="387"/>
            <ac:picMk id="8" creationId="{268003E8-7740-4A29-922A-D5C60D84A67E}"/>
          </ac:picMkLst>
        </pc:picChg>
      </pc:sldChg>
      <pc:sldChg chg="modSp add modTransition">
        <pc:chgData name="Victor Silva" userId="48acf9fd5344f352" providerId="LiveId" clId="{95F01956-387A-4188-98EE-0F827F0AA14F}" dt="2019-02-11T00:13:57.186" v="542" actId="11"/>
        <pc:sldMkLst>
          <pc:docMk/>
          <pc:sldMk cId="186000238" sldId="388"/>
        </pc:sldMkLst>
        <pc:spChg chg="mod">
          <ac:chgData name="Victor Silva" userId="48acf9fd5344f352" providerId="LiveId" clId="{95F01956-387A-4188-98EE-0F827F0AA14F}" dt="2019-02-11T00:13:57.186" v="542" actId="11"/>
          <ac:spMkLst>
            <pc:docMk/>
            <pc:sldMk cId="186000238" sldId="388"/>
            <ac:spMk id="3" creationId="{00000000-0000-0000-0000-000000000000}"/>
          </ac:spMkLst>
        </pc:spChg>
      </pc:sldChg>
      <pc:sldChg chg="modSp add modTransition">
        <pc:chgData name="Victor Silva" userId="48acf9fd5344f352" providerId="LiveId" clId="{95F01956-387A-4188-98EE-0F827F0AA14F}" dt="2019-02-11T00:14:15.814" v="544" actId="11"/>
        <pc:sldMkLst>
          <pc:docMk/>
          <pc:sldMk cId="1740961296" sldId="389"/>
        </pc:sldMkLst>
        <pc:spChg chg="mod">
          <ac:chgData name="Victor Silva" userId="48acf9fd5344f352" providerId="LiveId" clId="{95F01956-387A-4188-98EE-0F827F0AA14F}" dt="2019-02-11T00:14:15.814" v="544" actId="11"/>
          <ac:spMkLst>
            <pc:docMk/>
            <pc:sldMk cId="1740961296" sldId="389"/>
            <ac:spMk id="3" creationId="{00000000-0000-0000-0000-000000000000}"/>
          </ac:spMkLst>
        </pc:spChg>
      </pc:sldChg>
      <pc:sldChg chg="modSp add modTransition">
        <pc:chgData name="Victor Silva" userId="48acf9fd5344f352" providerId="LiveId" clId="{95F01956-387A-4188-98EE-0F827F0AA14F}" dt="2019-02-11T00:14:22.943" v="545" actId="11"/>
        <pc:sldMkLst>
          <pc:docMk/>
          <pc:sldMk cId="2684419693" sldId="390"/>
        </pc:sldMkLst>
        <pc:spChg chg="mod">
          <ac:chgData name="Victor Silva" userId="48acf9fd5344f352" providerId="LiveId" clId="{95F01956-387A-4188-98EE-0F827F0AA14F}" dt="2019-02-11T00:14:22.943" v="545" actId="11"/>
          <ac:spMkLst>
            <pc:docMk/>
            <pc:sldMk cId="2684419693" sldId="390"/>
            <ac:spMk id="3" creationId="{00000000-0000-0000-0000-000000000000}"/>
          </ac:spMkLst>
        </pc:spChg>
      </pc:sldChg>
      <pc:sldChg chg="modSp add">
        <pc:chgData name="Victor Silva" userId="48acf9fd5344f352" providerId="LiveId" clId="{95F01956-387A-4188-98EE-0F827F0AA14F}" dt="2019-02-10T23:59:52.824" v="136" actId="20577"/>
        <pc:sldMkLst>
          <pc:docMk/>
          <pc:sldMk cId="1324553360" sldId="391"/>
        </pc:sldMkLst>
        <pc:spChg chg="mod">
          <ac:chgData name="Victor Silva" userId="48acf9fd5344f352" providerId="LiveId" clId="{95F01956-387A-4188-98EE-0F827F0AA14F}" dt="2019-02-10T23:59:52.824" v="136" actId="20577"/>
          <ac:spMkLst>
            <pc:docMk/>
            <pc:sldMk cId="1324553360" sldId="391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0:36.497" v="157" actId="20577"/>
        <pc:sldMkLst>
          <pc:docMk/>
          <pc:sldMk cId="407187801" sldId="392"/>
        </pc:sldMkLst>
        <pc:spChg chg="mod">
          <ac:chgData name="Victor Silva" userId="48acf9fd5344f352" providerId="LiveId" clId="{95F01956-387A-4188-98EE-0F827F0AA14F}" dt="2019-02-11T00:00:36.497" v="157" actId="20577"/>
          <ac:spMkLst>
            <pc:docMk/>
            <pc:sldMk cId="407187801" sldId="392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0:50.519" v="185" actId="20577"/>
        <pc:sldMkLst>
          <pc:docMk/>
          <pc:sldMk cId="1239371365" sldId="393"/>
        </pc:sldMkLst>
        <pc:spChg chg="mod">
          <ac:chgData name="Victor Silva" userId="48acf9fd5344f352" providerId="LiveId" clId="{95F01956-387A-4188-98EE-0F827F0AA14F}" dt="2019-02-11T00:00:50.519" v="185" actId="20577"/>
          <ac:spMkLst>
            <pc:docMk/>
            <pc:sldMk cId="1239371365" sldId="393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1:14.015" v="220" actId="139"/>
        <pc:sldMkLst>
          <pc:docMk/>
          <pc:sldMk cId="4085792032" sldId="394"/>
        </pc:sldMkLst>
        <pc:spChg chg="mod">
          <ac:chgData name="Victor Silva" userId="48acf9fd5344f352" providerId="LiveId" clId="{95F01956-387A-4188-98EE-0F827F0AA14F}" dt="2019-02-11T00:01:14.015" v="220" actId="139"/>
          <ac:spMkLst>
            <pc:docMk/>
            <pc:sldMk cId="4085792032" sldId="394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1:38.553" v="260" actId="139"/>
        <pc:sldMkLst>
          <pc:docMk/>
          <pc:sldMk cId="242392" sldId="395"/>
        </pc:sldMkLst>
        <pc:spChg chg="mod">
          <ac:chgData name="Victor Silva" userId="48acf9fd5344f352" providerId="LiveId" clId="{95F01956-387A-4188-98EE-0F827F0AA14F}" dt="2019-02-11T00:01:38.553" v="260" actId="139"/>
          <ac:spMkLst>
            <pc:docMk/>
            <pc:sldMk cId="242392" sldId="395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1:51.929" v="274" actId="20577"/>
        <pc:sldMkLst>
          <pc:docMk/>
          <pc:sldMk cId="3957885686" sldId="396"/>
        </pc:sldMkLst>
        <pc:spChg chg="mod">
          <ac:chgData name="Victor Silva" userId="48acf9fd5344f352" providerId="LiveId" clId="{95F01956-387A-4188-98EE-0F827F0AA14F}" dt="2019-02-11T00:01:51.929" v="274" actId="20577"/>
          <ac:spMkLst>
            <pc:docMk/>
            <pc:sldMk cId="3957885686" sldId="396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2:09.531" v="295" actId="20577"/>
        <pc:sldMkLst>
          <pc:docMk/>
          <pc:sldMk cId="3052965703" sldId="397"/>
        </pc:sldMkLst>
        <pc:spChg chg="mod">
          <ac:chgData name="Victor Silva" userId="48acf9fd5344f352" providerId="LiveId" clId="{95F01956-387A-4188-98EE-0F827F0AA14F}" dt="2019-02-11T00:02:09.531" v="295" actId="20577"/>
          <ac:spMkLst>
            <pc:docMk/>
            <pc:sldMk cId="3052965703" sldId="397"/>
            <ac:spMk id="4" creationId="{4D95FF0F-F271-48E7-A204-C5656918B6A3}"/>
          </ac:spMkLst>
        </pc:spChg>
      </pc:sldChg>
      <pc:sldChg chg="add del">
        <pc:chgData name="Victor Silva" userId="48acf9fd5344f352" providerId="LiveId" clId="{95F01956-387A-4188-98EE-0F827F0AA14F}" dt="2019-02-11T00:02:32.875" v="298" actId="2696"/>
        <pc:sldMkLst>
          <pc:docMk/>
          <pc:sldMk cId="1090935761" sldId="398"/>
        </pc:sldMkLst>
      </pc:sldChg>
      <pc:sldChg chg="modSp add">
        <pc:chgData name="Victor Silva" userId="48acf9fd5344f352" providerId="LiveId" clId="{95F01956-387A-4188-98EE-0F827F0AA14F}" dt="2019-02-11T00:02:56.472" v="301"/>
        <pc:sldMkLst>
          <pc:docMk/>
          <pc:sldMk cId="4085226432" sldId="398"/>
        </pc:sldMkLst>
        <pc:spChg chg="mod">
          <ac:chgData name="Victor Silva" userId="48acf9fd5344f352" providerId="LiveId" clId="{95F01956-387A-4188-98EE-0F827F0AA14F}" dt="2019-02-11T00:02:45.546" v="300"/>
          <ac:spMkLst>
            <pc:docMk/>
            <pc:sldMk cId="4085226432" sldId="398"/>
            <ac:spMk id="4" creationId="{4D95FF0F-F271-48E7-A204-C5656918B6A3}"/>
          </ac:spMkLst>
        </pc:spChg>
        <pc:spChg chg="mod">
          <ac:chgData name="Victor Silva" userId="48acf9fd5344f352" providerId="LiveId" clId="{95F01956-387A-4188-98EE-0F827F0AA14F}" dt="2019-02-11T00:02:56.472" v="301"/>
          <ac:spMkLst>
            <pc:docMk/>
            <pc:sldMk cId="4085226432" sldId="398"/>
            <ac:spMk id="9" creationId="{7C8E816E-3EB9-4101-A793-25975DB72842}"/>
          </ac:spMkLst>
        </pc:spChg>
      </pc:sldChg>
      <pc:sldChg chg="modSp add">
        <pc:chgData name="Victor Silva" userId="48acf9fd5344f352" providerId="LiveId" clId="{95F01956-387A-4188-98EE-0F827F0AA14F}" dt="2019-02-11T00:03:12.550" v="304"/>
        <pc:sldMkLst>
          <pc:docMk/>
          <pc:sldMk cId="74247538" sldId="399"/>
        </pc:sldMkLst>
        <pc:spChg chg="mod">
          <ac:chgData name="Victor Silva" userId="48acf9fd5344f352" providerId="LiveId" clId="{95F01956-387A-4188-98EE-0F827F0AA14F}" dt="2019-02-11T00:03:12.550" v="304"/>
          <ac:spMkLst>
            <pc:docMk/>
            <pc:sldMk cId="74247538" sldId="399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3:24.512" v="307"/>
        <pc:sldMkLst>
          <pc:docMk/>
          <pc:sldMk cId="3609441769" sldId="400"/>
        </pc:sldMkLst>
        <pc:spChg chg="mod">
          <ac:chgData name="Victor Silva" userId="48acf9fd5344f352" providerId="LiveId" clId="{95F01956-387A-4188-98EE-0F827F0AA14F}" dt="2019-02-11T00:03:24.512" v="307"/>
          <ac:spMkLst>
            <pc:docMk/>
            <pc:sldMk cId="3609441769" sldId="400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3:45.294" v="333" actId="20577"/>
        <pc:sldMkLst>
          <pc:docMk/>
          <pc:sldMk cId="2575383826" sldId="401"/>
        </pc:sldMkLst>
        <pc:spChg chg="mod">
          <ac:chgData name="Victor Silva" userId="48acf9fd5344f352" providerId="LiveId" clId="{95F01956-387A-4188-98EE-0F827F0AA14F}" dt="2019-02-11T00:03:45.294" v="333" actId="20577"/>
          <ac:spMkLst>
            <pc:docMk/>
            <pc:sldMk cId="2575383826" sldId="401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4:00.488" v="364" actId="20577"/>
        <pc:sldMkLst>
          <pc:docMk/>
          <pc:sldMk cId="4269365716" sldId="402"/>
        </pc:sldMkLst>
        <pc:spChg chg="mod">
          <ac:chgData name="Victor Silva" userId="48acf9fd5344f352" providerId="LiveId" clId="{95F01956-387A-4188-98EE-0F827F0AA14F}" dt="2019-02-11T00:04:00.488" v="364" actId="20577"/>
          <ac:spMkLst>
            <pc:docMk/>
            <pc:sldMk cId="4269365716" sldId="402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4:19.635" v="401" actId="20577"/>
        <pc:sldMkLst>
          <pc:docMk/>
          <pc:sldMk cId="49160518" sldId="403"/>
        </pc:sldMkLst>
        <pc:spChg chg="mod">
          <ac:chgData name="Victor Silva" userId="48acf9fd5344f352" providerId="LiveId" clId="{95F01956-387A-4188-98EE-0F827F0AA14F}" dt="2019-02-11T00:04:19.635" v="401" actId="20577"/>
          <ac:spMkLst>
            <pc:docMk/>
            <pc:sldMk cId="49160518" sldId="403"/>
            <ac:spMk id="4" creationId="{4D95FF0F-F271-48E7-A204-C5656918B6A3}"/>
          </ac:spMkLst>
        </pc:spChg>
      </pc:sldChg>
      <pc:sldChg chg="modSp add">
        <pc:chgData name="Victor Silva" userId="48acf9fd5344f352" providerId="LiveId" clId="{95F01956-387A-4188-98EE-0F827F0AA14F}" dt="2019-02-11T00:04:33.658" v="434" actId="20577"/>
        <pc:sldMkLst>
          <pc:docMk/>
          <pc:sldMk cId="3477799050" sldId="404"/>
        </pc:sldMkLst>
        <pc:spChg chg="mod">
          <ac:chgData name="Victor Silva" userId="48acf9fd5344f352" providerId="LiveId" clId="{95F01956-387A-4188-98EE-0F827F0AA14F}" dt="2019-02-11T00:04:33.658" v="434" actId="20577"/>
          <ac:spMkLst>
            <pc:docMk/>
            <pc:sldMk cId="3477799050" sldId="404"/>
            <ac:spMk id="4" creationId="{4D95FF0F-F271-48E7-A204-C5656918B6A3}"/>
          </ac:spMkLst>
        </pc:spChg>
      </pc:sldChg>
    </pc:docChg>
  </pc:docChgLst>
  <pc:docChgLst>
    <pc:chgData name="Clayton Silva" userId="29ef9a7b83f2ddc4" providerId="LiveId" clId="{D8AE6338-00C8-41E1-B024-39D2DD38AEE7}"/>
    <pc:docChg chg="undo redo custSel mod addSld delSld modSld sldOrd">
      <pc:chgData name="Clayton Silva" userId="29ef9a7b83f2ddc4" providerId="LiveId" clId="{D8AE6338-00C8-41E1-B024-39D2DD38AEE7}" dt="2020-09-14T13:43:03.021" v="2650" actId="27636"/>
      <pc:docMkLst>
        <pc:docMk/>
      </pc:docMkLst>
      <pc:sldChg chg="addSp delSp modSp mod setClrOvrMap">
        <pc:chgData name="Clayton Silva" userId="29ef9a7b83f2ddc4" providerId="LiveId" clId="{D8AE6338-00C8-41E1-B024-39D2DD38AEE7}" dt="2020-09-14T09:58:25.214" v="70" actId="26606"/>
        <pc:sldMkLst>
          <pc:docMk/>
          <pc:sldMk cId="603324679" sldId="453"/>
        </pc:sldMkLst>
        <pc:spChg chg="mod">
          <ac:chgData name="Clayton Silva" userId="29ef9a7b83f2ddc4" providerId="LiveId" clId="{D8AE6338-00C8-41E1-B024-39D2DD38AEE7}" dt="2020-09-14T09:58:25.214" v="70" actId="26606"/>
          <ac:spMkLst>
            <pc:docMk/>
            <pc:sldMk cId="603324679" sldId="453"/>
            <ac:spMk id="4" creationId="{4D95FF0F-F271-48E7-A204-C5656918B6A3}"/>
          </ac:spMkLst>
        </pc:spChg>
        <pc:spChg chg="mod">
          <ac:chgData name="Clayton Silva" userId="29ef9a7b83f2ddc4" providerId="LiveId" clId="{D8AE6338-00C8-41E1-B024-39D2DD38AEE7}" dt="2020-09-14T09:58:25.214" v="70" actId="26606"/>
          <ac:spMkLst>
            <pc:docMk/>
            <pc:sldMk cId="603324679" sldId="453"/>
            <ac:spMk id="6" creationId="{AB5B4A18-F13B-4442-AE35-C5DB313C2CC4}"/>
          </ac:spMkLst>
        </pc:spChg>
        <pc:spChg chg="add del">
          <ac:chgData name="Clayton Silva" userId="29ef9a7b83f2ddc4" providerId="LiveId" clId="{D8AE6338-00C8-41E1-B024-39D2DD38AEE7}" dt="2020-09-14T09:58:25.214" v="70" actId="26606"/>
          <ac:spMkLst>
            <pc:docMk/>
            <pc:sldMk cId="603324679" sldId="453"/>
            <ac:spMk id="13" creationId="{6B3BAD04-E614-4C16-8360-019FCF0045AC}"/>
          </ac:spMkLst>
        </pc:spChg>
        <pc:spChg chg="add del">
          <ac:chgData name="Clayton Silva" userId="29ef9a7b83f2ddc4" providerId="LiveId" clId="{D8AE6338-00C8-41E1-B024-39D2DD38AEE7}" dt="2020-09-14T09:58:22.642" v="67" actId="26606"/>
          <ac:spMkLst>
            <pc:docMk/>
            <pc:sldMk cId="603324679" sldId="453"/>
            <ac:spMk id="18" creationId="{C1DD1A8A-57D5-4A81-AD04-532B043C5611}"/>
          </ac:spMkLst>
        </pc:spChg>
        <pc:spChg chg="add del">
          <ac:chgData name="Clayton Silva" userId="29ef9a7b83f2ddc4" providerId="LiveId" clId="{D8AE6338-00C8-41E1-B024-39D2DD38AEE7}" dt="2020-09-14T09:58:22.642" v="67" actId="26606"/>
          <ac:spMkLst>
            <pc:docMk/>
            <pc:sldMk cId="603324679" sldId="453"/>
            <ac:spMk id="20" creationId="{007891EC-4501-44ED-A8C8-B11B6DB767AB}"/>
          </ac:spMkLst>
        </pc:spChg>
        <pc:spChg chg="add del">
          <ac:chgData name="Clayton Silva" userId="29ef9a7b83f2ddc4" providerId="LiveId" clId="{D8AE6338-00C8-41E1-B024-39D2DD38AEE7}" dt="2020-09-14T09:58:25.126" v="69" actId="26606"/>
          <ac:spMkLst>
            <pc:docMk/>
            <pc:sldMk cId="603324679" sldId="453"/>
            <ac:spMk id="22" creationId="{79F40191-0F44-4FD1-82CC-ACB507C14BE6}"/>
          </ac:spMkLst>
        </pc:spChg>
        <pc:spChg chg="add del">
          <ac:chgData name="Clayton Silva" userId="29ef9a7b83f2ddc4" providerId="LiveId" clId="{D8AE6338-00C8-41E1-B024-39D2DD38AEE7}" dt="2020-09-14T09:58:25.126" v="69" actId="26606"/>
          <ac:spMkLst>
            <pc:docMk/>
            <pc:sldMk cId="603324679" sldId="453"/>
            <ac:spMk id="23" creationId="{5A59F003-E00A-43F9-91DC-CC54E3B87466}"/>
          </ac:spMkLst>
        </pc:spChg>
        <pc:spChg chg="add del">
          <ac:chgData name="Clayton Silva" userId="29ef9a7b83f2ddc4" providerId="LiveId" clId="{D8AE6338-00C8-41E1-B024-39D2DD38AEE7}" dt="2020-09-14T09:58:25.126" v="69" actId="26606"/>
          <ac:spMkLst>
            <pc:docMk/>
            <pc:sldMk cId="603324679" sldId="453"/>
            <ac:spMk id="24" creationId="{D74A4382-E3AD-430A-9A1F-DFA3E0E77A7D}"/>
          </ac:spMkLst>
        </pc:spChg>
        <pc:spChg chg="add">
          <ac:chgData name="Clayton Silva" userId="29ef9a7b83f2ddc4" providerId="LiveId" clId="{D8AE6338-00C8-41E1-B024-39D2DD38AEE7}" dt="2020-09-14T09:58:25.214" v="70" actId="26606"/>
          <ac:spMkLst>
            <pc:docMk/>
            <pc:sldMk cId="603324679" sldId="453"/>
            <ac:spMk id="26" creationId="{37C89E4B-3C9F-44B9-8B86-D9E3D112D8EC}"/>
          </ac:spMkLst>
        </pc:spChg>
        <pc:picChg chg="mod">
          <ac:chgData name="Clayton Silva" userId="29ef9a7b83f2ddc4" providerId="LiveId" clId="{D8AE6338-00C8-41E1-B024-39D2DD38AEE7}" dt="2020-09-14T09:58:25.126" v="69" actId="26606"/>
          <ac:picMkLst>
            <pc:docMk/>
            <pc:sldMk cId="603324679" sldId="453"/>
            <ac:picMk id="8" creationId="{5976A124-2A17-44A5-AD4C-4BE6C0E5A92D}"/>
          </ac:picMkLst>
        </pc:picChg>
        <pc:cxnChg chg="add">
          <ac:chgData name="Clayton Silva" userId="29ef9a7b83f2ddc4" providerId="LiveId" clId="{D8AE6338-00C8-41E1-B024-39D2DD38AEE7}" dt="2020-09-14T09:58:25.214" v="70" actId="26606"/>
          <ac:cxnSpMkLst>
            <pc:docMk/>
            <pc:sldMk cId="603324679" sldId="453"/>
            <ac:cxnSpMk id="27" creationId="{AA2EAA10-076F-46BD-8F0F-B9A2FB77A85C}"/>
          </ac:cxnSpMkLst>
        </pc:cxnChg>
        <pc:cxnChg chg="add">
          <ac:chgData name="Clayton Silva" userId="29ef9a7b83f2ddc4" providerId="LiveId" clId="{D8AE6338-00C8-41E1-B024-39D2DD38AEE7}" dt="2020-09-14T09:58:25.214" v="70" actId="26606"/>
          <ac:cxnSpMkLst>
            <pc:docMk/>
            <pc:sldMk cId="603324679" sldId="453"/>
            <ac:cxnSpMk id="28" creationId="{D891E407-403B-4764-86C9-33A56D3BCAA3}"/>
          </ac:cxnSpMkLst>
        </pc:cxnChg>
      </pc:sldChg>
      <pc:sldChg chg="del">
        <pc:chgData name="Clayton Silva" userId="29ef9a7b83f2ddc4" providerId="LiveId" clId="{D8AE6338-00C8-41E1-B024-39D2DD38AEE7}" dt="2020-09-14T09:58:31.519" v="71" actId="47"/>
        <pc:sldMkLst>
          <pc:docMk/>
          <pc:sldMk cId="1539673728" sldId="495"/>
        </pc:sldMkLst>
      </pc:sldChg>
      <pc:sldChg chg="add del">
        <pc:chgData name="Clayton Silva" userId="29ef9a7b83f2ddc4" providerId="LiveId" clId="{D8AE6338-00C8-41E1-B024-39D2DD38AEE7}" dt="2020-09-14T09:58:39.084" v="77" actId="47"/>
        <pc:sldMkLst>
          <pc:docMk/>
          <pc:sldMk cId="3616289252" sldId="504"/>
        </pc:sldMkLst>
      </pc:sldChg>
      <pc:sldChg chg="del">
        <pc:chgData name="Clayton Silva" userId="29ef9a7b83f2ddc4" providerId="LiveId" clId="{D8AE6338-00C8-41E1-B024-39D2DD38AEE7}" dt="2020-09-14T09:58:32.225" v="72" actId="47"/>
        <pc:sldMkLst>
          <pc:docMk/>
          <pc:sldMk cId="2500925427" sldId="525"/>
        </pc:sldMkLst>
      </pc:sldChg>
      <pc:sldChg chg="del">
        <pc:chgData name="Clayton Silva" userId="29ef9a7b83f2ddc4" providerId="LiveId" clId="{D8AE6338-00C8-41E1-B024-39D2DD38AEE7}" dt="2020-09-14T09:58:32.913" v="73" actId="47"/>
        <pc:sldMkLst>
          <pc:docMk/>
          <pc:sldMk cId="3873412452" sldId="527"/>
        </pc:sldMkLst>
      </pc:sldChg>
      <pc:sldChg chg="del">
        <pc:chgData name="Clayton Silva" userId="29ef9a7b83f2ddc4" providerId="LiveId" clId="{D8AE6338-00C8-41E1-B024-39D2DD38AEE7}" dt="2020-09-14T09:58:33.565" v="74" actId="47"/>
        <pc:sldMkLst>
          <pc:docMk/>
          <pc:sldMk cId="296669409" sldId="531"/>
        </pc:sldMkLst>
      </pc:sldChg>
      <pc:sldChg chg="add del">
        <pc:chgData name="Clayton Silva" userId="29ef9a7b83f2ddc4" providerId="LiveId" clId="{D8AE6338-00C8-41E1-B024-39D2DD38AEE7}" dt="2020-09-14T09:58:41.895" v="78" actId="47"/>
        <pc:sldMkLst>
          <pc:docMk/>
          <pc:sldMk cId="361226998" sldId="532"/>
        </pc:sldMkLst>
      </pc:sldChg>
      <pc:sldChg chg="addSp delSp modSp mod delDesignElem chgLayout">
        <pc:chgData name="Clayton Silva" userId="29ef9a7b83f2ddc4" providerId="LiveId" clId="{D8AE6338-00C8-41E1-B024-39D2DD38AEE7}" dt="2020-09-14T11:33:23.934" v="1320" actId="21"/>
        <pc:sldMkLst>
          <pc:docMk/>
          <pc:sldMk cId="2736679585" sldId="541"/>
        </pc:sldMkLst>
        <pc:spChg chg="add mod ord">
          <ac:chgData name="Clayton Silva" userId="29ef9a7b83f2ddc4" providerId="LiveId" clId="{D8AE6338-00C8-41E1-B024-39D2DD38AEE7}" dt="2020-09-14T11:33:23.934" v="1320" actId="21"/>
          <ac:spMkLst>
            <pc:docMk/>
            <pc:sldMk cId="2736679585" sldId="541"/>
            <ac:spMk id="3" creationId="{F8CDB669-C3F1-44AA-B0FD-2AED87434C76}"/>
          </ac:spMkLst>
        </pc:spChg>
        <pc:spChg chg="mod ord">
          <ac:chgData name="Clayton Silva" userId="29ef9a7b83f2ddc4" providerId="LiveId" clId="{D8AE6338-00C8-41E1-B024-39D2DD38AEE7}" dt="2020-09-14T10:10:56.783" v="178" actId="700"/>
          <ac:spMkLst>
            <pc:docMk/>
            <pc:sldMk cId="2736679585" sldId="541"/>
            <ac:spMk id="4" creationId="{5E5C4F57-2CEC-4EA2-B18E-5985F070C3E7}"/>
          </ac:spMkLst>
        </pc:spChg>
        <pc:spChg chg="add mod ord">
          <ac:chgData name="Clayton Silva" userId="29ef9a7b83f2ddc4" providerId="LiveId" clId="{D8AE6338-00C8-41E1-B024-39D2DD38AEE7}" dt="2020-09-14T10:11:12.846" v="218" actId="404"/>
          <ac:spMkLst>
            <pc:docMk/>
            <pc:sldMk cId="2736679585" sldId="541"/>
            <ac:spMk id="5" creationId="{FA62E639-A3D7-421A-97BD-F72DEADD99F5}"/>
          </ac:spMkLst>
        </pc:spChg>
        <pc:spChg chg="del">
          <ac:chgData name="Clayton Silva" userId="29ef9a7b83f2ddc4" providerId="LiveId" clId="{D8AE6338-00C8-41E1-B024-39D2DD38AEE7}" dt="2020-09-14T10:10:56.783" v="178" actId="700"/>
          <ac:spMkLst>
            <pc:docMk/>
            <pc:sldMk cId="2736679585" sldId="541"/>
            <ac:spMk id="11" creationId="{32BC26D8-82FB-445E-AA49-62A77D7C1EE0}"/>
          </ac:spMkLst>
        </pc:spChg>
        <pc:spChg chg="del">
          <ac:chgData name="Clayton Silva" userId="29ef9a7b83f2ddc4" providerId="LiveId" clId="{D8AE6338-00C8-41E1-B024-39D2DD38AEE7}" dt="2020-09-14T10:10:56.783" v="178" actId="700"/>
          <ac:spMkLst>
            <pc:docMk/>
            <pc:sldMk cId="2736679585" sldId="541"/>
            <ac:spMk id="13" creationId="{CB44330D-EA18-4254-AA95-EB49948539B8}"/>
          </ac:spMkLst>
        </pc:spChg>
        <pc:picChg chg="del">
          <ac:chgData name="Clayton Silva" userId="29ef9a7b83f2ddc4" providerId="LiveId" clId="{D8AE6338-00C8-41E1-B024-39D2DD38AEE7}" dt="2020-09-14T10:10:00.574" v="148" actId="478"/>
          <ac:picMkLst>
            <pc:docMk/>
            <pc:sldMk cId="2736679585" sldId="541"/>
            <ac:picMk id="6" creationId="{E34F779F-39FF-474E-9313-7C8C57E3F157}"/>
          </ac:picMkLst>
        </pc:picChg>
      </pc:sldChg>
      <pc:sldChg chg="addSp delSp modSp new mod">
        <pc:chgData name="Clayton Silva" userId="29ef9a7b83f2ddc4" providerId="LiveId" clId="{D8AE6338-00C8-41E1-B024-39D2DD38AEE7}" dt="2020-09-14T10:09:25.596" v="147" actId="207"/>
        <pc:sldMkLst>
          <pc:docMk/>
          <pc:sldMk cId="4011111042" sldId="542"/>
        </pc:sldMkLst>
        <pc:spChg chg="del mod">
          <ac:chgData name="Clayton Silva" userId="29ef9a7b83f2ddc4" providerId="LiveId" clId="{D8AE6338-00C8-41E1-B024-39D2DD38AEE7}" dt="2020-09-14T10:08:15.818" v="100" actId="478"/>
          <ac:spMkLst>
            <pc:docMk/>
            <pc:sldMk cId="4011111042" sldId="542"/>
            <ac:spMk id="2" creationId="{3892E993-4075-4896-BEDC-3DA9050B9376}"/>
          </ac:spMkLst>
        </pc:spChg>
        <pc:spChg chg="del mod">
          <ac:chgData name="Clayton Silva" userId="29ef9a7b83f2ddc4" providerId="LiveId" clId="{D8AE6338-00C8-41E1-B024-39D2DD38AEE7}" dt="2020-09-14T10:06:06.837" v="87" actId="478"/>
          <ac:spMkLst>
            <pc:docMk/>
            <pc:sldMk cId="4011111042" sldId="542"/>
            <ac:spMk id="3" creationId="{ABA1E216-6602-4552-AD81-B552BF2A5023}"/>
          </ac:spMkLst>
        </pc:spChg>
        <pc:spChg chg="del">
          <ac:chgData name="Clayton Silva" userId="29ef9a7b83f2ddc4" providerId="LiveId" clId="{D8AE6338-00C8-41E1-B024-39D2DD38AEE7}" dt="2020-09-14T10:06:02.551" v="86" actId="478"/>
          <ac:spMkLst>
            <pc:docMk/>
            <pc:sldMk cId="4011111042" sldId="542"/>
            <ac:spMk id="4" creationId="{D917EBEC-6FBD-4754-B72A-F0774F34196C}"/>
          </ac:spMkLst>
        </pc:spChg>
        <pc:spChg chg="add del mod">
          <ac:chgData name="Clayton Silva" userId="29ef9a7b83f2ddc4" providerId="LiveId" clId="{D8AE6338-00C8-41E1-B024-39D2DD38AEE7}" dt="2020-09-14T10:05:49.421" v="83" actId="478"/>
          <ac:spMkLst>
            <pc:docMk/>
            <pc:sldMk cId="4011111042" sldId="542"/>
            <ac:spMk id="5" creationId="{8ED62B3D-7315-4DC8-9A67-42762E83E753}"/>
          </ac:spMkLst>
        </pc:spChg>
        <pc:spChg chg="add del mod">
          <ac:chgData name="Clayton Silva" userId="29ef9a7b83f2ddc4" providerId="LiveId" clId="{D8AE6338-00C8-41E1-B024-39D2DD38AEE7}" dt="2020-09-14T10:08:18.684" v="101" actId="478"/>
          <ac:spMkLst>
            <pc:docMk/>
            <pc:sldMk cId="4011111042" sldId="542"/>
            <ac:spMk id="8" creationId="{B5B32F0A-110D-495F-BDF6-E91A446AE86A}"/>
          </ac:spMkLst>
        </pc:spChg>
        <pc:spChg chg="add mod">
          <ac:chgData name="Clayton Silva" userId="29ef9a7b83f2ddc4" providerId="LiveId" clId="{D8AE6338-00C8-41E1-B024-39D2DD38AEE7}" dt="2020-09-14T10:09:25.596" v="147" actId="207"/>
          <ac:spMkLst>
            <pc:docMk/>
            <pc:sldMk cId="4011111042" sldId="542"/>
            <ac:spMk id="9" creationId="{2C3FCF2D-098F-488F-92B1-C395F20C985C}"/>
          </ac:spMkLst>
        </pc:spChg>
        <pc:graphicFrameChg chg="add mod">
          <ac:chgData name="Clayton Silva" userId="29ef9a7b83f2ddc4" providerId="LiveId" clId="{D8AE6338-00C8-41E1-B024-39D2DD38AEE7}" dt="2020-09-14T10:08:23.905" v="102" actId="1076"/>
          <ac:graphicFrameMkLst>
            <pc:docMk/>
            <pc:sldMk cId="4011111042" sldId="542"/>
            <ac:graphicFrameMk id="6" creationId="{DDD98155-8A96-45F8-B248-9DD01790B7E3}"/>
          </ac:graphicFrameMkLst>
        </pc:graphicFrameChg>
      </pc:sldChg>
      <pc:sldChg chg="addSp modSp add mod">
        <pc:chgData name="Clayton Silva" userId="29ef9a7b83f2ddc4" providerId="LiveId" clId="{D8AE6338-00C8-41E1-B024-39D2DD38AEE7}" dt="2020-09-14T11:51:43.499" v="1641" actId="14100"/>
        <pc:sldMkLst>
          <pc:docMk/>
          <pc:sldMk cId="3918808496" sldId="543"/>
        </pc:sldMkLst>
        <pc:spChg chg="mod">
          <ac:chgData name="Clayton Silva" userId="29ef9a7b83f2ddc4" providerId="LiveId" clId="{D8AE6338-00C8-41E1-B024-39D2DD38AEE7}" dt="2020-09-14T11:51:43.499" v="1641" actId="14100"/>
          <ac:spMkLst>
            <pc:docMk/>
            <pc:sldMk cId="3918808496" sldId="543"/>
            <ac:spMk id="3" creationId="{F8CDB669-C3F1-44AA-B0FD-2AED87434C76}"/>
          </ac:spMkLst>
        </pc:spChg>
        <pc:spChg chg="mod">
          <ac:chgData name="Clayton Silva" userId="29ef9a7b83f2ddc4" providerId="LiveId" clId="{D8AE6338-00C8-41E1-B024-39D2DD38AEE7}" dt="2020-09-14T11:51:33.581" v="1638" actId="26606"/>
          <ac:spMkLst>
            <pc:docMk/>
            <pc:sldMk cId="3918808496" sldId="543"/>
            <ac:spMk id="4" creationId="{5E5C4F57-2CEC-4EA2-B18E-5985F070C3E7}"/>
          </ac:spMkLst>
        </pc:spChg>
        <pc:spChg chg="mod">
          <ac:chgData name="Clayton Silva" userId="29ef9a7b83f2ddc4" providerId="LiveId" clId="{D8AE6338-00C8-41E1-B024-39D2DD38AEE7}" dt="2020-09-14T11:51:33.581" v="1638" actId="26606"/>
          <ac:spMkLst>
            <pc:docMk/>
            <pc:sldMk cId="3918808496" sldId="543"/>
            <ac:spMk id="5" creationId="{FA62E639-A3D7-421A-97BD-F72DEADD99F5}"/>
          </ac:spMkLst>
        </pc:spChg>
        <pc:spChg chg="add">
          <ac:chgData name="Clayton Silva" userId="29ef9a7b83f2ddc4" providerId="LiveId" clId="{D8AE6338-00C8-41E1-B024-39D2DD38AEE7}" dt="2020-09-14T11:51:33.581" v="1638" actId="26606"/>
          <ac:spMkLst>
            <pc:docMk/>
            <pc:sldMk cId="3918808496" sldId="543"/>
            <ac:spMk id="10" creationId="{C2554CA6-288E-4202-BC52-2E5A8F0C0AED}"/>
          </ac:spMkLst>
        </pc:spChg>
        <pc:spChg chg="add">
          <ac:chgData name="Clayton Silva" userId="29ef9a7b83f2ddc4" providerId="LiveId" clId="{D8AE6338-00C8-41E1-B024-39D2DD38AEE7}" dt="2020-09-14T11:51:33.581" v="1638" actId="26606"/>
          <ac:spMkLst>
            <pc:docMk/>
            <pc:sldMk cId="3918808496" sldId="543"/>
            <ac:spMk id="12" creationId="{B10BB131-AC8E-4A8E-A5D1-36260F720C3B}"/>
          </ac:spMkLst>
        </pc:spChg>
        <pc:spChg chg="add">
          <ac:chgData name="Clayton Silva" userId="29ef9a7b83f2ddc4" providerId="LiveId" clId="{D8AE6338-00C8-41E1-B024-39D2DD38AEE7}" dt="2020-09-14T11:51:33.581" v="1638" actId="26606"/>
          <ac:spMkLst>
            <pc:docMk/>
            <pc:sldMk cId="3918808496" sldId="543"/>
            <ac:spMk id="14" creationId="{5B7778FC-632E-4DCA-A7CB-0D7731CCF970}"/>
          </ac:spMkLst>
        </pc:spChg>
        <pc:spChg chg="add">
          <ac:chgData name="Clayton Silva" userId="29ef9a7b83f2ddc4" providerId="LiveId" clId="{D8AE6338-00C8-41E1-B024-39D2DD38AEE7}" dt="2020-09-14T11:51:33.581" v="1638" actId="26606"/>
          <ac:spMkLst>
            <pc:docMk/>
            <pc:sldMk cId="3918808496" sldId="543"/>
            <ac:spMk id="16" creationId="{FA23A907-97FB-4A8F-880A-DD77401C4296}"/>
          </ac:spMkLst>
        </pc:spChg>
      </pc:sldChg>
      <pc:sldChg chg="addSp delSp modSp new mod setBg">
        <pc:chgData name="Clayton Silva" userId="29ef9a7b83f2ddc4" providerId="LiveId" clId="{D8AE6338-00C8-41E1-B024-39D2DD38AEE7}" dt="2020-09-14T11:33:49.864" v="1355" actId="1036"/>
        <pc:sldMkLst>
          <pc:docMk/>
          <pc:sldMk cId="3109880465" sldId="544"/>
        </pc:sldMkLst>
        <pc:spChg chg="mod">
          <ac:chgData name="Clayton Silva" userId="29ef9a7b83f2ddc4" providerId="LiveId" clId="{D8AE6338-00C8-41E1-B024-39D2DD38AEE7}" dt="2020-09-14T11:33:44.972" v="1350" actId="114"/>
          <ac:spMkLst>
            <pc:docMk/>
            <pc:sldMk cId="3109880465" sldId="544"/>
            <ac:spMk id="2" creationId="{5C831446-8F4D-40C6-85DA-F9A05E458810}"/>
          </ac:spMkLst>
        </pc:spChg>
        <pc:spChg chg="del">
          <ac:chgData name="Clayton Silva" userId="29ef9a7b83f2ddc4" providerId="LiveId" clId="{D8AE6338-00C8-41E1-B024-39D2DD38AEE7}" dt="2020-09-14T10:35:28.467" v="808"/>
          <ac:spMkLst>
            <pc:docMk/>
            <pc:sldMk cId="3109880465" sldId="544"/>
            <ac:spMk id="3" creationId="{416A2C08-6FB2-4211-A8FC-EC1A400C363C}"/>
          </ac:spMkLst>
        </pc:spChg>
        <pc:spChg chg="del">
          <ac:chgData name="Clayton Silva" userId="29ef9a7b83f2ddc4" providerId="LiveId" clId="{D8AE6338-00C8-41E1-B024-39D2DD38AEE7}" dt="2020-09-14T10:35:48.273" v="811" actId="478"/>
          <ac:spMkLst>
            <pc:docMk/>
            <pc:sldMk cId="3109880465" sldId="544"/>
            <ac:spMk id="4" creationId="{673E6F0C-F431-40B9-80C0-AC7A6D79C64B}"/>
          </ac:spMkLst>
        </pc:spChg>
        <pc:spChg chg="add">
          <ac:chgData name="Clayton Silva" userId="29ef9a7b83f2ddc4" providerId="LiveId" clId="{D8AE6338-00C8-41E1-B024-39D2DD38AEE7}" dt="2020-09-14T10:37:41.869" v="834" actId="26606"/>
          <ac:spMkLst>
            <pc:docMk/>
            <pc:sldMk cId="3109880465" sldId="544"/>
            <ac:spMk id="10" creationId="{A4AC5506-6312-4701-8D3C-40187889A947}"/>
          </ac:spMkLst>
        </pc:spChg>
        <pc:picChg chg="add mod">
          <ac:chgData name="Clayton Silva" userId="29ef9a7b83f2ddc4" providerId="LiveId" clId="{D8AE6338-00C8-41E1-B024-39D2DD38AEE7}" dt="2020-09-14T11:33:49.864" v="1355" actId="1036"/>
          <ac:picMkLst>
            <pc:docMk/>
            <pc:sldMk cId="3109880465" sldId="544"/>
            <ac:picMk id="5" creationId="{4A69E3D4-5338-4024-8630-E546949E8259}"/>
          </ac:picMkLst>
        </pc:picChg>
      </pc:sldChg>
      <pc:sldChg chg="addSp delSp modSp add mod ord">
        <pc:chgData name="Clayton Silva" userId="29ef9a7b83f2ddc4" providerId="LiveId" clId="{D8AE6338-00C8-41E1-B024-39D2DD38AEE7}" dt="2020-09-14T11:53:45.556" v="1666" actId="26606"/>
        <pc:sldMkLst>
          <pc:docMk/>
          <pc:sldMk cId="1400108134" sldId="545"/>
        </pc:sldMkLst>
        <pc:spChg chg="add del mod">
          <ac:chgData name="Clayton Silva" userId="29ef9a7b83f2ddc4" providerId="LiveId" clId="{D8AE6338-00C8-41E1-B024-39D2DD38AEE7}" dt="2020-09-14T11:53:45.556" v="1666" actId="26606"/>
          <ac:spMkLst>
            <pc:docMk/>
            <pc:sldMk cId="1400108134" sldId="545"/>
            <ac:spMk id="3" creationId="{F8CDB669-C3F1-44AA-B0FD-2AED87434C76}"/>
          </ac:spMkLst>
        </pc:spChg>
        <pc:spChg chg="mod">
          <ac:chgData name="Clayton Silva" userId="29ef9a7b83f2ddc4" providerId="LiveId" clId="{D8AE6338-00C8-41E1-B024-39D2DD38AEE7}" dt="2020-09-14T11:53:45.556" v="1666" actId="26606"/>
          <ac:spMkLst>
            <pc:docMk/>
            <pc:sldMk cId="1400108134" sldId="545"/>
            <ac:spMk id="4" creationId="{5E5C4F57-2CEC-4EA2-B18E-5985F070C3E7}"/>
          </ac:spMkLst>
        </pc:spChg>
        <pc:spChg chg="mod">
          <ac:chgData name="Clayton Silva" userId="29ef9a7b83f2ddc4" providerId="LiveId" clId="{D8AE6338-00C8-41E1-B024-39D2DD38AEE7}" dt="2020-09-14T11:53:45.556" v="1666" actId="26606"/>
          <ac:spMkLst>
            <pc:docMk/>
            <pc:sldMk cId="1400108134" sldId="545"/>
            <ac:spMk id="5" creationId="{FA62E639-A3D7-421A-97BD-F72DEADD99F5}"/>
          </ac:spMkLst>
        </pc:spChg>
        <pc:spChg chg="add">
          <ac:chgData name="Clayton Silva" userId="29ef9a7b83f2ddc4" providerId="LiveId" clId="{D8AE6338-00C8-41E1-B024-39D2DD38AEE7}" dt="2020-09-14T11:53:45.556" v="1666" actId="26606"/>
          <ac:spMkLst>
            <pc:docMk/>
            <pc:sldMk cId="1400108134" sldId="545"/>
            <ac:spMk id="8" creationId="{3A5B4632-C963-4296-86F0-79AA9EA5AE98}"/>
          </ac:spMkLst>
        </pc:spChg>
        <pc:spChg chg="add del">
          <ac:chgData name="Clayton Silva" userId="29ef9a7b83f2ddc4" providerId="LiveId" clId="{D8AE6338-00C8-41E1-B024-39D2DD38AEE7}" dt="2020-09-14T11:53:24.572" v="1661" actId="26606"/>
          <ac:spMkLst>
            <pc:docMk/>
            <pc:sldMk cId="1400108134" sldId="545"/>
            <ac:spMk id="11" creationId="{3A5B4632-C963-4296-86F0-79AA9EA5AE98}"/>
          </ac:spMkLst>
        </pc:spChg>
        <pc:graphicFrameChg chg="add del">
          <ac:chgData name="Clayton Silva" userId="29ef9a7b83f2ddc4" providerId="LiveId" clId="{D8AE6338-00C8-41E1-B024-39D2DD38AEE7}" dt="2020-09-14T11:53:24.572" v="1661" actId="26606"/>
          <ac:graphicFrameMkLst>
            <pc:docMk/>
            <pc:sldMk cId="1400108134" sldId="545"/>
            <ac:graphicFrameMk id="7" creationId="{F569B0FB-BB20-41F0-A49A-8E1FB3C08B6C}"/>
          </ac:graphicFrameMkLst>
        </pc:graphicFrameChg>
        <pc:graphicFrameChg chg="add">
          <ac:chgData name="Clayton Silva" userId="29ef9a7b83f2ddc4" providerId="LiveId" clId="{D8AE6338-00C8-41E1-B024-39D2DD38AEE7}" dt="2020-09-14T11:53:45.556" v="1666" actId="26606"/>
          <ac:graphicFrameMkLst>
            <pc:docMk/>
            <pc:sldMk cId="1400108134" sldId="545"/>
            <ac:graphicFrameMk id="9" creationId="{29497E4A-E8C1-4E7C-97A4-24965AF6BFC1}"/>
          </ac:graphicFrameMkLst>
        </pc:graphicFrameChg>
      </pc:sldChg>
      <pc:sldChg chg="addSp delSp modSp add mod ord">
        <pc:chgData name="Clayton Silva" userId="29ef9a7b83f2ddc4" providerId="LiveId" clId="{D8AE6338-00C8-41E1-B024-39D2DD38AEE7}" dt="2020-09-14T11:52:29.190" v="1659" actId="26606"/>
        <pc:sldMkLst>
          <pc:docMk/>
          <pc:sldMk cId="3800598213" sldId="546"/>
        </pc:sldMkLst>
        <pc:spChg chg="del mod">
          <ac:chgData name="Clayton Silva" userId="29ef9a7b83f2ddc4" providerId="LiveId" clId="{D8AE6338-00C8-41E1-B024-39D2DD38AEE7}" dt="2020-09-14T11:52:29.190" v="1659" actId="26606"/>
          <ac:spMkLst>
            <pc:docMk/>
            <pc:sldMk cId="3800598213" sldId="546"/>
            <ac:spMk id="3" creationId="{F8CDB669-C3F1-44AA-B0FD-2AED87434C76}"/>
          </ac:spMkLst>
        </pc:spChg>
        <pc:spChg chg="mod">
          <ac:chgData name="Clayton Silva" userId="29ef9a7b83f2ddc4" providerId="LiveId" clId="{D8AE6338-00C8-41E1-B024-39D2DD38AEE7}" dt="2020-09-14T11:52:29.190" v="1659" actId="26606"/>
          <ac:spMkLst>
            <pc:docMk/>
            <pc:sldMk cId="3800598213" sldId="546"/>
            <ac:spMk id="4" creationId="{5E5C4F57-2CEC-4EA2-B18E-5985F070C3E7}"/>
          </ac:spMkLst>
        </pc:spChg>
        <pc:spChg chg="mod">
          <ac:chgData name="Clayton Silva" userId="29ef9a7b83f2ddc4" providerId="LiveId" clId="{D8AE6338-00C8-41E1-B024-39D2DD38AEE7}" dt="2020-09-14T11:52:29.190" v="1659" actId="26606"/>
          <ac:spMkLst>
            <pc:docMk/>
            <pc:sldMk cId="3800598213" sldId="546"/>
            <ac:spMk id="5" creationId="{FA62E639-A3D7-421A-97BD-F72DEADD99F5}"/>
          </ac:spMkLst>
        </pc:spChg>
        <pc:spChg chg="add del">
          <ac:chgData name="Clayton Silva" userId="29ef9a7b83f2ddc4" providerId="LiveId" clId="{D8AE6338-00C8-41E1-B024-39D2DD38AEE7}" dt="2020-09-14T11:52:29.190" v="1659" actId="26606"/>
          <ac:spMkLst>
            <pc:docMk/>
            <pc:sldMk cId="3800598213" sldId="546"/>
            <ac:spMk id="10" creationId="{907EF6B7-1338-4443-8C46-6A318D952DFD}"/>
          </ac:spMkLst>
        </pc:spChg>
        <pc:spChg chg="add del">
          <ac:chgData name="Clayton Silva" userId="29ef9a7b83f2ddc4" providerId="LiveId" clId="{D8AE6338-00C8-41E1-B024-39D2DD38AEE7}" dt="2020-09-14T11:52:29.190" v="1659" actId="26606"/>
          <ac:spMkLst>
            <pc:docMk/>
            <pc:sldMk cId="3800598213" sldId="546"/>
            <ac:spMk id="12" creationId="{DAAE4CDD-124C-4DCF-9584-B6033B545DD5}"/>
          </ac:spMkLst>
        </pc:spChg>
        <pc:spChg chg="add del">
          <ac:chgData name="Clayton Silva" userId="29ef9a7b83f2ddc4" providerId="LiveId" clId="{D8AE6338-00C8-41E1-B024-39D2DD38AEE7}" dt="2020-09-14T11:52:29.190" v="1659" actId="26606"/>
          <ac:spMkLst>
            <pc:docMk/>
            <pc:sldMk cId="3800598213" sldId="546"/>
            <ac:spMk id="14" creationId="{081E4A58-353D-44AE-B2FC-2A74E2E400F7}"/>
          </ac:spMkLst>
        </pc:spChg>
        <pc:spChg chg="add">
          <ac:chgData name="Clayton Silva" userId="29ef9a7b83f2ddc4" providerId="LiveId" clId="{D8AE6338-00C8-41E1-B024-39D2DD38AEE7}" dt="2020-09-14T11:52:29.190" v="1659" actId="26606"/>
          <ac:spMkLst>
            <pc:docMk/>
            <pc:sldMk cId="3800598213" sldId="546"/>
            <ac:spMk id="20" creationId="{2F56F8EA-3356-4455-9899-320874F6E465}"/>
          </ac:spMkLst>
        </pc:spChg>
        <pc:graphicFrameChg chg="add">
          <ac:chgData name="Clayton Silva" userId="29ef9a7b83f2ddc4" providerId="LiveId" clId="{D8AE6338-00C8-41E1-B024-39D2DD38AEE7}" dt="2020-09-14T11:52:29.190" v="1659" actId="26606"/>
          <ac:graphicFrameMkLst>
            <pc:docMk/>
            <pc:sldMk cId="3800598213" sldId="546"/>
            <ac:graphicFrameMk id="16" creationId="{135D5CD5-6DFC-4B19-B6A6-B137B5E77347}"/>
          </ac:graphicFrameMkLst>
        </pc:graphicFrameChg>
      </pc:sldChg>
      <pc:sldChg chg="modSp new mod ord">
        <pc:chgData name="Clayton Silva" userId="29ef9a7b83f2ddc4" providerId="LiveId" clId="{D8AE6338-00C8-41E1-B024-39D2DD38AEE7}" dt="2020-09-14T11:54:11.912" v="1668" actId="207"/>
        <pc:sldMkLst>
          <pc:docMk/>
          <pc:sldMk cId="2624345580" sldId="547"/>
        </pc:sldMkLst>
        <pc:spChg chg="mod">
          <ac:chgData name="Clayton Silva" userId="29ef9a7b83f2ddc4" providerId="LiveId" clId="{D8AE6338-00C8-41E1-B024-39D2DD38AEE7}" dt="2020-09-14T11:03:01.420" v="1061" actId="20577"/>
          <ac:spMkLst>
            <pc:docMk/>
            <pc:sldMk cId="2624345580" sldId="547"/>
            <ac:spMk id="2" creationId="{3C3F825B-87E5-445C-B783-156E9EB72E85}"/>
          </ac:spMkLst>
        </pc:spChg>
        <pc:spChg chg="mod">
          <ac:chgData name="Clayton Silva" userId="29ef9a7b83f2ddc4" providerId="LiveId" clId="{D8AE6338-00C8-41E1-B024-39D2DD38AEE7}" dt="2020-09-14T11:54:11.912" v="1668" actId="207"/>
          <ac:spMkLst>
            <pc:docMk/>
            <pc:sldMk cId="2624345580" sldId="547"/>
            <ac:spMk id="3" creationId="{31C0D8C4-2428-48ED-94B5-DABE361EF5F8}"/>
          </ac:spMkLst>
        </pc:spChg>
      </pc:sldChg>
      <pc:sldChg chg="delSp modSp add mod ord">
        <pc:chgData name="Clayton Silva" userId="29ef9a7b83f2ddc4" providerId="LiveId" clId="{D8AE6338-00C8-41E1-B024-39D2DD38AEE7}" dt="2020-09-14T11:54:21.161" v="1670" actId="27636"/>
        <pc:sldMkLst>
          <pc:docMk/>
          <pc:sldMk cId="3889411567" sldId="548"/>
        </pc:sldMkLst>
        <pc:spChg chg="mod">
          <ac:chgData name="Clayton Silva" userId="29ef9a7b83f2ddc4" providerId="LiveId" clId="{D8AE6338-00C8-41E1-B024-39D2DD38AEE7}" dt="2020-09-14T11:54:21.161" v="1670" actId="27636"/>
          <ac:spMkLst>
            <pc:docMk/>
            <pc:sldMk cId="3889411567" sldId="548"/>
            <ac:spMk id="3" creationId="{31C0D8C4-2428-48ED-94B5-DABE361EF5F8}"/>
          </ac:spMkLst>
        </pc:spChg>
        <pc:spChg chg="del">
          <ac:chgData name="Clayton Silva" userId="29ef9a7b83f2ddc4" providerId="LiveId" clId="{D8AE6338-00C8-41E1-B024-39D2DD38AEE7}" dt="2020-09-14T11:42:16.691" v="1545" actId="478"/>
          <ac:spMkLst>
            <pc:docMk/>
            <pc:sldMk cId="3889411567" sldId="548"/>
            <ac:spMk id="4" creationId="{33CBCCF3-5159-4117-9D5C-EA6EABED2FE5}"/>
          </ac:spMkLst>
        </pc:spChg>
      </pc:sldChg>
      <pc:sldChg chg="addSp modSp add mod">
        <pc:chgData name="Clayton Silva" userId="29ef9a7b83f2ddc4" providerId="LiveId" clId="{D8AE6338-00C8-41E1-B024-39D2DD38AEE7}" dt="2020-09-14T11:48:55.819" v="1637" actId="403"/>
        <pc:sldMkLst>
          <pc:docMk/>
          <pc:sldMk cId="437514339" sldId="549"/>
        </pc:sldMkLst>
        <pc:spChg chg="add mod">
          <ac:chgData name="Clayton Silva" userId="29ef9a7b83f2ddc4" providerId="LiveId" clId="{D8AE6338-00C8-41E1-B024-39D2DD38AEE7}" dt="2020-09-14T11:48:48.798" v="1634" actId="403"/>
          <ac:spMkLst>
            <pc:docMk/>
            <pc:sldMk cId="437514339" sldId="549"/>
            <ac:spMk id="2" creationId="{4FD3C4AF-A8C8-4D58-A846-8E8CF29C6972}"/>
          </ac:spMkLst>
        </pc:spChg>
        <pc:spChg chg="add mod">
          <ac:chgData name="Clayton Silva" userId="29ef9a7b83f2ddc4" providerId="LiveId" clId="{D8AE6338-00C8-41E1-B024-39D2DD38AEE7}" dt="2020-09-14T11:48:55.819" v="1637" actId="403"/>
          <ac:spMkLst>
            <pc:docMk/>
            <pc:sldMk cId="437514339" sldId="549"/>
            <ac:spMk id="3" creationId="{9632874E-21D2-4643-B93A-AE31838940AF}"/>
          </ac:spMkLst>
        </pc:spChg>
        <pc:cxnChg chg="add mod">
          <ac:chgData name="Clayton Silva" userId="29ef9a7b83f2ddc4" providerId="LiveId" clId="{D8AE6338-00C8-41E1-B024-39D2DD38AEE7}" dt="2020-09-14T11:48:39.630" v="1631" actId="1582"/>
          <ac:cxnSpMkLst>
            <pc:docMk/>
            <pc:sldMk cId="437514339" sldId="549"/>
            <ac:cxnSpMk id="7" creationId="{9926785D-D7FA-48BE-83C8-6B7FE71FE49C}"/>
          </ac:cxnSpMkLst>
        </pc:cxnChg>
      </pc:sldChg>
      <pc:sldChg chg="modSp new mod">
        <pc:chgData name="Clayton Silva" userId="29ef9a7b83f2ddc4" providerId="LiveId" clId="{D8AE6338-00C8-41E1-B024-39D2DD38AEE7}" dt="2020-09-14T11:59:29.083" v="1943" actId="113"/>
        <pc:sldMkLst>
          <pc:docMk/>
          <pc:sldMk cId="825874115" sldId="550"/>
        </pc:sldMkLst>
        <pc:spChg chg="mod">
          <ac:chgData name="Clayton Silva" userId="29ef9a7b83f2ddc4" providerId="LiveId" clId="{D8AE6338-00C8-41E1-B024-39D2DD38AEE7}" dt="2020-09-14T11:59:29.083" v="1943" actId="113"/>
          <ac:spMkLst>
            <pc:docMk/>
            <pc:sldMk cId="825874115" sldId="550"/>
            <ac:spMk id="2" creationId="{80E8F12A-EB20-426B-9549-43D88CAF6F0B}"/>
          </ac:spMkLst>
        </pc:spChg>
        <pc:spChg chg="mod">
          <ac:chgData name="Clayton Silva" userId="29ef9a7b83f2ddc4" providerId="LiveId" clId="{D8AE6338-00C8-41E1-B024-39D2DD38AEE7}" dt="2020-09-14T11:58:58.078" v="1935" actId="27636"/>
          <ac:spMkLst>
            <pc:docMk/>
            <pc:sldMk cId="825874115" sldId="550"/>
            <ac:spMk id="3" creationId="{57CF3289-111E-4B05-AFFF-8BBD2953D91E}"/>
          </ac:spMkLst>
        </pc:spChg>
      </pc:sldChg>
      <pc:sldChg chg="modSp add mod">
        <pc:chgData name="Clayton Silva" userId="29ef9a7b83f2ddc4" providerId="LiveId" clId="{D8AE6338-00C8-41E1-B024-39D2DD38AEE7}" dt="2020-09-14T12:52:57.586" v="2120" actId="113"/>
        <pc:sldMkLst>
          <pc:docMk/>
          <pc:sldMk cId="3158404655" sldId="551"/>
        </pc:sldMkLst>
        <pc:spChg chg="mod">
          <ac:chgData name="Clayton Silva" userId="29ef9a7b83f2ddc4" providerId="LiveId" clId="{D8AE6338-00C8-41E1-B024-39D2DD38AEE7}" dt="2020-09-14T12:52:57.586" v="2120" actId="113"/>
          <ac:spMkLst>
            <pc:docMk/>
            <pc:sldMk cId="3158404655" sldId="551"/>
            <ac:spMk id="2" creationId="{80E8F12A-EB20-426B-9549-43D88CAF6F0B}"/>
          </ac:spMkLst>
        </pc:spChg>
        <pc:spChg chg="mod">
          <ac:chgData name="Clayton Silva" userId="29ef9a7b83f2ddc4" providerId="LiveId" clId="{D8AE6338-00C8-41E1-B024-39D2DD38AEE7}" dt="2020-09-14T12:52:50.983" v="2118" actId="27636"/>
          <ac:spMkLst>
            <pc:docMk/>
            <pc:sldMk cId="3158404655" sldId="551"/>
            <ac:spMk id="3" creationId="{57CF3289-111E-4B05-AFFF-8BBD2953D91E}"/>
          </ac:spMkLst>
        </pc:spChg>
      </pc:sldChg>
      <pc:sldChg chg="modSp add del mod">
        <pc:chgData name="Clayton Silva" userId="29ef9a7b83f2ddc4" providerId="LiveId" clId="{D8AE6338-00C8-41E1-B024-39D2DD38AEE7}" dt="2020-09-14T12:53:06.761" v="2121" actId="47"/>
        <pc:sldMkLst>
          <pc:docMk/>
          <pc:sldMk cId="882970174" sldId="552"/>
        </pc:sldMkLst>
        <pc:spChg chg="mod">
          <ac:chgData name="Clayton Silva" userId="29ef9a7b83f2ddc4" providerId="LiveId" clId="{D8AE6338-00C8-41E1-B024-39D2DD38AEE7}" dt="2020-09-14T12:52:43.930" v="2116" actId="20577"/>
          <ac:spMkLst>
            <pc:docMk/>
            <pc:sldMk cId="882970174" sldId="552"/>
            <ac:spMk id="2" creationId="{80E8F12A-EB20-426B-9549-43D88CAF6F0B}"/>
          </ac:spMkLst>
        </pc:spChg>
      </pc:sldChg>
      <pc:sldChg chg="modSp add mod">
        <pc:chgData name="Clayton Silva" userId="29ef9a7b83f2ddc4" providerId="LiveId" clId="{D8AE6338-00C8-41E1-B024-39D2DD38AEE7}" dt="2020-09-14T13:15:44.238" v="2314" actId="20577"/>
        <pc:sldMkLst>
          <pc:docMk/>
          <pc:sldMk cId="2528720017" sldId="552"/>
        </pc:sldMkLst>
        <pc:spChg chg="mod">
          <ac:chgData name="Clayton Silva" userId="29ef9a7b83f2ddc4" providerId="LiveId" clId="{D8AE6338-00C8-41E1-B024-39D2DD38AEE7}" dt="2020-09-14T12:53:17.027" v="2128" actId="20577"/>
          <ac:spMkLst>
            <pc:docMk/>
            <pc:sldMk cId="2528720017" sldId="552"/>
            <ac:spMk id="2" creationId="{80E8F12A-EB20-426B-9549-43D88CAF6F0B}"/>
          </ac:spMkLst>
        </pc:spChg>
        <pc:spChg chg="mod">
          <ac:chgData name="Clayton Silva" userId="29ef9a7b83f2ddc4" providerId="LiveId" clId="{D8AE6338-00C8-41E1-B024-39D2DD38AEE7}" dt="2020-09-14T13:15:44.238" v="2314" actId="20577"/>
          <ac:spMkLst>
            <pc:docMk/>
            <pc:sldMk cId="2528720017" sldId="552"/>
            <ac:spMk id="3" creationId="{57CF3289-111E-4B05-AFFF-8BBD2953D91E}"/>
          </ac:spMkLst>
        </pc:spChg>
      </pc:sldChg>
      <pc:sldChg chg="add del ord">
        <pc:chgData name="Clayton Silva" userId="29ef9a7b83f2ddc4" providerId="LiveId" clId="{D8AE6338-00C8-41E1-B024-39D2DD38AEE7}" dt="2020-09-14T12:52:36.478" v="2109" actId="47"/>
        <pc:sldMkLst>
          <pc:docMk/>
          <pc:sldMk cId="4272280431" sldId="552"/>
        </pc:sldMkLst>
      </pc:sldChg>
      <pc:sldChg chg="modSp add mod">
        <pc:chgData name="Clayton Silva" userId="29ef9a7b83f2ddc4" providerId="LiveId" clId="{D8AE6338-00C8-41E1-B024-39D2DD38AEE7}" dt="2020-09-14T13:21:27.571" v="2405" actId="20577"/>
        <pc:sldMkLst>
          <pc:docMk/>
          <pc:sldMk cId="4265377865" sldId="553"/>
        </pc:sldMkLst>
        <pc:spChg chg="mod">
          <ac:chgData name="Clayton Silva" userId="29ef9a7b83f2ddc4" providerId="LiveId" clId="{D8AE6338-00C8-41E1-B024-39D2DD38AEE7}" dt="2020-09-14T13:16:05.990" v="2319" actId="207"/>
          <ac:spMkLst>
            <pc:docMk/>
            <pc:sldMk cId="4265377865" sldId="553"/>
            <ac:spMk id="2" creationId="{80E8F12A-EB20-426B-9549-43D88CAF6F0B}"/>
          </ac:spMkLst>
        </pc:spChg>
        <pc:spChg chg="mod">
          <ac:chgData name="Clayton Silva" userId="29ef9a7b83f2ddc4" providerId="LiveId" clId="{D8AE6338-00C8-41E1-B024-39D2DD38AEE7}" dt="2020-09-14T13:21:27.571" v="2405" actId="20577"/>
          <ac:spMkLst>
            <pc:docMk/>
            <pc:sldMk cId="4265377865" sldId="553"/>
            <ac:spMk id="3" creationId="{57CF3289-111E-4B05-AFFF-8BBD2953D91E}"/>
          </ac:spMkLst>
        </pc:spChg>
      </pc:sldChg>
      <pc:sldChg chg="addSp delSp modSp new mod setBg">
        <pc:chgData name="Clayton Silva" userId="29ef9a7b83f2ddc4" providerId="LiveId" clId="{D8AE6338-00C8-41E1-B024-39D2DD38AEE7}" dt="2020-09-14T13:39:00.501" v="2479" actId="20577"/>
        <pc:sldMkLst>
          <pc:docMk/>
          <pc:sldMk cId="1015317593" sldId="554"/>
        </pc:sldMkLst>
        <pc:spChg chg="mod">
          <ac:chgData name="Clayton Silva" userId="29ef9a7b83f2ddc4" providerId="LiveId" clId="{D8AE6338-00C8-41E1-B024-39D2DD38AEE7}" dt="2020-09-14T13:36:10.249" v="2451" actId="1076"/>
          <ac:spMkLst>
            <pc:docMk/>
            <pc:sldMk cId="1015317593" sldId="554"/>
            <ac:spMk id="2" creationId="{419040B9-F58D-458F-B939-BB65FD8756E3}"/>
          </ac:spMkLst>
        </pc:spChg>
        <pc:spChg chg="add del mod">
          <ac:chgData name="Clayton Silva" userId="29ef9a7b83f2ddc4" providerId="LiveId" clId="{D8AE6338-00C8-41E1-B024-39D2DD38AEE7}" dt="2020-09-14T13:35:26.688" v="2440" actId="26606"/>
          <ac:spMkLst>
            <pc:docMk/>
            <pc:sldMk cId="1015317593" sldId="554"/>
            <ac:spMk id="3" creationId="{73C056CF-CC42-4EF0-8AA0-7ADD47E5EC90}"/>
          </ac:spMkLst>
        </pc:spChg>
        <pc:spChg chg="del mod">
          <ac:chgData name="Clayton Silva" userId="29ef9a7b83f2ddc4" providerId="LiveId" clId="{D8AE6338-00C8-41E1-B024-39D2DD38AEE7}" dt="2020-09-14T13:35:56.316" v="2450" actId="478"/>
          <ac:spMkLst>
            <pc:docMk/>
            <pc:sldMk cId="1015317593" sldId="554"/>
            <ac:spMk id="4" creationId="{DE476C70-53A7-4019-8593-63600F53EC3D}"/>
          </ac:spMkLst>
        </pc:spChg>
        <pc:spChg chg="add del">
          <ac:chgData name="Clayton Silva" userId="29ef9a7b83f2ddc4" providerId="LiveId" clId="{D8AE6338-00C8-41E1-B024-39D2DD38AEE7}" dt="2020-09-14T13:35:26.485" v="2439" actId="26606"/>
          <ac:spMkLst>
            <pc:docMk/>
            <pc:sldMk cId="1015317593" sldId="554"/>
            <ac:spMk id="10" creationId="{68575C10-8187-4AC4-AD72-C754EAFD2867}"/>
          </ac:spMkLst>
        </pc:spChg>
        <pc:spChg chg="add">
          <ac:chgData name="Clayton Silva" userId="29ef9a7b83f2ddc4" providerId="LiveId" clId="{D8AE6338-00C8-41E1-B024-39D2DD38AEE7}" dt="2020-09-14T13:35:26.688" v="2440" actId="26606"/>
          <ac:spMkLst>
            <pc:docMk/>
            <pc:sldMk cId="1015317593" sldId="554"/>
            <ac:spMk id="14" creationId="{E51BA4DF-2BD4-4EC2-B1DB-B27C8AC71864}"/>
          </ac:spMkLst>
        </pc:spChg>
        <pc:spChg chg="add mod">
          <ac:chgData name="Clayton Silva" userId="29ef9a7b83f2ddc4" providerId="LiveId" clId="{D8AE6338-00C8-41E1-B024-39D2DD38AEE7}" dt="2020-09-14T13:39:00.501" v="2479" actId="20577"/>
          <ac:spMkLst>
            <pc:docMk/>
            <pc:sldMk cId="1015317593" sldId="554"/>
            <ac:spMk id="16" creationId="{73C056CF-CC42-4EF0-8AA0-7ADD47E5EC90}"/>
          </ac:spMkLst>
        </pc:spChg>
        <pc:graphicFrameChg chg="add del">
          <ac:chgData name="Clayton Silva" userId="29ef9a7b83f2ddc4" providerId="LiveId" clId="{D8AE6338-00C8-41E1-B024-39D2DD38AEE7}" dt="2020-09-14T13:35:26.485" v="2439" actId="26606"/>
          <ac:graphicFrameMkLst>
            <pc:docMk/>
            <pc:sldMk cId="1015317593" sldId="554"/>
            <ac:graphicFrameMk id="6" creationId="{DD89289B-3076-41B7-8A65-27BB651201D5}"/>
          </ac:graphicFrameMkLst>
        </pc:graphicFrameChg>
        <pc:picChg chg="add">
          <ac:chgData name="Clayton Silva" userId="29ef9a7b83f2ddc4" providerId="LiveId" clId="{D8AE6338-00C8-41E1-B024-39D2DD38AEE7}" dt="2020-09-14T13:35:26.688" v="2440" actId="26606"/>
          <ac:picMkLst>
            <pc:docMk/>
            <pc:sldMk cId="1015317593" sldId="554"/>
            <ac:picMk id="15" creationId="{A4D82CAA-2AFB-469C-8BAB-07123C6E202A}"/>
          </ac:picMkLst>
        </pc:picChg>
        <pc:cxnChg chg="add del">
          <ac:chgData name="Clayton Silva" userId="29ef9a7b83f2ddc4" providerId="LiveId" clId="{D8AE6338-00C8-41E1-B024-39D2DD38AEE7}" dt="2020-09-14T13:35:26.485" v="2439" actId="26606"/>
          <ac:cxnSpMkLst>
            <pc:docMk/>
            <pc:sldMk cId="1015317593" sldId="554"/>
            <ac:cxnSpMk id="12" creationId="{74E776C9-ED67-41B7-B3A3-4DF76EF3ACEE}"/>
          </ac:cxnSpMkLst>
        </pc:cxnChg>
      </pc:sldChg>
      <pc:sldChg chg="modSp add mod">
        <pc:chgData name="Clayton Silva" userId="29ef9a7b83f2ddc4" providerId="LiveId" clId="{D8AE6338-00C8-41E1-B024-39D2DD38AEE7}" dt="2020-09-14T13:38:36.101" v="2467" actId="20577"/>
        <pc:sldMkLst>
          <pc:docMk/>
          <pc:sldMk cId="1521650196" sldId="555"/>
        </pc:sldMkLst>
        <pc:spChg chg="mod">
          <ac:chgData name="Clayton Silva" userId="29ef9a7b83f2ddc4" providerId="LiveId" clId="{D8AE6338-00C8-41E1-B024-39D2DD38AEE7}" dt="2020-09-14T13:38:36.101" v="2467" actId="20577"/>
          <ac:spMkLst>
            <pc:docMk/>
            <pc:sldMk cId="1521650196" sldId="555"/>
            <ac:spMk id="16" creationId="{73C056CF-CC42-4EF0-8AA0-7ADD47E5EC90}"/>
          </ac:spMkLst>
        </pc:spChg>
      </pc:sldChg>
      <pc:sldChg chg="modSp add mod">
        <pc:chgData name="Clayton Silva" userId="29ef9a7b83f2ddc4" providerId="LiveId" clId="{D8AE6338-00C8-41E1-B024-39D2DD38AEE7}" dt="2020-09-14T13:40:42.265" v="2555" actId="20577"/>
        <pc:sldMkLst>
          <pc:docMk/>
          <pc:sldMk cId="199936729" sldId="556"/>
        </pc:sldMkLst>
        <pc:spChg chg="mod">
          <ac:chgData name="Clayton Silva" userId="29ef9a7b83f2ddc4" providerId="LiveId" clId="{D8AE6338-00C8-41E1-B024-39D2DD38AEE7}" dt="2020-09-14T13:40:42.265" v="2555" actId="20577"/>
          <ac:spMkLst>
            <pc:docMk/>
            <pc:sldMk cId="199936729" sldId="556"/>
            <ac:spMk id="16" creationId="{73C056CF-CC42-4EF0-8AA0-7ADD47E5EC90}"/>
          </ac:spMkLst>
        </pc:spChg>
      </pc:sldChg>
      <pc:sldChg chg="modSp add mod">
        <pc:chgData name="Clayton Silva" userId="29ef9a7b83f2ddc4" providerId="LiveId" clId="{D8AE6338-00C8-41E1-B024-39D2DD38AEE7}" dt="2020-09-14T13:41:59.289" v="2640" actId="20577"/>
        <pc:sldMkLst>
          <pc:docMk/>
          <pc:sldMk cId="3102311189" sldId="557"/>
        </pc:sldMkLst>
        <pc:spChg chg="mod">
          <ac:chgData name="Clayton Silva" userId="29ef9a7b83f2ddc4" providerId="LiveId" clId="{D8AE6338-00C8-41E1-B024-39D2DD38AEE7}" dt="2020-09-14T13:41:59.289" v="2640" actId="20577"/>
          <ac:spMkLst>
            <pc:docMk/>
            <pc:sldMk cId="3102311189" sldId="557"/>
            <ac:spMk id="16" creationId="{73C056CF-CC42-4EF0-8AA0-7ADD47E5EC90}"/>
          </ac:spMkLst>
        </pc:spChg>
      </pc:sldChg>
      <pc:sldChg chg="modSp add mod">
        <pc:chgData name="Clayton Silva" userId="29ef9a7b83f2ddc4" providerId="LiveId" clId="{D8AE6338-00C8-41E1-B024-39D2DD38AEE7}" dt="2020-09-14T13:43:03.021" v="2650" actId="27636"/>
        <pc:sldMkLst>
          <pc:docMk/>
          <pc:sldMk cId="2214751960" sldId="558"/>
        </pc:sldMkLst>
        <pc:spChg chg="mod">
          <ac:chgData name="Clayton Silva" userId="29ef9a7b83f2ddc4" providerId="LiveId" clId="{D8AE6338-00C8-41E1-B024-39D2DD38AEE7}" dt="2020-09-14T13:43:03.021" v="2650" actId="27636"/>
          <ac:spMkLst>
            <pc:docMk/>
            <pc:sldMk cId="2214751960" sldId="558"/>
            <ac:spMk id="16" creationId="{73C056CF-CC42-4EF0-8AA0-7ADD47E5EC90}"/>
          </ac:spMkLst>
        </pc:spChg>
      </pc:sldChg>
    </pc:docChg>
  </pc:docChgLst>
  <pc:docChgLst>
    <pc:chgData name="Clayton Silva" userId="29ef9a7b83f2ddc4" providerId="LiveId" clId="{D26BF03D-DDF6-4739-A047-B58B79C05837}"/>
    <pc:docChg chg="undo redo custSel mod addSld delSld modSld sldOrd">
      <pc:chgData name="Clayton Silva" userId="29ef9a7b83f2ddc4" providerId="LiveId" clId="{D26BF03D-DDF6-4739-A047-B58B79C05837}" dt="2020-09-11T03:46:45.736" v="1202" actId="26606"/>
      <pc:docMkLst>
        <pc:docMk/>
      </pc:docMkLst>
      <pc:sldChg chg="del">
        <pc:chgData name="Clayton Silva" userId="29ef9a7b83f2ddc4" providerId="LiveId" clId="{D26BF03D-DDF6-4739-A047-B58B79C05837}" dt="2020-09-11T03:39:30.839" v="1085" actId="47"/>
        <pc:sldMkLst>
          <pc:docMk/>
          <pc:sldMk cId="2541292499" sldId="505"/>
        </pc:sldMkLst>
      </pc:sldChg>
      <pc:sldChg chg="del">
        <pc:chgData name="Clayton Silva" userId="29ef9a7b83f2ddc4" providerId="LiveId" clId="{D26BF03D-DDF6-4739-A047-B58B79C05837}" dt="2020-09-11T03:39:31.715" v="1086" actId="47"/>
        <pc:sldMkLst>
          <pc:docMk/>
          <pc:sldMk cId="2054556321" sldId="506"/>
        </pc:sldMkLst>
      </pc:sldChg>
      <pc:sldChg chg="del">
        <pc:chgData name="Clayton Silva" userId="29ef9a7b83f2ddc4" providerId="LiveId" clId="{D26BF03D-DDF6-4739-A047-B58B79C05837}" dt="2020-09-11T03:39:32.380" v="1087" actId="47"/>
        <pc:sldMkLst>
          <pc:docMk/>
          <pc:sldMk cId="4134700388" sldId="509"/>
        </pc:sldMkLst>
      </pc:sldChg>
      <pc:sldChg chg="addSp modSp mod">
        <pc:chgData name="Clayton Silva" userId="29ef9a7b83f2ddc4" providerId="LiveId" clId="{D26BF03D-DDF6-4739-A047-B58B79C05837}" dt="2020-09-11T02:54:00.775" v="909" actId="20577"/>
        <pc:sldMkLst>
          <pc:docMk/>
          <pc:sldMk cId="254165751" sldId="511"/>
        </pc:sldMkLst>
        <pc:spChg chg="mod">
          <ac:chgData name="Clayton Silva" userId="29ef9a7b83f2ddc4" providerId="LiveId" clId="{D26BF03D-DDF6-4739-A047-B58B79C05837}" dt="2020-09-11T02:07:35.119" v="312" actId="14100"/>
          <ac:spMkLst>
            <pc:docMk/>
            <pc:sldMk cId="254165751" sldId="511"/>
            <ac:spMk id="2" creationId="{BB93C2AE-4D98-4085-B311-2BAB89E81C0F}"/>
          </ac:spMkLst>
        </pc:spChg>
        <pc:spChg chg="mod">
          <ac:chgData name="Clayton Silva" userId="29ef9a7b83f2ddc4" providerId="LiveId" clId="{D26BF03D-DDF6-4739-A047-B58B79C05837}" dt="2020-09-11T02:54:00.775" v="909" actId="20577"/>
          <ac:spMkLst>
            <pc:docMk/>
            <pc:sldMk cId="254165751" sldId="511"/>
            <ac:spMk id="5" creationId="{0F77DCBF-EB9D-4427-BD7C-DF49E9BDA923}"/>
          </ac:spMkLst>
        </pc:spChg>
        <pc:spChg chg="add mod">
          <ac:chgData name="Clayton Silva" userId="29ef9a7b83f2ddc4" providerId="LiveId" clId="{D26BF03D-DDF6-4739-A047-B58B79C05837}" dt="2020-09-11T02:48:10.957" v="823" actId="113"/>
          <ac:spMkLst>
            <pc:docMk/>
            <pc:sldMk cId="254165751" sldId="511"/>
            <ac:spMk id="10" creationId="{0E30C533-C489-4029-9AE9-097560504A4E}"/>
          </ac:spMkLst>
        </pc:spChg>
        <pc:picChg chg="mod">
          <ac:chgData name="Clayton Silva" userId="29ef9a7b83f2ddc4" providerId="LiveId" clId="{D26BF03D-DDF6-4739-A047-B58B79C05837}" dt="2020-09-11T02:07:16.796" v="284" actId="1076"/>
          <ac:picMkLst>
            <pc:docMk/>
            <pc:sldMk cId="254165751" sldId="511"/>
            <ac:picMk id="3" creationId="{8F20C446-F983-4180-8464-FA629C6D3369}"/>
          </ac:picMkLst>
        </pc:picChg>
        <pc:cxnChg chg="mod">
          <ac:chgData name="Clayton Silva" userId="29ef9a7b83f2ddc4" providerId="LiveId" clId="{D26BF03D-DDF6-4739-A047-B58B79C05837}" dt="2020-09-11T02:54:00.775" v="909" actId="20577"/>
          <ac:cxnSpMkLst>
            <pc:docMk/>
            <pc:sldMk cId="254165751" sldId="511"/>
            <ac:cxnSpMk id="7" creationId="{22880A4A-BB6B-44C7-B4A5-C34E7C6A6871}"/>
          </ac:cxnSpMkLst>
        </pc:cxnChg>
      </pc:sldChg>
      <pc:sldChg chg="del">
        <pc:chgData name="Clayton Silva" userId="29ef9a7b83f2ddc4" providerId="LiveId" clId="{D26BF03D-DDF6-4739-A047-B58B79C05837}" dt="2020-09-11T03:39:39.503" v="1096" actId="47"/>
        <pc:sldMkLst>
          <pc:docMk/>
          <pc:sldMk cId="731318775" sldId="513"/>
        </pc:sldMkLst>
      </pc:sldChg>
      <pc:sldChg chg="del">
        <pc:chgData name="Clayton Silva" userId="29ef9a7b83f2ddc4" providerId="LiveId" clId="{D26BF03D-DDF6-4739-A047-B58B79C05837}" dt="2020-09-11T03:39:33.178" v="1088" actId="47"/>
        <pc:sldMkLst>
          <pc:docMk/>
          <pc:sldMk cId="740225815" sldId="514"/>
        </pc:sldMkLst>
      </pc:sldChg>
      <pc:sldChg chg="del">
        <pc:chgData name="Clayton Silva" userId="29ef9a7b83f2ddc4" providerId="LiveId" clId="{D26BF03D-DDF6-4739-A047-B58B79C05837}" dt="2020-09-11T03:39:34.635" v="1090" actId="47"/>
        <pc:sldMkLst>
          <pc:docMk/>
          <pc:sldMk cId="2478349370" sldId="515"/>
        </pc:sldMkLst>
      </pc:sldChg>
      <pc:sldChg chg="del">
        <pc:chgData name="Clayton Silva" userId="29ef9a7b83f2ddc4" providerId="LiveId" clId="{D26BF03D-DDF6-4739-A047-B58B79C05837}" dt="2020-09-11T03:39:35.577" v="1091" actId="47"/>
        <pc:sldMkLst>
          <pc:docMk/>
          <pc:sldMk cId="610138928" sldId="516"/>
        </pc:sldMkLst>
      </pc:sldChg>
      <pc:sldChg chg="del">
        <pc:chgData name="Clayton Silva" userId="29ef9a7b83f2ddc4" providerId="LiveId" clId="{D26BF03D-DDF6-4739-A047-B58B79C05837}" dt="2020-09-11T03:39:37.234" v="1093" actId="47"/>
        <pc:sldMkLst>
          <pc:docMk/>
          <pc:sldMk cId="2979928600" sldId="517"/>
        </pc:sldMkLst>
      </pc:sldChg>
      <pc:sldChg chg="del">
        <pc:chgData name="Clayton Silva" userId="29ef9a7b83f2ddc4" providerId="LiveId" clId="{D26BF03D-DDF6-4739-A047-B58B79C05837}" dt="2020-09-11T03:39:38.107" v="1094" actId="47"/>
        <pc:sldMkLst>
          <pc:docMk/>
          <pc:sldMk cId="1020651361" sldId="518"/>
        </pc:sldMkLst>
      </pc:sldChg>
      <pc:sldChg chg="del">
        <pc:chgData name="Clayton Silva" userId="29ef9a7b83f2ddc4" providerId="LiveId" clId="{D26BF03D-DDF6-4739-A047-B58B79C05837}" dt="2020-09-11T03:39:38.888" v="1095" actId="47"/>
        <pc:sldMkLst>
          <pc:docMk/>
          <pc:sldMk cId="3547700773" sldId="519"/>
        </pc:sldMkLst>
      </pc:sldChg>
      <pc:sldChg chg="del">
        <pc:chgData name="Clayton Silva" userId="29ef9a7b83f2ddc4" providerId="LiveId" clId="{D26BF03D-DDF6-4739-A047-B58B79C05837}" dt="2020-09-11T03:39:33.839" v="1089" actId="47"/>
        <pc:sldMkLst>
          <pc:docMk/>
          <pc:sldMk cId="2727718878" sldId="520"/>
        </pc:sldMkLst>
      </pc:sldChg>
      <pc:sldChg chg="del">
        <pc:chgData name="Clayton Silva" userId="29ef9a7b83f2ddc4" providerId="LiveId" clId="{D26BF03D-DDF6-4739-A047-B58B79C05837}" dt="2020-09-11T02:03:36.824" v="247" actId="47"/>
        <pc:sldMkLst>
          <pc:docMk/>
          <pc:sldMk cId="404555711" sldId="521"/>
        </pc:sldMkLst>
      </pc:sldChg>
      <pc:sldChg chg="del">
        <pc:chgData name="Clayton Silva" userId="29ef9a7b83f2ddc4" providerId="LiveId" clId="{D26BF03D-DDF6-4739-A047-B58B79C05837}" dt="2020-09-11T02:03:37.744" v="248" actId="47"/>
        <pc:sldMkLst>
          <pc:docMk/>
          <pc:sldMk cId="708132130" sldId="522"/>
        </pc:sldMkLst>
      </pc:sldChg>
      <pc:sldChg chg="del">
        <pc:chgData name="Clayton Silva" userId="29ef9a7b83f2ddc4" providerId="LiveId" clId="{D26BF03D-DDF6-4739-A047-B58B79C05837}" dt="2020-09-11T02:03:39.842" v="249" actId="47"/>
        <pc:sldMkLst>
          <pc:docMk/>
          <pc:sldMk cId="1006064290" sldId="523"/>
        </pc:sldMkLst>
      </pc:sldChg>
      <pc:sldChg chg="del">
        <pc:chgData name="Clayton Silva" userId="29ef9a7b83f2ddc4" providerId="LiveId" clId="{D26BF03D-DDF6-4739-A047-B58B79C05837}" dt="2020-09-11T02:03:40.630" v="250" actId="47"/>
        <pc:sldMkLst>
          <pc:docMk/>
          <pc:sldMk cId="3362410754" sldId="524"/>
        </pc:sldMkLst>
      </pc:sldChg>
      <pc:sldChg chg="del">
        <pc:chgData name="Clayton Silva" userId="29ef9a7b83f2ddc4" providerId="LiveId" clId="{D26BF03D-DDF6-4739-A047-B58B79C05837}" dt="2020-09-11T02:03:41.277" v="251" actId="47"/>
        <pc:sldMkLst>
          <pc:docMk/>
          <pc:sldMk cId="4154096065" sldId="526"/>
        </pc:sldMkLst>
      </pc:sldChg>
      <pc:sldChg chg="del">
        <pc:chgData name="Clayton Silva" userId="29ef9a7b83f2ddc4" providerId="LiveId" clId="{D26BF03D-DDF6-4739-A047-B58B79C05837}" dt="2020-09-11T02:03:43.060" v="252" actId="47"/>
        <pc:sldMkLst>
          <pc:docMk/>
          <pc:sldMk cId="1557290789" sldId="528"/>
        </pc:sldMkLst>
      </pc:sldChg>
      <pc:sldChg chg="del">
        <pc:chgData name="Clayton Silva" userId="29ef9a7b83f2ddc4" providerId="LiveId" clId="{D26BF03D-DDF6-4739-A047-B58B79C05837}" dt="2020-09-11T03:39:40.903" v="1097" actId="47"/>
        <pc:sldMkLst>
          <pc:docMk/>
          <pc:sldMk cId="1671125911" sldId="529"/>
        </pc:sldMkLst>
      </pc:sldChg>
      <pc:sldChg chg="del">
        <pc:chgData name="Clayton Silva" userId="29ef9a7b83f2ddc4" providerId="LiveId" clId="{D26BF03D-DDF6-4739-A047-B58B79C05837}" dt="2020-09-11T03:39:36.396" v="1092" actId="47"/>
        <pc:sldMkLst>
          <pc:docMk/>
          <pc:sldMk cId="4061920623" sldId="530"/>
        </pc:sldMkLst>
      </pc:sldChg>
      <pc:sldChg chg="addSp modSp add mod ord">
        <pc:chgData name="Clayton Silva" userId="29ef9a7b83f2ddc4" providerId="LiveId" clId="{D26BF03D-DDF6-4739-A047-B58B79C05837}" dt="2020-09-11T02:55:57.290" v="956" actId="1076"/>
        <pc:sldMkLst>
          <pc:docMk/>
          <pc:sldMk cId="3090222154" sldId="533"/>
        </pc:sldMkLst>
        <pc:spChg chg="mod">
          <ac:chgData name="Clayton Silva" userId="29ef9a7b83f2ddc4" providerId="LiveId" clId="{D26BF03D-DDF6-4739-A047-B58B79C05837}" dt="2020-09-11T02:55:52.244" v="955" actId="1076"/>
          <ac:spMkLst>
            <pc:docMk/>
            <pc:sldMk cId="3090222154" sldId="533"/>
            <ac:spMk id="5" creationId="{0F77DCBF-EB9D-4427-BD7C-DF49E9BDA923}"/>
          </ac:spMkLst>
        </pc:spChg>
        <pc:spChg chg="add mod">
          <ac:chgData name="Clayton Silva" userId="29ef9a7b83f2ddc4" providerId="LiveId" clId="{D26BF03D-DDF6-4739-A047-B58B79C05837}" dt="2020-09-11T02:55:57.290" v="956" actId="1076"/>
          <ac:spMkLst>
            <pc:docMk/>
            <pc:sldMk cId="3090222154" sldId="533"/>
            <ac:spMk id="8" creationId="{A2867A16-A96A-4AD1-B471-5CDB0EDFC22C}"/>
          </ac:spMkLst>
        </pc:spChg>
      </pc:sldChg>
      <pc:sldChg chg="modSp add mod ord">
        <pc:chgData name="Clayton Silva" userId="29ef9a7b83f2ddc4" providerId="LiveId" clId="{D26BF03D-DDF6-4739-A047-B58B79C05837}" dt="2020-09-11T03:42:52.405" v="1099"/>
        <pc:sldMkLst>
          <pc:docMk/>
          <pc:sldMk cId="1970897411" sldId="534"/>
        </pc:sldMkLst>
        <pc:spChg chg="mod">
          <ac:chgData name="Clayton Silva" userId="29ef9a7b83f2ddc4" providerId="LiveId" clId="{D26BF03D-DDF6-4739-A047-B58B79C05837}" dt="2020-09-11T02:14:10.429" v="462" actId="1076"/>
          <ac:spMkLst>
            <pc:docMk/>
            <pc:sldMk cId="1970897411" sldId="534"/>
            <ac:spMk id="2" creationId="{BB93C2AE-4D98-4085-B311-2BAB89E81C0F}"/>
          </ac:spMkLst>
        </pc:spChg>
        <pc:spChg chg="mod">
          <ac:chgData name="Clayton Silva" userId="29ef9a7b83f2ddc4" providerId="LiveId" clId="{D26BF03D-DDF6-4739-A047-B58B79C05837}" dt="2020-09-11T02:15:11.973" v="518" actId="6549"/>
          <ac:spMkLst>
            <pc:docMk/>
            <pc:sldMk cId="1970897411" sldId="534"/>
            <ac:spMk id="5" creationId="{0F77DCBF-EB9D-4427-BD7C-DF49E9BDA923}"/>
          </ac:spMkLst>
        </pc:spChg>
        <pc:spChg chg="mod">
          <ac:chgData name="Clayton Silva" userId="29ef9a7b83f2ddc4" providerId="LiveId" clId="{D26BF03D-DDF6-4739-A047-B58B79C05837}" dt="2020-09-11T02:51:54.436" v="900" actId="113"/>
          <ac:spMkLst>
            <pc:docMk/>
            <pc:sldMk cId="1970897411" sldId="534"/>
            <ac:spMk id="10" creationId="{0E30C533-C489-4029-9AE9-097560504A4E}"/>
          </ac:spMkLst>
        </pc:spChg>
        <pc:cxnChg chg="mod">
          <ac:chgData name="Clayton Silva" userId="29ef9a7b83f2ddc4" providerId="LiveId" clId="{D26BF03D-DDF6-4739-A047-B58B79C05837}" dt="2020-09-11T02:15:11.596" v="517" actId="6549"/>
          <ac:cxnSpMkLst>
            <pc:docMk/>
            <pc:sldMk cId="1970897411" sldId="534"/>
            <ac:cxnSpMk id="7" creationId="{22880A4A-BB6B-44C7-B4A5-C34E7C6A6871}"/>
          </ac:cxnSpMkLst>
        </pc:cxnChg>
      </pc:sldChg>
      <pc:sldChg chg="modSp add mod ord">
        <pc:chgData name="Clayton Silva" userId="29ef9a7b83f2ddc4" providerId="LiveId" clId="{D26BF03D-DDF6-4739-A047-B58B79C05837}" dt="2020-09-11T03:43:02.437" v="1103"/>
        <pc:sldMkLst>
          <pc:docMk/>
          <pc:sldMk cId="4052707968" sldId="535"/>
        </pc:sldMkLst>
        <pc:spChg chg="mod">
          <ac:chgData name="Clayton Silva" userId="29ef9a7b83f2ddc4" providerId="LiveId" clId="{D26BF03D-DDF6-4739-A047-B58B79C05837}" dt="2020-09-11T02:23:07.787" v="614" actId="1076"/>
          <ac:spMkLst>
            <pc:docMk/>
            <pc:sldMk cId="4052707968" sldId="535"/>
            <ac:spMk id="2" creationId="{BB93C2AE-4D98-4085-B311-2BAB89E81C0F}"/>
          </ac:spMkLst>
        </pc:spChg>
        <pc:spChg chg="mod">
          <ac:chgData name="Clayton Silva" userId="29ef9a7b83f2ddc4" providerId="LiveId" clId="{D26BF03D-DDF6-4739-A047-B58B79C05837}" dt="2020-09-11T02:23:30.574" v="639" actId="20577"/>
          <ac:spMkLst>
            <pc:docMk/>
            <pc:sldMk cId="4052707968" sldId="535"/>
            <ac:spMk id="5" creationId="{0F77DCBF-EB9D-4427-BD7C-DF49E9BDA923}"/>
          </ac:spMkLst>
        </pc:spChg>
        <pc:spChg chg="mod">
          <ac:chgData name="Clayton Silva" userId="29ef9a7b83f2ddc4" providerId="LiveId" clId="{D26BF03D-DDF6-4739-A047-B58B79C05837}" dt="2020-09-11T02:52:25.324" v="901" actId="113"/>
          <ac:spMkLst>
            <pc:docMk/>
            <pc:sldMk cId="4052707968" sldId="535"/>
            <ac:spMk id="10" creationId="{0E30C533-C489-4029-9AE9-097560504A4E}"/>
          </ac:spMkLst>
        </pc:spChg>
        <pc:cxnChg chg="mod">
          <ac:chgData name="Clayton Silva" userId="29ef9a7b83f2ddc4" providerId="LiveId" clId="{D26BF03D-DDF6-4739-A047-B58B79C05837}" dt="2020-09-11T02:23:30.574" v="639" actId="20577"/>
          <ac:cxnSpMkLst>
            <pc:docMk/>
            <pc:sldMk cId="4052707968" sldId="535"/>
            <ac:cxnSpMk id="7" creationId="{22880A4A-BB6B-44C7-B4A5-C34E7C6A6871}"/>
          </ac:cxnSpMkLst>
        </pc:cxnChg>
      </pc:sldChg>
      <pc:sldChg chg="modSp add del mod ord">
        <pc:chgData name="Clayton Silva" userId="29ef9a7b83f2ddc4" providerId="LiveId" clId="{D26BF03D-DDF6-4739-A047-B58B79C05837}" dt="2020-09-11T02:53:41.580" v="905"/>
        <pc:sldMkLst>
          <pc:docMk/>
          <pc:sldMk cId="4077585077" sldId="536"/>
        </pc:sldMkLst>
        <pc:spChg chg="mod">
          <ac:chgData name="Clayton Silva" userId="29ef9a7b83f2ddc4" providerId="LiveId" clId="{D26BF03D-DDF6-4739-A047-B58B79C05837}" dt="2020-09-11T02:38:29.750" v="705" actId="14100"/>
          <ac:spMkLst>
            <pc:docMk/>
            <pc:sldMk cId="4077585077" sldId="536"/>
            <ac:spMk id="2" creationId="{BB93C2AE-4D98-4085-B311-2BAB89E81C0F}"/>
          </ac:spMkLst>
        </pc:spChg>
        <pc:spChg chg="mod">
          <ac:chgData name="Clayton Silva" userId="29ef9a7b83f2ddc4" providerId="LiveId" clId="{D26BF03D-DDF6-4739-A047-B58B79C05837}" dt="2020-09-11T02:38:45.454" v="718" actId="20577"/>
          <ac:spMkLst>
            <pc:docMk/>
            <pc:sldMk cId="4077585077" sldId="536"/>
            <ac:spMk id="5" creationId="{0F77DCBF-EB9D-4427-BD7C-DF49E9BDA923}"/>
          </ac:spMkLst>
        </pc:spChg>
        <pc:spChg chg="mod">
          <ac:chgData name="Clayton Silva" userId="29ef9a7b83f2ddc4" providerId="LiveId" clId="{D26BF03D-DDF6-4739-A047-B58B79C05837}" dt="2020-09-11T02:51:32.529" v="899" actId="113"/>
          <ac:spMkLst>
            <pc:docMk/>
            <pc:sldMk cId="4077585077" sldId="536"/>
            <ac:spMk id="10" creationId="{0E30C533-C489-4029-9AE9-097560504A4E}"/>
          </ac:spMkLst>
        </pc:spChg>
        <pc:picChg chg="mod">
          <ac:chgData name="Clayton Silva" userId="29ef9a7b83f2ddc4" providerId="LiveId" clId="{D26BF03D-DDF6-4739-A047-B58B79C05837}" dt="2020-09-11T02:38:00.176" v="650" actId="1076"/>
          <ac:picMkLst>
            <pc:docMk/>
            <pc:sldMk cId="4077585077" sldId="536"/>
            <ac:picMk id="3" creationId="{8F20C446-F983-4180-8464-FA629C6D3369}"/>
          </ac:picMkLst>
        </pc:picChg>
        <pc:cxnChg chg="mod">
          <ac:chgData name="Clayton Silva" userId="29ef9a7b83f2ddc4" providerId="LiveId" clId="{D26BF03D-DDF6-4739-A047-B58B79C05837}" dt="2020-09-11T02:38:53.170" v="719" actId="14100"/>
          <ac:cxnSpMkLst>
            <pc:docMk/>
            <pc:sldMk cId="4077585077" sldId="536"/>
            <ac:cxnSpMk id="7" creationId="{22880A4A-BB6B-44C7-B4A5-C34E7C6A6871}"/>
          </ac:cxnSpMkLst>
        </pc:cxnChg>
      </pc:sldChg>
      <pc:sldChg chg="modSp add mod ord">
        <pc:chgData name="Clayton Silva" userId="29ef9a7b83f2ddc4" providerId="LiveId" clId="{D26BF03D-DDF6-4739-A047-B58B79C05837}" dt="2020-09-11T03:45:07.827" v="1191"/>
        <pc:sldMkLst>
          <pc:docMk/>
          <pc:sldMk cId="412250250" sldId="537"/>
        </pc:sldMkLst>
        <pc:spChg chg="mod">
          <ac:chgData name="Clayton Silva" userId="29ef9a7b83f2ddc4" providerId="LiveId" clId="{D26BF03D-DDF6-4739-A047-B58B79C05837}" dt="2020-09-11T02:42:33.009" v="721" actId="1076"/>
          <ac:spMkLst>
            <pc:docMk/>
            <pc:sldMk cId="412250250" sldId="537"/>
            <ac:spMk id="2" creationId="{BB93C2AE-4D98-4085-B311-2BAB89E81C0F}"/>
          </ac:spMkLst>
        </pc:spChg>
        <pc:spChg chg="mod">
          <ac:chgData name="Clayton Silva" userId="29ef9a7b83f2ddc4" providerId="LiveId" clId="{D26BF03D-DDF6-4739-A047-B58B79C05837}" dt="2020-09-11T02:42:44.286" v="728" actId="20577"/>
          <ac:spMkLst>
            <pc:docMk/>
            <pc:sldMk cId="412250250" sldId="537"/>
            <ac:spMk id="5" creationId="{0F77DCBF-EB9D-4427-BD7C-DF49E9BDA923}"/>
          </ac:spMkLst>
        </pc:spChg>
        <pc:spChg chg="mod">
          <ac:chgData name="Clayton Silva" userId="29ef9a7b83f2ddc4" providerId="LiveId" clId="{D26BF03D-DDF6-4739-A047-B58B79C05837}" dt="2020-09-11T02:43:54.625" v="801" actId="20577"/>
          <ac:spMkLst>
            <pc:docMk/>
            <pc:sldMk cId="412250250" sldId="537"/>
            <ac:spMk id="10" creationId="{0E30C533-C489-4029-9AE9-097560504A4E}"/>
          </ac:spMkLst>
        </pc:spChg>
        <pc:cxnChg chg="mod">
          <ac:chgData name="Clayton Silva" userId="29ef9a7b83f2ddc4" providerId="LiveId" clId="{D26BF03D-DDF6-4739-A047-B58B79C05837}" dt="2020-09-11T02:42:44.286" v="728" actId="20577"/>
          <ac:cxnSpMkLst>
            <pc:docMk/>
            <pc:sldMk cId="412250250" sldId="537"/>
            <ac:cxnSpMk id="7" creationId="{22880A4A-BB6B-44C7-B4A5-C34E7C6A6871}"/>
          </ac:cxnSpMkLst>
        </pc:cxnChg>
      </pc:sldChg>
      <pc:sldChg chg="modSp add del mod">
        <pc:chgData name="Clayton Silva" userId="29ef9a7b83f2ddc4" providerId="LiveId" clId="{D26BF03D-DDF6-4739-A047-B58B79C05837}" dt="2020-09-11T03:39:08.832" v="1084" actId="47"/>
        <pc:sldMkLst>
          <pc:docMk/>
          <pc:sldMk cId="3021065243" sldId="538"/>
        </pc:sldMkLst>
        <pc:spChg chg="mod">
          <ac:chgData name="Clayton Silva" userId="29ef9a7b83f2ddc4" providerId="LiveId" clId="{D26BF03D-DDF6-4739-A047-B58B79C05837}" dt="2020-09-11T02:55:04.371" v="935" actId="14100"/>
          <ac:spMkLst>
            <pc:docMk/>
            <pc:sldMk cId="3021065243" sldId="538"/>
            <ac:spMk id="2" creationId="{BB93C2AE-4D98-4085-B311-2BAB89E81C0F}"/>
          </ac:spMkLst>
        </pc:spChg>
        <pc:spChg chg="mod">
          <ac:chgData name="Clayton Silva" userId="29ef9a7b83f2ddc4" providerId="LiveId" clId="{D26BF03D-DDF6-4739-A047-B58B79C05837}" dt="2020-09-11T02:56:08.418" v="963" actId="20577"/>
          <ac:spMkLst>
            <pc:docMk/>
            <pc:sldMk cId="3021065243" sldId="538"/>
            <ac:spMk id="5" creationId="{0F77DCBF-EB9D-4427-BD7C-DF49E9BDA923}"/>
          </ac:spMkLst>
        </pc:spChg>
        <pc:spChg chg="mod">
          <ac:chgData name="Clayton Silva" userId="29ef9a7b83f2ddc4" providerId="LiveId" clId="{D26BF03D-DDF6-4739-A047-B58B79C05837}" dt="2020-09-11T03:01:18.309" v="996" actId="20577"/>
          <ac:spMkLst>
            <pc:docMk/>
            <pc:sldMk cId="3021065243" sldId="538"/>
            <ac:spMk id="8" creationId="{A2867A16-A96A-4AD1-B471-5CDB0EDFC22C}"/>
          </ac:spMkLst>
        </pc:spChg>
        <pc:cxnChg chg="mod">
          <ac:chgData name="Clayton Silva" userId="29ef9a7b83f2ddc4" providerId="LiveId" clId="{D26BF03D-DDF6-4739-A047-B58B79C05837}" dt="2020-09-11T02:56:15.985" v="964" actId="14100"/>
          <ac:cxnSpMkLst>
            <pc:docMk/>
            <pc:sldMk cId="3021065243" sldId="538"/>
            <ac:cxnSpMk id="7" creationId="{22880A4A-BB6B-44C7-B4A5-C34E7C6A6871}"/>
          </ac:cxnSpMkLst>
        </pc:cxnChg>
      </pc:sldChg>
      <pc:sldChg chg="modSp add mod">
        <pc:chgData name="Clayton Silva" userId="29ef9a7b83f2ddc4" providerId="LiveId" clId="{D26BF03D-DDF6-4739-A047-B58B79C05837}" dt="2020-09-11T03:23:25.056" v="1083" actId="113"/>
        <pc:sldMkLst>
          <pc:docMk/>
          <pc:sldMk cId="1954688678" sldId="539"/>
        </pc:sldMkLst>
        <pc:spChg chg="mod">
          <ac:chgData name="Clayton Silva" userId="29ef9a7b83f2ddc4" providerId="LiveId" clId="{D26BF03D-DDF6-4739-A047-B58B79C05837}" dt="2020-09-11T03:08:50.455" v="1041" actId="1076"/>
          <ac:spMkLst>
            <pc:docMk/>
            <pc:sldMk cId="1954688678" sldId="539"/>
            <ac:spMk id="2" creationId="{BB93C2AE-4D98-4085-B311-2BAB89E81C0F}"/>
          </ac:spMkLst>
        </pc:spChg>
        <pc:spChg chg="mod">
          <ac:chgData name="Clayton Silva" userId="29ef9a7b83f2ddc4" providerId="LiveId" clId="{D26BF03D-DDF6-4739-A047-B58B79C05837}" dt="2020-09-11T03:19:51.790" v="1048" actId="20577"/>
          <ac:spMkLst>
            <pc:docMk/>
            <pc:sldMk cId="1954688678" sldId="539"/>
            <ac:spMk id="5" creationId="{0F77DCBF-EB9D-4427-BD7C-DF49E9BDA923}"/>
          </ac:spMkLst>
        </pc:spChg>
        <pc:spChg chg="mod">
          <ac:chgData name="Clayton Silva" userId="29ef9a7b83f2ddc4" providerId="LiveId" clId="{D26BF03D-DDF6-4739-A047-B58B79C05837}" dt="2020-09-11T03:23:25.056" v="1083" actId="113"/>
          <ac:spMkLst>
            <pc:docMk/>
            <pc:sldMk cId="1954688678" sldId="539"/>
            <ac:spMk id="10" creationId="{0E30C533-C489-4029-9AE9-097560504A4E}"/>
          </ac:spMkLst>
        </pc:spChg>
        <pc:cxnChg chg="mod">
          <ac:chgData name="Clayton Silva" userId="29ef9a7b83f2ddc4" providerId="LiveId" clId="{D26BF03D-DDF6-4739-A047-B58B79C05837}" dt="2020-09-11T03:19:51.790" v="1048" actId="20577"/>
          <ac:cxnSpMkLst>
            <pc:docMk/>
            <pc:sldMk cId="1954688678" sldId="539"/>
            <ac:cxnSpMk id="7" creationId="{22880A4A-BB6B-44C7-B4A5-C34E7C6A6871}"/>
          </ac:cxnSpMkLst>
        </pc:cxnChg>
      </pc:sldChg>
      <pc:sldChg chg="add del">
        <pc:chgData name="Clayton Silva" userId="29ef9a7b83f2ddc4" providerId="LiveId" clId="{D26BF03D-DDF6-4739-A047-B58B79C05837}" dt="2020-09-11T03:08:15.008" v="998" actId="2890"/>
        <pc:sldMkLst>
          <pc:docMk/>
          <pc:sldMk cId="2705198448" sldId="539"/>
        </pc:sldMkLst>
      </pc:sldChg>
      <pc:sldChg chg="addSp delSp modSp add mod">
        <pc:chgData name="Clayton Silva" userId="29ef9a7b83f2ddc4" providerId="LiveId" clId="{D26BF03D-DDF6-4739-A047-B58B79C05837}" dt="2020-09-11T03:45:21.510" v="1192" actId="22"/>
        <pc:sldMkLst>
          <pc:docMk/>
          <pc:sldMk cId="3158075988" sldId="540"/>
        </pc:sldMkLst>
        <pc:spChg chg="add">
          <ac:chgData name="Clayton Silva" userId="29ef9a7b83f2ddc4" providerId="LiveId" clId="{D26BF03D-DDF6-4739-A047-B58B79C05837}" dt="2020-09-11T03:44:24.658" v="1185" actId="22"/>
          <ac:spMkLst>
            <pc:docMk/>
            <pc:sldMk cId="3158075988" sldId="540"/>
            <ac:spMk id="4" creationId="{248832C3-3C3B-4594-8DF3-3F02C8E75427}"/>
          </ac:spMkLst>
        </pc:spChg>
        <pc:spChg chg="del">
          <ac:chgData name="Clayton Silva" userId="29ef9a7b83f2ddc4" providerId="LiveId" clId="{D26BF03D-DDF6-4739-A047-B58B79C05837}" dt="2020-09-11T03:43:32.679" v="1105" actId="478"/>
          <ac:spMkLst>
            <pc:docMk/>
            <pc:sldMk cId="3158075988" sldId="540"/>
            <ac:spMk id="5" creationId="{0F77DCBF-EB9D-4427-BD7C-DF49E9BDA923}"/>
          </ac:spMkLst>
        </pc:spChg>
        <pc:spChg chg="add">
          <ac:chgData name="Clayton Silva" userId="29ef9a7b83f2ddc4" providerId="LiveId" clId="{D26BF03D-DDF6-4739-A047-B58B79C05837}" dt="2020-09-11T03:44:40.654" v="1186" actId="22"/>
          <ac:spMkLst>
            <pc:docMk/>
            <pc:sldMk cId="3158075988" sldId="540"/>
            <ac:spMk id="6" creationId="{F7D0A589-ABDD-4E49-B911-AA3502840095}"/>
          </ac:spMkLst>
        </pc:spChg>
        <pc:spChg chg="mod">
          <ac:chgData name="Clayton Silva" userId="29ef9a7b83f2ddc4" providerId="LiveId" clId="{D26BF03D-DDF6-4739-A047-B58B79C05837}" dt="2020-09-11T03:44:50.617" v="1189" actId="403"/>
          <ac:spMkLst>
            <pc:docMk/>
            <pc:sldMk cId="3158075988" sldId="540"/>
            <ac:spMk id="10" creationId="{0E30C533-C489-4029-9AE9-097560504A4E}"/>
          </ac:spMkLst>
        </pc:spChg>
        <pc:spChg chg="add">
          <ac:chgData name="Clayton Silva" userId="29ef9a7b83f2ddc4" providerId="LiveId" clId="{D26BF03D-DDF6-4739-A047-B58B79C05837}" dt="2020-09-11T03:45:21.510" v="1192" actId="22"/>
          <ac:spMkLst>
            <pc:docMk/>
            <pc:sldMk cId="3158075988" sldId="540"/>
            <ac:spMk id="12" creationId="{6DD6DC55-A615-4A0C-BE30-3457C7FC372A}"/>
          </ac:spMkLst>
        </pc:spChg>
        <pc:cxnChg chg="del mod">
          <ac:chgData name="Clayton Silva" userId="29ef9a7b83f2ddc4" providerId="LiveId" clId="{D26BF03D-DDF6-4739-A047-B58B79C05837}" dt="2020-09-11T03:43:35.686" v="1106" actId="478"/>
          <ac:cxnSpMkLst>
            <pc:docMk/>
            <pc:sldMk cId="3158075988" sldId="540"/>
            <ac:cxnSpMk id="7" creationId="{22880A4A-BB6B-44C7-B4A5-C34E7C6A6871}"/>
          </ac:cxnSpMkLst>
        </pc:cxnChg>
      </pc:sldChg>
      <pc:sldChg chg="addSp delSp modSp new mod setBg">
        <pc:chgData name="Clayton Silva" userId="29ef9a7b83f2ddc4" providerId="LiveId" clId="{D26BF03D-DDF6-4739-A047-B58B79C05837}" dt="2020-09-11T03:46:45.736" v="1202" actId="26606"/>
        <pc:sldMkLst>
          <pc:docMk/>
          <pc:sldMk cId="2736679585" sldId="541"/>
        </pc:sldMkLst>
        <pc:spChg chg="del">
          <ac:chgData name="Clayton Silva" userId="29ef9a7b83f2ddc4" providerId="LiveId" clId="{D26BF03D-DDF6-4739-A047-B58B79C05837}" dt="2020-09-11T03:46:45.736" v="1202" actId="26606"/>
          <ac:spMkLst>
            <pc:docMk/>
            <pc:sldMk cId="2736679585" sldId="541"/>
            <ac:spMk id="2" creationId="{2FCD898B-565A-488B-96D1-3183E71F770E}"/>
          </ac:spMkLst>
        </pc:spChg>
        <pc:spChg chg="add del">
          <ac:chgData name="Clayton Silva" userId="29ef9a7b83f2ddc4" providerId="LiveId" clId="{D26BF03D-DDF6-4739-A047-B58B79C05837}" dt="2020-09-11T03:46:28.196" v="1196"/>
          <ac:spMkLst>
            <pc:docMk/>
            <pc:sldMk cId="2736679585" sldId="541"/>
            <ac:spMk id="3" creationId="{6BB97DD8-6B15-4472-A156-DAA3E0604427}"/>
          </ac:spMkLst>
        </pc:spChg>
        <pc:spChg chg="mod">
          <ac:chgData name="Clayton Silva" userId="29ef9a7b83f2ddc4" providerId="LiveId" clId="{D26BF03D-DDF6-4739-A047-B58B79C05837}" dt="2020-09-11T03:46:45.736" v="1202" actId="26606"/>
          <ac:spMkLst>
            <pc:docMk/>
            <pc:sldMk cId="2736679585" sldId="541"/>
            <ac:spMk id="4" creationId="{5E5C4F57-2CEC-4EA2-B18E-5985F070C3E7}"/>
          </ac:spMkLst>
        </pc:spChg>
        <pc:spChg chg="add">
          <ac:chgData name="Clayton Silva" userId="29ef9a7b83f2ddc4" providerId="LiveId" clId="{D26BF03D-DDF6-4739-A047-B58B79C05837}" dt="2020-09-11T03:46:45.736" v="1202" actId="26606"/>
          <ac:spMkLst>
            <pc:docMk/>
            <pc:sldMk cId="2736679585" sldId="541"/>
            <ac:spMk id="11" creationId="{32BC26D8-82FB-445E-AA49-62A77D7C1EE0}"/>
          </ac:spMkLst>
        </pc:spChg>
        <pc:spChg chg="add">
          <ac:chgData name="Clayton Silva" userId="29ef9a7b83f2ddc4" providerId="LiveId" clId="{D26BF03D-DDF6-4739-A047-B58B79C05837}" dt="2020-09-11T03:46:45.736" v="1202" actId="26606"/>
          <ac:spMkLst>
            <pc:docMk/>
            <pc:sldMk cId="2736679585" sldId="541"/>
            <ac:spMk id="13" creationId="{CB44330D-EA18-4254-AA95-EB49948539B8}"/>
          </ac:spMkLst>
        </pc:spChg>
        <pc:graphicFrameChg chg="add del mod">
          <ac:chgData name="Clayton Silva" userId="29ef9a7b83f2ddc4" providerId="LiveId" clId="{D26BF03D-DDF6-4739-A047-B58B79C05837}" dt="2020-09-11T03:46:16.791" v="1195"/>
          <ac:graphicFrameMkLst>
            <pc:docMk/>
            <pc:sldMk cId="2736679585" sldId="541"/>
            <ac:graphicFrameMk id="5" creationId="{DD0CBEAF-9033-4B9B-BB4B-1C771C6C22C3}"/>
          </ac:graphicFrameMkLst>
        </pc:graphicFrameChg>
        <pc:picChg chg="add mod">
          <ac:chgData name="Clayton Silva" userId="29ef9a7b83f2ddc4" providerId="LiveId" clId="{D26BF03D-DDF6-4739-A047-B58B79C05837}" dt="2020-09-11T03:46:45.736" v="1202" actId="26606"/>
          <ac:picMkLst>
            <pc:docMk/>
            <pc:sldMk cId="2736679585" sldId="541"/>
            <ac:picMk id="6" creationId="{E34F779F-39FF-474E-9313-7C8C57E3F157}"/>
          </ac:picMkLst>
        </pc:picChg>
      </pc:sldChg>
    </pc:docChg>
  </pc:docChgLst>
  <pc:docChgLst>
    <pc:chgData name="Clayton Silva" userId="29ef9a7b83f2ddc4" providerId="LiveId" clId="{35AE812F-2C20-4F19-BF12-EDB037FD1300}"/>
    <pc:docChg chg="custSel addSld delSld modSld sldOrd">
      <pc:chgData name="Clayton Silva" userId="29ef9a7b83f2ddc4" providerId="LiveId" clId="{35AE812F-2C20-4F19-BF12-EDB037FD1300}" dt="2024-08-06T16:09:48.900" v="94"/>
      <pc:docMkLst>
        <pc:docMk/>
      </pc:docMkLst>
      <pc:sldChg chg="modSp mod">
        <pc:chgData name="Clayton Silva" userId="29ef9a7b83f2ddc4" providerId="LiveId" clId="{35AE812F-2C20-4F19-BF12-EDB037FD1300}" dt="2024-08-06T15:37:27.350" v="17" actId="20577"/>
        <pc:sldMkLst>
          <pc:docMk/>
          <pc:sldMk cId="0" sldId="256"/>
        </pc:sldMkLst>
        <pc:spChg chg="mod">
          <ac:chgData name="Clayton Silva" userId="29ef9a7b83f2ddc4" providerId="LiveId" clId="{35AE812F-2C20-4F19-BF12-EDB037FD1300}" dt="2024-08-06T15:37:15.222" v="3" actId="20577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Clayton Silva" userId="29ef9a7b83f2ddc4" providerId="LiveId" clId="{35AE812F-2C20-4F19-BF12-EDB037FD1300}" dt="2024-08-06T15:37:27.350" v="17" actId="20577"/>
          <ac:spMkLst>
            <pc:docMk/>
            <pc:sldMk cId="0" sldId="256"/>
            <ac:spMk id="121" creationId="{00000000-0000-0000-0000-000000000000}"/>
          </ac:spMkLst>
        </pc:spChg>
      </pc:sldChg>
      <pc:sldChg chg="del">
        <pc:chgData name="Clayton Silva" userId="29ef9a7b83f2ddc4" providerId="LiveId" clId="{35AE812F-2C20-4F19-BF12-EDB037FD1300}" dt="2024-08-06T16:09:36.128" v="91" actId="47"/>
        <pc:sldMkLst>
          <pc:docMk/>
          <pc:sldMk cId="3999855760" sldId="559"/>
        </pc:sldMkLst>
      </pc:sldChg>
      <pc:sldChg chg="ord">
        <pc:chgData name="Clayton Silva" userId="29ef9a7b83f2ddc4" providerId="LiveId" clId="{35AE812F-2C20-4F19-BF12-EDB037FD1300}" dt="2024-08-06T15:39:34.310" v="47"/>
        <pc:sldMkLst>
          <pc:docMk/>
          <pc:sldMk cId="1045601341" sldId="560"/>
        </pc:sldMkLst>
      </pc:sldChg>
      <pc:sldChg chg="del">
        <pc:chgData name="Clayton Silva" userId="29ef9a7b83f2ddc4" providerId="LiveId" clId="{35AE812F-2C20-4F19-BF12-EDB037FD1300}" dt="2024-08-06T15:37:41.309" v="18" actId="47"/>
        <pc:sldMkLst>
          <pc:docMk/>
          <pc:sldMk cId="3734161531" sldId="562"/>
        </pc:sldMkLst>
      </pc:sldChg>
      <pc:sldChg chg="del">
        <pc:chgData name="Clayton Silva" userId="29ef9a7b83f2ddc4" providerId="LiveId" clId="{35AE812F-2C20-4F19-BF12-EDB037FD1300}" dt="2024-08-06T15:37:50.812" v="19" actId="47"/>
        <pc:sldMkLst>
          <pc:docMk/>
          <pc:sldMk cId="1354981634" sldId="563"/>
        </pc:sldMkLst>
      </pc:sldChg>
      <pc:sldChg chg="delSp add ord setBg delDesignElem">
        <pc:chgData name="Clayton Silva" userId="29ef9a7b83f2ddc4" providerId="LiveId" clId="{35AE812F-2C20-4F19-BF12-EDB037FD1300}" dt="2024-08-06T16:07:41.459" v="87"/>
        <pc:sldMkLst>
          <pc:docMk/>
          <pc:sldMk cId="1371652313" sldId="564"/>
        </pc:sldMkLst>
        <pc:spChg chg="del">
          <ac:chgData name="Clayton Silva" userId="29ef9a7b83f2ddc4" providerId="LiveId" clId="{35AE812F-2C20-4F19-BF12-EDB037FD1300}" dt="2024-08-06T16:07:12.952" v="85"/>
          <ac:spMkLst>
            <pc:docMk/>
            <pc:sldMk cId="1371652313" sldId="564"/>
            <ac:spMk id="11" creationId="{E49CC64F-7275-4E33-961B-0C5CDC439875}"/>
          </ac:spMkLst>
        </pc:spChg>
      </pc:sldChg>
      <pc:sldChg chg="addSp delSp modSp add del mod setBg delDesignElem">
        <pc:chgData name="Clayton Silva" userId="29ef9a7b83f2ddc4" providerId="LiveId" clId="{35AE812F-2C20-4F19-BF12-EDB037FD1300}" dt="2024-08-06T15:38:46.319" v="34" actId="20577"/>
        <pc:sldMkLst>
          <pc:docMk/>
          <pc:sldMk cId="2078325598" sldId="565"/>
        </pc:sldMkLst>
        <pc:spChg chg="mod">
          <ac:chgData name="Clayton Silva" userId="29ef9a7b83f2ddc4" providerId="LiveId" clId="{35AE812F-2C20-4F19-BF12-EDB037FD1300}" dt="2024-08-06T15:38:46.319" v="34" actId="20577"/>
          <ac:spMkLst>
            <pc:docMk/>
            <pc:sldMk cId="2078325598" sldId="565"/>
            <ac:spMk id="2" creationId="{DD3B1C15-B353-48DC-9571-788F286393E8}"/>
          </ac:spMkLst>
        </pc:spChg>
        <pc:spChg chg="add del">
          <ac:chgData name="Clayton Silva" userId="29ef9a7b83f2ddc4" providerId="LiveId" clId="{35AE812F-2C20-4F19-BF12-EDB037FD1300}" dt="2024-08-06T15:38:28.796" v="23"/>
          <ac:spMkLst>
            <pc:docMk/>
            <pc:sldMk cId="2078325598" sldId="565"/>
            <ac:spMk id="10" creationId="{33CD251C-A887-4D2F-925B-FC097198538B}"/>
          </ac:spMkLst>
        </pc:spChg>
        <pc:spChg chg="add del">
          <ac:chgData name="Clayton Silva" userId="29ef9a7b83f2ddc4" providerId="LiveId" clId="{35AE812F-2C20-4F19-BF12-EDB037FD1300}" dt="2024-08-06T15:38:28.796" v="23"/>
          <ac:spMkLst>
            <pc:docMk/>
            <pc:sldMk cId="2078325598" sldId="565"/>
            <ac:spMk id="12" creationId="{B19D093C-27FB-4032-B282-42C4563F257C}"/>
          </ac:spMkLst>
        </pc:spChg>
        <pc:grpChg chg="add del">
          <ac:chgData name="Clayton Silva" userId="29ef9a7b83f2ddc4" providerId="LiveId" clId="{35AE812F-2C20-4F19-BF12-EDB037FD1300}" dt="2024-08-06T15:38:28.796" v="23"/>
          <ac:grpSpMkLst>
            <pc:docMk/>
            <pc:sldMk cId="2078325598" sldId="565"/>
            <ac:grpSpMk id="14" creationId="{35EE815E-1BD3-4777-B652-6D98825BF66B}"/>
          </ac:grpSpMkLst>
        </pc:grpChg>
      </pc:sldChg>
      <pc:sldChg chg="del">
        <pc:chgData name="Clayton Silva" userId="29ef9a7b83f2ddc4" providerId="LiveId" clId="{35AE812F-2C20-4F19-BF12-EDB037FD1300}" dt="2024-08-06T15:39:43.677" v="48" actId="47"/>
        <pc:sldMkLst>
          <pc:docMk/>
          <pc:sldMk cId="291176250" sldId="566"/>
        </pc:sldMkLst>
      </pc:sldChg>
      <pc:sldChg chg="addSp delSp modSp add del mod setBg delDesignElem">
        <pc:chgData name="Clayton Silva" userId="29ef9a7b83f2ddc4" providerId="LiveId" clId="{35AE812F-2C20-4F19-BF12-EDB037FD1300}" dt="2024-08-06T15:38:57.736" v="45" actId="20577"/>
        <pc:sldMkLst>
          <pc:docMk/>
          <pc:sldMk cId="207239382" sldId="571"/>
        </pc:sldMkLst>
        <pc:spChg chg="mod">
          <ac:chgData name="Clayton Silva" userId="29ef9a7b83f2ddc4" providerId="LiveId" clId="{35AE812F-2C20-4F19-BF12-EDB037FD1300}" dt="2024-08-06T15:38:57.736" v="45" actId="20577"/>
          <ac:spMkLst>
            <pc:docMk/>
            <pc:sldMk cId="207239382" sldId="571"/>
            <ac:spMk id="2" creationId="{DD3B1C15-B353-48DC-9571-788F286393E8}"/>
          </ac:spMkLst>
        </pc:spChg>
        <pc:spChg chg="add del">
          <ac:chgData name="Clayton Silva" userId="29ef9a7b83f2ddc4" providerId="LiveId" clId="{35AE812F-2C20-4F19-BF12-EDB037FD1300}" dt="2024-08-06T15:38:28.796" v="23"/>
          <ac:spMkLst>
            <pc:docMk/>
            <pc:sldMk cId="207239382" sldId="571"/>
            <ac:spMk id="10" creationId="{33CD251C-A887-4D2F-925B-FC097198538B}"/>
          </ac:spMkLst>
        </pc:spChg>
        <pc:spChg chg="add del">
          <ac:chgData name="Clayton Silva" userId="29ef9a7b83f2ddc4" providerId="LiveId" clId="{35AE812F-2C20-4F19-BF12-EDB037FD1300}" dt="2024-08-06T15:38:28.796" v="23"/>
          <ac:spMkLst>
            <pc:docMk/>
            <pc:sldMk cId="207239382" sldId="571"/>
            <ac:spMk id="12" creationId="{B19D093C-27FB-4032-B282-42C4563F257C}"/>
          </ac:spMkLst>
        </pc:spChg>
        <pc:grpChg chg="add del">
          <ac:chgData name="Clayton Silva" userId="29ef9a7b83f2ddc4" providerId="LiveId" clId="{35AE812F-2C20-4F19-BF12-EDB037FD1300}" dt="2024-08-06T15:38:28.796" v="23"/>
          <ac:grpSpMkLst>
            <pc:docMk/>
            <pc:sldMk cId="207239382" sldId="571"/>
            <ac:grpSpMk id="14" creationId="{35EE815E-1BD3-4777-B652-6D98825BF66B}"/>
          </ac:grpSpMkLst>
        </pc:grpChg>
      </pc:sldChg>
      <pc:sldChg chg="del">
        <pc:chgData name="Clayton Silva" userId="29ef9a7b83f2ddc4" providerId="LiveId" clId="{35AE812F-2C20-4F19-BF12-EDB037FD1300}" dt="2024-08-06T15:39:46.348" v="49" actId="47"/>
        <pc:sldMkLst>
          <pc:docMk/>
          <pc:sldMk cId="2417466195" sldId="572"/>
        </pc:sldMkLst>
      </pc:sldChg>
      <pc:sldChg chg="del">
        <pc:chgData name="Clayton Silva" userId="29ef9a7b83f2ddc4" providerId="LiveId" clId="{35AE812F-2C20-4F19-BF12-EDB037FD1300}" dt="2024-08-06T15:59:29.388" v="76" actId="47"/>
        <pc:sldMkLst>
          <pc:docMk/>
          <pc:sldMk cId="1254788183" sldId="574"/>
        </pc:sldMkLst>
      </pc:sldChg>
      <pc:sldChg chg="modSp mod">
        <pc:chgData name="Clayton Silva" userId="29ef9a7b83f2ddc4" providerId="LiveId" clId="{35AE812F-2C20-4F19-BF12-EDB037FD1300}" dt="2024-08-06T16:01:18.186" v="80" actId="27636"/>
        <pc:sldMkLst>
          <pc:docMk/>
          <pc:sldMk cId="3322107155" sldId="576"/>
        </pc:sldMkLst>
        <pc:spChg chg="mod">
          <ac:chgData name="Clayton Silva" userId="29ef9a7b83f2ddc4" providerId="LiveId" clId="{35AE812F-2C20-4F19-BF12-EDB037FD1300}" dt="2024-08-06T16:01:18.186" v="80" actId="27636"/>
          <ac:spMkLst>
            <pc:docMk/>
            <pc:sldMk cId="3322107155" sldId="576"/>
            <ac:spMk id="3" creationId="{DF6AF097-6A26-4759-A9E1-D66BDFE6F5B8}"/>
          </ac:spMkLst>
        </pc:spChg>
      </pc:sldChg>
      <pc:sldChg chg="del">
        <pc:chgData name="Clayton Silva" userId="29ef9a7b83f2ddc4" providerId="LiveId" clId="{35AE812F-2C20-4F19-BF12-EDB037FD1300}" dt="2024-08-06T16:01:40.501" v="81" actId="47"/>
        <pc:sldMkLst>
          <pc:docMk/>
          <pc:sldMk cId="1563026669" sldId="578"/>
        </pc:sldMkLst>
      </pc:sldChg>
      <pc:sldChg chg="del">
        <pc:chgData name="Clayton Silva" userId="29ef9a7b83f2ddc4" providerId="LiveId" clId="{35AE812F-2C20-4F19-BF12-EDB037FD1300}" dt="2024-08-06T16:05:17.082" v="83" actId="47"/>
        <pc:sldMkLst>
          <pc:docMk/>
          <pc:sldMk cId="1881084358" sldId="579"/>
        </pc:sldMkLst>
      </pc:sldChg>
      <pc:sldChg chg="del">
        <pc:chgData name="Clayton Silva" userId="29ef9a7b83f2ddc4" providerId="LiveId" clId="{35AE812F-2C20-4F19-BF12-EDB037FD1300}" dt="2024-08-06T16:05:05.411" v="82" actId="47"/>
        <pc:sldMkLst>
          <pc:docMk/>
          <pc:sldMk cId="1618021389" sldId="580"/>
        </pc:sldMkLst>
      </pc:sldChg>
      <pc:sldChg chg="addSp modSp mod">
        <pc:chgData name="Clayton Silva" userId="29ef9a7b83f2ddc4" providerId="LiveId" clId="{35AE812F-2C20-4F19-BF12-EDB037FD1300}" dt="2024-08-06T15:55:43.388" v="71" actId="1076"/>
        <pc:sldMkLst>
          <pc:docMk/>
          <pc:sldMk cId="381243423" sldId="585"/>
        </pc:sldMkLst>
        <pc:spChg chg="mod">
          <ac:chgData name="Clayton Silva" userId="29ef9a7b83f2ddc4" providerId="LiveId" clId="{35AE812F-2C20-4F19-BF12-EDB037FD1300}" dt="2024-08-06T15:41:16.299" v="63" actId="20577"/>
          <ac:spMkLst>
            <pc:docMk/>
            <pc:sldMk cId="381243423" sldId="585"/>
            <ac:spMk id="2" creationId="{1352AED8-525F-49B5-8C90-1D728027DDE3}"/>
          </ac:spMkLst>
        </pc:spChg>
        <pc:spChg chg="mod">
          <ac:chgData name="Clayton Silva" userId="29ef9a7b83f2ddc4" providerId="LiveId" clId="{35AE812F-2C20-4F19-BF12-EDB037FD1300}" dt="2024-08-06T15:55:39.635" v="70" actId="403"/>
          <ac:spMkLst>
            <pc:docMk/>
            <pc:sldMk cId="381243423" sldId="585"/>
            <ac:spMk id="3" creationId="{07F58DB4-8351-41E6-A506-51822EF251E6}"/>
          </ac:spMkLst>
        </pc:spChg>
        <pc:picChg chg="add mod">
          <ac:chgData name="Clayton Silva" userId="29ef9a7b83f2ddc4" providerId="LiveId" clId="{35AE812F-2C20-4F19-BF12-EDB037FD1300}" dt="2024-08-06T15:55:43.388" v="71" actId="1076"/>
          <ac:picMkLst>
            <pc:docMk/>
            <pc:sldMk cId="381243423" sldId="585"/>
            <ac:picMk id="5" creationId="{9B1B99EA-0559-2B97-F541-DE6552334100}"/>
          </ac:picMkLst>
        </pc:picChg>
      </pc:sldChg>
      <pc:sldChg chg="addSp delSp add del setBg delDesignElem">
        <pc:chgData name="Clayton Silva" userId="29ef9a7b83f2ddc4" providerId="LiveId" clId="{35AE812F-2C20-4F19-BF12-EDB037FD1300}" dt="2024-08-06T15:58:43.798" v="75"/>
        <pc:sldMkLst>
          <pc:docMk/>
          <pc:sldMk cId="1256041488" sldId="587"/>
        </pc:sldMkLst>
        <pc:spChg chg="add del">
          <ac:chgData name="Clayton Silva" userId="29ef9a7b83f2ddc4" providerId="LiveId" clId="{35AE812F-2C20-4F19-BF12-EDB037FD1300}" dt="2024-08-06T15:58:43.798" v="75"/>
          <ac:spMkLst>
            <pc:docMk/>
            <pc:sldMk cId="1256041488" sldId="587"/>
            <ac:spMk id="10" creationId="{3A5B4632-C963-4296-86F0-79AA9EA5AE98}"/>
          </ac:spMkLst>
        </pc:spChg>
      </pc:sldChg>
      <pc:sldChg chg="addSp delSp add del setBg delDesignElem">
        <pc:chgData name="Clayton Silva" userId="29ef9a7b83f2ddc4" providerId="LiveId" clId="{35AE812F-2C20-4F19-BF12-EDB037FD1300}" dt="2024-08-06T15:58:43.798" v="75"/>
        <pc:sldMkLst>
          <pc:docMk/>
          <pc:sldMk cId="3401711500" sldId="588"/>
        </pc:sldMkLst>
        <pc:spChg chg="add del">
          <ac:chgData name="Clayton Silva" userId="29ef9a7b83f2ddc4" providerId="LiveId" clId="{35AE812F-2C20-4F19-BF12-EDB037FD1300}" dt="2024-08-06T15:58:43.798" v="75"/>
          <ac:spMkLst>
            <pc:docMk/>
            <pc:sldMk cId="3401711500" sldId="588"/>
            <ac:spMk id="11" creationId="{031EA4A4-5D79-4817-B146-24029A2F3CC7}"/>
          </ac:spMkLst>
        </pc:spChg>
        <pc:spChg chg="add del">
          <ac:chgData name="Clayton Silva" userId="29ef9a7b83f2ddc4" providerId="LiveId" clId="{35AE812F-2C20-4F19-BF12-EDB037FD1300}" dt="2024-08-06T15:58:43.798" v="75"/>
          <ac:spMkLst>
            <pc:docMk/>
            <pc:sldMk cId="3401711500" sldId="588"/>
            <ac:spMk id="13" creationId="{AF2F604E-43BE-4DC3-B983-E071523364F8}"/>
          </ac:spMkLst>
        </pc:spChg>
        <pc:spChg chg="add del">
          <ac:chgData name="Clayton Silva" userId="29ef9a7b83f2ddc4" providerId="LiveId" clId="{35AE812F-2C20-4F19-BF12-EDB037FD1300}" dt="2024-08-06T15:58:43.798" v="75"/>
          <ac:spMkLst>
            <pc:docMk/>
            <pc:sldMk cId="3401711500" sldId="588"/>
            <ac:spMk id="15" creationId="{08C9B587-E65E-4B52-B37C-ABEBB6E87928}"/>
          </ac:spMkLst>
        </pc:spChg>
      </pc:sldChg>
      <pc:sldChg chg="add del setBg">
        <pc:chgData name="Clayton Silva" userId="29ef9a7b83f2ddc4" providerId="LiveId" clId="{35AE812F-2C20-4F19-BF12-EDB037FD1300}" dt="2024-08-06T15:58:43.798" v="75"/>
        <pc:sldMkLst>
          <pc:docMk/>
          <pc:sldMk cId="4162595030" sldId="589"/>
        </pc:sldMkLst>
      </pc:sldChg>
      <pc:sldChg chg="del">
        <pc:chgData name="Clayton Silva" userId="29ef9a7b83f2ddc4" providerId="LiveId" clId="{35AE812F-2C20-4F19-BF12-EDB037FD1300}" dt="2024-08-06T16:07:51.214" v="90" actId="47"/>
        <pc:sldMkLst>
          <pc:docMk/>
          <pc:sldMk cId="627232383" sldId="590"/>
        </pc:sldMkLst>
      </pc:sldChg>
      <pc:sldChg chg="del">
        <pc:chgData name="Clayton Silva" userId="29ef9a7b83f2ddc4" providerId="LiveId" clId="{35AE812F-2C20-4F19-BF12-EDB037FD1300}" dt="2024-08-06T16:07:47.316" v="88" actId="47"/>
        <pc:sldMkLst>
          <pc:docMk/>
          <pc:sldMk cId="1769121943" sldId="598"/>
        </pc:sldMkLst>
      </pc:sldChg>
      <pc:sldChg chg="del">
        <pc:chgData name="Clayton Silva" userId="29ef9a7b83f2ddc4" providerId="LiveId" clId="{35AE812F-2C20-4F19-BF12-EDB037FD1300}" dt="2024-08-06T16:07:48.905" v="89" actId="47"/>
        <pc:sldMkLst>
          <pc:docMk/>
          <pc:sldMk cId="356164439" sldId="599"/>
        </pc:sldMkLst>
      </pc:sldChg>
      <pc:sldChg chg="add ord">
        <pc:chgData name="Clayton Silva" userId="29ef9a7b83f2ddc4" providerId="LiveId" clId="{35AE812F-2C20-4F19-BF12-EDB037FD1300}" dt="2024-08-06T16:09:48.900" v="94"/>
        <pc:sldMkLst>
          <pc:docMk/>
          <pc:sldMk cId="948590471" sldId="615"/>
        </pc:sldMkLst>
      </pc:sldChg>
      <pc:sldMasterChg chg="delSldLayout">
        <pc:chgData name="Clayton Silva" userId="29ef9a7b83f2ddc4" providerId="LiveId" clId="{35AE812F-2C20-4F19-BF12-EDB037FD1300}" dt="2024-08-06T16:05:05.411" v="82" actId="47"/>
        <pc:sldMasterMkLst>
          <pc:docMk/>
          <pc:sldMasterMk cId="0" sldId="2147483648"/>
        </pc:sldMasterMkLst>
        <pc:sldLayoutChg chg="del">
          <pc:chgData name="Clayton Silva" userId="29ef9a7b83f2ddc4" providerId="LiveId" clId="{35AE812F-2C20-4F19-BF12-EDB037FD1300}" dt="2024-08-06T15:39:43.677" v="48" actId="47"/>
          <pc:sldLayoutMkLst>
            <pc:docMk/>
            <pc:sldMasterMk cId="0" sldId="2147483648"/>
            <pc:sldLayoutMk cId="119839106" sldId="2147483662"/>
          </pc:sldLayoutMkLst>
        </pc:sldLayoutChg>
        <pc:sldLayoutChg chg="del">
          <pc:chgData name="Clayton Silva" userId="29ef9a7b83f2ddc4" providerId="LiveId" clId="{35AE812F-2C20-4F19-BF12-EDB037FD1300}" dt="2024-08-06T16:05:05.411" v="82" actId="47"/>
          <pc:sldLayoutMkLst>
            <pc:docMk/>
            <pc:sldMasterMk cId="0" sldId="2147483648"/>
            <pc:sldLayoutMk cId="1720720368" sldId="2147483662"/>
          </pc:sldLayoutMkLst>
        </pc:sldLayoutChg>
      </pc:sldMasterChg>
    </pc:docChg>
  </pc:docChgLst>
  <pc:docChgLst>
    <pc:chgData name="Victor Silva" userId="48acf9fd5344f352" providerId="LiveId" clId="{58EFE2A6-06C7-438D-9220-3B691AC7427E}"/>
    <pc:docChg chg="undo redo custSel addSld delSld modSld sldOrd modMainMaster">
      <pc:chgData name="Victor Silva" userId="48acf9fd5344f352" providerId="LiveId" clId="{58EFE2A6-06C7-438D-9220-3B691AC7427E}" dt="2019-02-10T23:44:03.982" v="874"/>
      <pc:docMkLst>
        <pc:docMk/>
      </pc:docMkLst>
      <pc:sldChg chg="addSp delSp modSp delCm">
        <pc:chgData name="Victor Silva" userId="48acf9fd5344f352" providerId="LiveId" clId="{58EFE2A6-06C7-438D-9220-3B691AC7427E}" dt="2019-02-10T23:29:11.642" v="568" actId="478"/>
        <pc:sldMkLst>
          <pc:docMk/>
          <pc:sldMk cId="0" sldId="256"/>
        </pc:sldMkLst>
        <pc:spChg chg="del">
          <ac:chgData name="Victor Silva" userId="48acf9fd5344f352" providerId="LiveId" clId="{58EFE2A6-06C7-438D-9220-3B691AC7427E}" dt="2019-02-10T23:19:02.164" v="114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Victor Silva" userId="48acf9fd5344f352" providerId="LiveId" clId="{58EFE2A6-06C7-438D-9220-3B691AC7427E}" dt="2019-02-10T23:29:11.642" v="568" actId="478"/>
          <ac:spMkLst>
            <pc:docMk/>
            <pc:sldMk cId="0" sldId="256"/>
            <ac:spMk id="4" creationId="{753E7837-471A-4FD7-8D4B-69295820B6D5}"/>
          </ac:spMkLst>
        </pc:spChg>
        <pc:spChg chg="add mod">
          <ac:chgData name="Victor Silva" userId="48acf9fd5344f352" providerId="LiveId" clId="{58EFE2A6-06C7-438D-9220-3B691AC7427E}" dt="2019-02-10T23:19:55.064" v="183" actId="1076"/>
          <ac:spMkLst>
            <pc:docMk/>
            <pc:sldMk cId="0" sldId="256"/>
            <ac:spMk id="6" creationId="{131A6E28-DDE7-4181-9277-2BEF8AA242AD}"/>
          </ac:spMkLst>
        </pc:spChg>
        <pc:spChg chg="mod">
          <ac:chgData name="Victor Silva" userId="48acf9fd5344f352" providerId="LiveId" clId="{58EFE2A6-06C7-438D-9220-3B691AC7427E}" dt="2019-02-10T23:18:48.861" v="80" actId="20577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18:58.312" v="113" actId="20577"/>
          <ac:spMkLst>
            <pc:docMk/>
            <pc:sldMk cId="0" sldId="256"/>
            <ac:spMk id="121" creationId="{00000000-0000-0000-0000-000000000000}"/>
          </ac:spMkLst>
        </pc:spChg>
      </pc:sldChg>
      <pc:sldChg chg="addSp delSp modSp del addCm delCm">
        <pc:chgData name="Victor Silva" userId="48acf9fd5344f352" providerId="LiveId" clId="{58EFE2A6-06C7-438D-9220-3B691AC7427E}" dt="2019-02-10T23:24:01.144" v="308" actId="2696"/>
        <pc:sldMkLst>
          <pc:docMk/>
          <pc:sldMk cId="3923553548" sldId="257"/>
        </pc:sldMkLst>
        <pc:spChg chg="add del">
          <ac:chgData name="Victor Silva" userId="48acf9fd5344f352" providerId="LiveId" clId="{58EFE2A6-06C7-438D-9220-3B691AC7427E}" dt="2019-02-10T23:20:06.129" v="185"/>
          <ac:spMkLst>
            <pc:docMk/>
            <pc:sldMk cId="3923553548" sldId="257"/>
            <ac:spMk id="2" creationId="{68E0F1A8-6F7A-4A82-92B3-77CFD0B8CCB4}"/>
          </ac:spMkLst>
        </pc:spChg>
        <pc:spChg chg="add del">
          <ac:chgData name="Victor Silva" userId="48acf9fd5344f352" providerId="LiveId" clId="{58EFE2A6-06C7-438D-9220-3B691AC7427E}" dt="2019-02-10T23:20:12.178" v="187"/>
          <ac:spMkLst>
            <pc:docMk/>
            <pc:sldMk cId="3923553548" sldId="257"/>
            <ac:spMk id="3" creationId="{9BFB72CA-D45F-48DF-A844-43BB07249F07}"/>
          </ac:spMkLst>
        </pc:spChg>
        <pc:picChg chg="del mod">
          <ac:chgData name="Victor Silva" userId="48acf9fd5344f352" providerId="LiveId" clId="{58EFE2A6-06C7-438D-9220-3B691AC7427E}" dt="2019-02-10T23:23:12.555" v="305" actId="478"/>
          <ac:picMkLst>
            <pc:docMk/>
            <pc:sldMk cId="3923553548" sldId="257"/>
            <ac:picMk id="123" creationId="{00000000-0000-0000-0000-000000000000}"/>
          </ac:picMkLst>
        </pc:picChg>
      </pc:sldChg>
      <pc:sldChg chg="delSp modSp delCm">
        <pc:chgData name="Victor Silva" userId="48acf9fd5344f352" providerId="LiveId" clId="{58EFE2A6-06C7-438D-9220-3B691AC7427E}" dt="2019-02-10T23:44:03.982" v="874"/>
        <pc:sldMkLst>
          <pc:docMk/>
          <pc:sldMk cId="0" sldId="258"/>
        </pc:sldMkLst>
        <pc:spChg chg="del mod">
          <ac:chgData name="Victor Silva" userId="48acf9fd5344f352" providerId="LiveId" clId="{58EFE2A6-06C7-438D-9220-3B691AC7427E}" dt="2019-02-10T23:44:03.982" v="874"/>
          <ac:spMkLst>
            <pc:docMk/>
            <pc:sldMk cId="0" sldId="258"/>
            <ac:spMk id="2" creationId="{00000000-0000-0000-0000-000000000000}"/>
          </ac:spMkLst>
        </pc:spChg>
        <pc:picChg chg="mod">
          <ac:chgData name="Victor Silva" userId="48acf9fd5344f352" providerId="LiveId" clId="{58EFE2A6-06C7-438D-9220-3B691AC7427E}" dt="2019-02-10T23:18:28.165" v="32" actId="1076"/>
          <ac:picMkLst>
            <pc:docMk/>
            <pc:sldMk cId="0" sldId="258"/>
            <ac:picMk id="127" creationId="{00000000-0000-0000-0000-000000000000}"/>
          </ac:picMkLst>
        </pc:picChg>
      </pc:sldChg>
      <pc:sldChg chg="modSp add del modTransition">
        <pc:chgData name="Victor Silva" userId="48acf9fd5344f352" providerId="LiveId" clId="{58EFE2A6-06C7-438D-9220-3B691AC7427E}" dt="2019-02-10T23:27:00.548" v="461" actId="27636"/>
        <pc:sldMkLst>
          <pc:docMk/>
          <pc:sldMk cId="2325730387" sldId="259"/>
        </pc:sldMkLst>
        <pc:spChg chg="mod">
          <ac:chgData name="Victor Silva" userId="48acf9fd5344f352" providerId="LiveId" clId="{58EFE2A6-06C7-438D-9220-3B691AC7427E}" dt="2019-02-10T23:27:00.548" v="461" actId="27636"/>
          <ac:spMkLst>
            <pc:docMk/>
            <pc:sldMk cId="2325730387" sldId="259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552" v="462" actId="27636"/>
        <pc:sldMkLst>
          <pc:docMk/>
          <pc:sldMk cId="2441328118" sldId="260"/>
        </pc:sldMkLst>
        <pc:spChg chg="mod">
          <ac:chgData name="Victor Silva" userId="48acf9fd5344f352" providerId="LiveId" clId="{58EFE2A6-06C7-438D-9220-3B691AC7427E}" dt="2019-02-10T23:27:00.552" v="462" actId="27636"/>
          <ac:spMkLst>
            <pc:docMk/>
            <pc:sldMk cId="2441328118" sldId="260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566" v="464" actId="27636"/>
        <pc:sldMkLst>
          <pc:docMk/>
          <pc:sldMk cId="3807338089" sldId="261"/>
        </pc:sldMkLst>
        <pc:spChg chg="mod">
          <ac:chgData name="Victor Silva" userId="48acf9fd5344f352" providerId="LiveId" clId="{58EFE2A6-06C7-438D-9220-3B691AC7427E}" dt="2019-02-10T23:27:00.566" v="464" actId="27636"/>
          <ac:spMkLst>
            <pc:docMk/>
            <pc:sldMk cId="3807338089" sldId="261"/>
            <ac:spMk id="2" creationId="{00000000-0000-0000-0000-000000000000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27:19.391" v="516" actId="1076"/>
        <pc:sldMkLst>
          <pc:docMk/>
          <pc:sldMk cId="3310034269" sldId="262"/>
        </pc:sldMkLst>
        <pc:spChg chg="add del mod">
          <ac:chgData name="Victor Silva" userId="48acf9fd5344f352" providerId="LiveId" clId="{58EFE2A6-06C7-438D-9220-3B691AC7427E}" dt="2019-02-10T23:26:06.190" v="356" actId="478"/>
          <ac:spMkLst>
            <pc:docMk/>
            <pc:sldMk cId="3310034269" sldId="262"/>
            <ac:spMk id="2" creationId="{7679FA58-9F43-4B41-8F50-21E06F95954C}"/>
          </ac:spMkLst>
        </pc:spChg>
        <pc:spChg chg="mod">
          <ac:chgData name="Victor Silva" userId="48acf9fd5344f352" providerId="LiveId" clId="{58EFE2A6-06C7-438D-9220-3B691AC7427E}" dt="2019-02-10T23:27:19.391" v="516" actId="1076"/>
          <ac:spMkLst>
            <pc:docMk/>
            <pc:sldMk cId="3310034269" sldId="262"/>
            <ac:spMk id="4" creationId="{4D95FF0F-F271-48E7-A204-C5656918B6A3}"/>
          </ac:spMkLst>
        </pc:spChg>
        <pc:spChg chg="del">
          <ac:chgData name="Victor Silva" userId="48acf9fd5344f352" providerId="LiveId" clId="{58EFE2A6-06C7-438D-9220-3B691AC7427E}" dt="2019-02-10T23:23:46.042" v="307"/>
          <ac:spMkLst>
            <pc:docMk/>
            <pc:sldMk cId="3310034269" sldId="262"/>
            <ac:spMk id="5" creationId="{047726A4-E47A-4A6A-9951-63D28EA7FE40}"/>
          </ac:spMkLst>
        </pc:spChg>
      </pc:sldChg>
      <pc:sldChg chg="modSp add del modTransition">
        <pc:chgData name="Victor Silva" userId="48acf9fd5344f352" providerId="LiveId" clId="{58EFE2A6-06C7-438D-9220-3B691AC7427E}" dt="2019-02-10T23:30:36.150" v="581" actId="27636"/>
        <pc:sldMkLst>
          <pc:docMk/>
          <pc:sldMk cId="859005361" sldId="264"/>
        </pc:sldMkLst>
        <pc:spChg chg="mod">
          <ac:chgData name="Victor Silva" userId="48acf9fd5344f352" providerId="LiveId" clId="{58EFE2A6-06C7-438D-9220-3B691AC7427E}" dt="2019-02-10T23:27:00.558" v="463" actId="27636"/>
          <ac:spMkLst>
            <pc:docMk/>
            <pc:sldMk cId="859005361" sldId="264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30:36.150" v="581" actId="27636"/>
          <ac:spMkLst>
            <pc:docMk/>
            <pc:sldMk cId="859005361" sldId="264"/>
            <ac:spMk id="3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9:30.030" v="573" actId="20577"/>
        <pc:sldMkLst>
          <pc:docMk/>
          <pc:sldMk cId="1226310574" sldId="265"/>
        </pc:sldMkLst>
        <pc:spChg chg="mod">
          <ac:chgData name="Victor Silva" userId="48acf9fd5344f352" providerId="LiveId" clId="{58EFE2A6-06C7-438D-9220-3B691AC7427E}" dt="2019-02-10T23:27:00.570" v="465" actId="27636"/>
          <ac:spMkLst>
            <pc:docMk/>
            <pc:sldMk cId="1226310574" sldId="265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29:30.030" v="573" actId="20577"/>
          <ac:spMkLst>
            <pc:docMk/>
            <pc:sldMk cId="1226310574" sldId="265"/>
            <ac:spMk id="3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9:50.680" v="579" actId="20577"/>
        <pc:sldMkLst>
          <pc:docMk/>
          <pc:sldMk cId="685555382" sldId="266"/>
        </pc:sldMkLst>
        <pc:spChg chg="mod">
          <ac:chgData name="Victor Silva" userId="48acf9fd5344f352" providerId="LiveId" clId="{58EFE2A6-06C7-438D-9220-3B691AC7427E}" dt="2019-02-10T23:27:00.590" v="467" actId="27636"/>
          <ac:spMkLst>
            <pc:docMk/>
            <pc:sldMk cId="685555382" sldId="266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29:50.680" v="579" actId="20577"/>
          <ac:spMkLst>
            <pc:docMk/>
            <pc:sldMk cId="685555382" sldId="266"/>
            <ac:spMk id="3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595" v="468" actId="27636"/>
        <pc:sldMkLst>
          <pc:docMk/>
          <pc:sldMk cId="3601008407" sldId="267"/>
        </pc:sldMkLst>
        <pc:spChg chg="mod">
          <ac:chgData name="Victor Silva" userId="48acf9fd5344f352" providerId="LiveId" clId="{58EFE2A6-06C7-438D-9220-3B691AC7427E}" dt="2019-02-10T23:27:00.595" v="468" actId="27636"/>
          <ac:spMkLst>
            <pc:docMk/>
            <pc:sldMk cId="3601008407" sldId="267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00" v="469" actId="27636"/>
        <pc:sldMkLst>
          <pc:docMk/>
          <pc:sldMk cId="3050437887" sldId="268"/>
        </pc:sldMkLst>
        <pc:spChg chg="mod">
          <ac:chgData name="Victor Silva" userId="48acf9fd5344f352" providerId="LiveId" clId="{58EFE2A6-06C7-438D-9220-3B691AC7427E}" dt="2019-02-10T23:27:00.600" v="469" actId="27636"/>
          <ac:spMkLst>
            <pc:docMk/>
            <pc:sldMk cId="3050437887" sldId="268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06" v="470" actId="27636"/>
        <pc:sldMkLst>
          <pc:docMk/>
          <pc:sldMk cId="1653821600" sldId="269"/>
        </pc:sldMkLst>
        <pc:spChg chg="mod">
          <ac:chgData name="Victor Silva" userId="48acf9fd5344f352" providerId="LiveId" clId="{58EFE2A6-06C7-438D-9220-3B691AC7427E}" dt="2019-02-10T23:27:00.606" v="470" actId="27636"/>
          <ac:spMkLst>
            <pc:docMk/>
            <pc:sldMk cId="1653821600" sldId="269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17" v="472" actId="27636"/>
        <pc:sldMkLst>
          <pc:docMk/>
          <pc:sldMk cId="2378662734" sldId="270"/>
        </pc:sldMkLst>
        <pc:spChg chg="mod">
          <ac:chgData name="Victor Silva" userId="48acf9fd5344f352" providerId="LiveId" clId="{58EFE2A6-06C7-438D-9220-3B691AC7427E}" dt="2019-02-10T23:27:00.617" v="472" actId="27636"/>
          <ac:spMkLst>
            <pc:docMk/>
            <pc:sldMk cId="2378662734" sldId="270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25" v="473" actId="27636"/>
        <pc:sldMkLst>
          <pc:docMk/>
          <pc:sldMk cId="2576394908" sldId="271"/>
        </pc:sldMkLst>
        <pc:spChg chg="mod">
          <ac:chgData name="Victor Silva" userId="48acf9fd5344f352" providerId="LiveId" clId="{58EFE2A6-06C7-438D-9220-3B691AC7427E}" dt="2019-02-10T23:27:00.625" v="473" actId="27636"/>
          <ac:spMkLst>
            <pc:docMk/>
            <pc:sldMk cId="2576394908" sldId="271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30" v="474" actId="27636"/>
        <pc:sldMkLst>
          <pc:docMk/>
          <pc:sldMk cId="2335334836" sldId="272"/>
        </pc:sldMkLst>
        <pc:spChg chg="mod">
          <ac:chgData name="Victor Silva" userId="48acf9fd5344f352" providerId="LiveId" clId="{58EFE2A6-06C7-438D-9220-3B691AC7427E}" dt="2019-02-10T23:27:00.630" v="474" actId="27636"/>
          <ac:spMkLst>
            <pc:docMk/>
            <pc:sldMk cId="2335334836" sldId="272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41" v="476" actId="27636"/>
        <pc:sldMkLst>
          <pc:docMk/>
          <pc:sldMk cId="2703949035" sldId="273"/>
        </pc:sldMkLst>
        <pc:spChg chg="mod">
          <ac:chgData name="Victor Silva" userId="48acf9fd5344f352" providerId="LiveId" clId="{58EFE2A6-06C7-438D-9220-3B691AC7427E}" dt="2019-02-10T23:27:00.641" v="476" actId="27636"/>
          <ac:spMkLst>
            <pc:docMk/>
            <pc:sldMk cId="2703949035" sldId="273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45" v="477" actId="27636"/>
        <pc:sldMkLst>
          <pc:docMk/>
          <pc:sldMk cId="1026524252" sldId="274"/>
        </pc:sldMkLst>
        <pc:spChg chg="mod">
          <ac:chgData name="Victor Silva" userId="48acf9fd5344f352" providerId="LiveId" clId="{58EFE2A6-06C7-438D-9220-3B691AC7427E}" dt="2019-02-10T23:27:00.645" v="477" actId="27636"/>
          <ac:spMkLst>
            <pc:docMk/>
            <pc:sldMk cId="1026524252" sldId="274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51" v="478" actId="27636"/>
        <pc:sldMkLst>
          <pc:docMk/>
          <pc:sldMk cId="3069483486" sldId="275"/>
        </pc:sldMkLst>
        <pc:spChg chg="mod">
          <ac:chgData name="Victor Silva" userId="48acf9fd5344f352" providerId="LiveId" clId="{58EFE2A6-06C7-438D-9220-3B691AC7427E}" dt="2019-02-10T23:27:00.651" v="478" actId="27636"/>
          <ac:spMkLst>
            <pc:docMk/>
            <pc:sldMk cId="3069483486" sldId="275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55" v="479" actId="27636"/>
        <pc:sldMkLst>
          <pc:docMk/>
          <pc:sldMk cId="3338630048" sldId="276"/>
        </pc:sldMkLst>
        <pc:spChg chg="mod">
          <ac:chgData name="Victor Silva" userId="48acf9fd5344f352" providerId="LiveId" clId="{58EFE2A6-06C7-438D-9220-3B691AC7427E}" dt="2019-02-10T23:27:00.655" v="479" actId="27636"/>
          <ac:spMkLst>
            <pc:docMk/>
            <pc:sldMk cId="3338630048" sldId="276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9:02.347" v="567" actId="6549"/>
        <pc:sldMkLst>
          <pc:docMk/>
          <pc:sldMk cId="1852059124" sldId="277"/>
        </pc:sldMkLst>
        <pc:spChg chg="mod">
          <ac:chgData name="Victor Silva" userId="48acf9fd5344f352" providerId="LiveId" clId="{58EFE2A6-06C7-438D-9220-3B691AC7427E}" dt="2019-02-10T23:27:00.659" v="480" actId="27636"/>
          <ac:spMkLst>
            <pc:docMk/>
            <pc:sldMk cId="1852059124" sldId="277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29:02.347" v="567" actId="6549"/>
          <ac:spMkLst>
            <pc:docMk/>
            <pc:sldMk cId="1852059124" sldId="277"/>
            <ac:spMk id="3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77" v="482" actId="27636"/>
        <pc:sldMkLst>
          <pc:docMk/>
          <pc:sldMk cId="430087705" sldId="278"/>
        </pc:sldMkLst>
        <pc:spChg chg="mod">
          <ac:chgData name="Victor Silva" userId="48acf9fd5344f352" providerId="LiveId" clId="{58EFE2A6-06C7-438D-9220-3B691AC7427E}" dt="2019-02-10T23:27:00.677" v="482" actId="27636"/>
          <ac:spMkLst>
            <pc:docMk/>
            <pc:sldMk cId="430087705" sldId="278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94" v="484" actId="27636"/>
        <pc:sldMkLst>
          <pc:docMk/>
          <pc:sldMk cId="3489282120" sldId="279"/>
        </pc:sldMkLst>
        <pc:spChg chg="mod">
          <ac:chgData name="Victor Silva" userId="48acf9fd5344f352" providerId="LiveId" clId="{58EFE2A6-06C7-438D-9220-3B691AC7427E}" dt="2019-02-10T23:27:00.694" v="484" actId="27636"/>
          <ac:spMkLst>
            <pc:docMk/>
            <pc:sldMk cId="3489282120" sldId="279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32:26.810" v="674" actId="6549"/>
        <pc:sldMkLst>
          <pc:docMk/>
          <pc:sldMk cId="890176864" sldId="280"/>
        </pc:sldMkLst>
        <pc:spChg chg="mod">
          <ac:chgData name="Victor Silva" userId="48acf9fd5344f352" providerId="LiveId" clId="{58EFE2A6-06C7-438D-9220-3B691AC7427E}" dt="2019-02-10T23:27:00.702" v="485" actId="27636"/>
          <ac:spMkLst>
            <pc:docMk/>
            <pc:sldMk cId="890176864" sldId="280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32:26.810" v="674" actId="6549"/>
          <ac:spMkLst>
            <pc:docMk/>
            <pc:sldMk cId="890176864" sldId="280"/>
            <ac:spMk id="3" creationId="{00000000-0000-0000-0000-000000000000}"/>
          </ac:spMkLst>
        </pc:spChg>
      </pc:sldChg>
      <pc:sldChg chg="addSp modSp add del modTransition">
        <pc:chgData name="Victor Silva" userId="48acf9fd5344f352" providerId="LiveId" clId="{58EFE2A6-06C7-438D-9220-3B691AC7427E}" dt="2019-02-10T23:27:00.737" v="491" actId="27636"/>
        <pc:sldMkLst>
          <pc:docMk/>
          <pc:sldMk cId="2240589725" sldId="281"/>
        </pc:sldMkLst>
        <pc:spChg chg="mod">
          <ac:chgData name="Victor Silva" userId="48acf9fd5344f352" providerId="LiveId" clId="{58EFE2A6-06C7-438D-9220-3B691AC7427E}" dt="2019-02-10T23:27:00.737" v="491" actId="27636"/>
          <ac:spMkLst>
            <pc:docMk/>
            <pc:sldMk cId="2240589725" sldId="281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23:46.042" v="307"/>
          <ac:spMkLst>
            <pc:docMk/>
            <pc:sldMk cId="2240589725" sldId="281"/>
            <ac:spMk id="4" creationId="{3BBAA32C-A59B-4365-BA85-EF035F5F034E}"/>
          </ac:spMkLst>
        </pc:spChg>
      </pc:sldChg>
      <pc:sldChg chg="modSp add del modTransition">
        <pc:chgData name="Victor Silva" userId="48acf9fd5344f352" providerId="LiveId" clId="{58EFE2A6-06C7-438D-9220-3B691AC7427E}" dt="2019-02-10T23:27:00.742" v="492" actId="27636"/>
        <pc:sldMkLst>
          <pc:docMk/>
          <pc:sldMk cId="4277808665" sldId="282"/>
        </pc:sldMkLst>
        <pc:spChg chg="mod">
          <ac:chgData name="Victor Silva" userId="48acf9fd5344f352" providerId="LiveId" clId="{58EFE2A6-06C7-438D-9220-3B691AC7427E}" dt="2019-02-10T23:27:00.742" v="492" actId="27636"/>
          <ac:spMkLst>
            <pc:docMk/>
            <pc:sldMk cId="4277808665" sldId="282"/>
            <ac:spMk id="2" creationId="{00000000-0000-0000-0000-000000000000}"/>
          </ac:spMkLst>
        </pc:spChg>
      </pc:sldChg>
      <pc:sldChg chg="addSp modSp add del modTransition">
        <pc:chgData name="Victor Silva" userId="48acf9fd5344f352" providerId="LiveId" clId="{58EFE2A6-06C7-438D-9220-3B691AC7427E}" dt="2019-02-10T23:33:21.661" v="679" actId="1076"/>
        <pc:sldMkLst>
          <pc:docMk/>
          <pc:sldMk cId="3983561885" sldId="283"/>
        </pc:sldMkLst>
        <pc:spChg chg="mod">
          <ac:chgData name="Victor Silva" userId="48acf9fd5344f352" providerId="LiveId" clId="{58EFE2A6-06C7-438D-9220-3B691AC7427E}" dt="2019-02-10T23:27:00.748" v="493" actId="27636"/>
          <ac:spMkLst>
            <pc:docMk/>
            <pc:sldMk cId="3983561885" sldId="283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23:46.042" v="307"/>
          <ac:spMkLst>
            <pc:docMk/>
            <pc:sldMk cId="3983561885" sldId="283"/>
            <ac:spMk id="4" creationId="{04F296CF-4772-4F52-96FC-9641E0DE39DB}"/>
          </ac:spMkLst>
        </pc:spChg>
        <pc:spChg chg="mod">
          <ac:chgData name="Victor Silva" userId="48acf9fd5344f352" providerId="LiveId" clId="{58EFE2A6-06C7-438D-9220-3B691AC7427E}" dt="2019-02-10T23:33:21.661" v="679" actId="1076"/>
          <ac:spMkLst>
            <pc:docMk/>
            <pc:sldMk cId="3983561885" sldId="283"/>
            <ac:spMk id="5" creationId="{63A4534F-9E98-424E-B05F-571177D371B9}"/>
          </ac:spMkLst>
        </pc:spChg>
        <pc:spChg chg="mod">
          <ac:chgData name="Victor Silva" userId="48acf9fd5344f352" providerId="LiveId" clId="{58EFE2A6-06C7-438D-9220-3B691AC7427E}" dt="2019-02-10T23:33:21.661" v="679" actId="1076"/>
          <ac:spMkLst>
            <pc:docMk/>
            <pc:sldMk cId="3983561885" sldId="283"/>
            <ac:spMk id="7" creationId="{70899BFF-7FD1-415F-B4C2-C953D2D9709A}"/>
          </ac:spMkLst>
        </pc:spChg>
        <pc:graphicFrameChg chg="mod">
          <ac:chgData name="Victor Silva" userId="48acf9fd5344f352" providerId="LiveId" clId="{58EFE2A6-06C7-438D-9220-3B691AC7427E}" dt="2019-02-10T23:33:21.661" v="679" actId="1076"/>
          <ac:graphicFrameMkLst>
            <pc:docMk/>
            <pc:sldMk cId="3983561885" sldId="283"/>
            <ac:graphicFrameMk id="6" creationId="{EA901BF4-EE45-4524-8720-EBB2F0B1D4D8}"/>
          </ac:graphicFrameMkLst>
        </pc:graphicFrameChg>
        <pc:graphicFrameChg chg="mod">
          <ac:chgData name="Victor Silva" userId="48acf9fd5344f352" providerId="LiveId" clId="{58EFE2A6-06C7-438D-9220-3B691AC7427E}" dt="2019-02-10T23:33:21.661" v="679" actId="1076"/>
          <ac:graphicFrameMkLst>
            <pc:docMk/>
            <pc:sldMk cId="3983561885" sldId="283"/>
            <ac:graphicFrameMk id="8" creationId="{2089D077-F9F9-455C-9B43-FA3FECFEBB03}"/>
          </ac:graphicFrameMkLst>
        </pc:graphicFrameChg>
      </pc:sldChg>
      <pc:sldChg chg="modSp add del modTransition">
        <pc:chgData name="Victor Silva" userId="48acf9fd5344f352" providerId="LiveId" clId="{58EFE2A6-06C7-438D-9220-3B691AC7427E}" dt="2019-02-10T23:33:27.782" v="680" actId="1076"/>
        <pc:sldMkLst>
          <pc:docMk/>
          <pc:sldMk cId="3933904775" sldId="284"/>
        </pc:sldMkLst>
        <pc:spChg chg="mod">
          <ac:chgData name="Victor Silva" userId="48acf9fd5344f352" providerId="LiveId" clId="{58EFE2A6-06C7-438D-9220-3B691AC7427E}" dt="2019-02-10T23:27:00.754" v="494" actId="27636"/>
          <ac:spMkLst>
            <pc:docMk/>
            <pc:sldMk cId="3933904775" sldId="284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33:27.782" v="680" actId="1076"/>
          <ac:spMkLst>
            <pc:docMk/>
            <pc:sldMk cId="3933904775" sldId="284"/>
            <ac:spMk id="4" creationId="{1A52B55A-FAC6-4CB4-8BEC-05B38DEE5C98}"/>
          </ac:spMkLst>
        </pc:spChg>
        <pc:graphicFrameChg chg="mod">
          <ac:chgData name="Victor Silva" userId="48acf9fd5344f352" providerId="LiveId" clId="{58EFE2A6-06C7-438D-9220-3B691AC7427E}" dt="2019-02-10T23:33:27.782" v="680" actId="1076"/>
          <ac:graphicFrameMkLst>
            <pc:docMk/>
            <pc:sldMk cId="3933904775" sldId="284"/>
            <ac:graphicFrameMk id="5" creationId="{B00CD00D-B1CE-468D-9A65-42D76964C374}"/>
          </ac:graphicFrameMkLst>
        </pc:graphicFrameChg>
      </pc:sldChg>
      <pc:sldChg chg="modSp add del modTransition">
        <pc:chgData name="Victor Silva" userId="48acf9fd5344f352" providerId="LiveId" clId="{58EFE2A6-06C7-438D-9220-3B691AC7427E}" dt="2019-02-10T23:32:45.936" v="675" actId="2696"/>
        <pc:sldMkLst>
          <pc:docMk/>
          <pc:sldMk cId="2016973597" sldId="286"/>
        </pc:sldMkLst>
        <pc:spChg chg="mod">
          <ac:chgData name="Victor Silva" userId="48acf9fd5344f352" providerId="LiveId" clId="{58EFE2A6-06C7-438D-9220-3B691AC7427E}" dt="2019-02-10T23:27:00.707" v="486" actId="27636"/>
          <ac:spMkLst>
            <pc:docMk/>
            <pc:sldMk cId="2016973597" sldId="286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725" v="489" actId="27636"/>
        <pc:sldMkLst>
          <pc:docMk/>
          <pc:sldMk cId="1494771849" sldId="287"/>
        </pc:sldMkLst>
        <pc:spChg chg="mod">
          <ac:chgData name="Victor Silva" userId="48acf9fd5344f352" providerId="LiveId" clId="{58EFE2A6-06C7-438D-9220-3B691AC7427E}" dt="2019-02-10T23:27:00.725" v="489" actId="27636"/>
          <ac:spMkLst>
            <pc:docMk/>
            <pc:sldMk cId="1494771849" sldId="287"/>
            <ac:spMk id="2" creationId="{00000000-0000-0000-0000-000000000000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33:06.239" v="678" actId="478"/>
        <pc:sldMkLst>
          <pc:docMk/>
          <pc:sldMk cId="675899626" sldId="288"/>
        </pc:sldMkLst>
        <pc:spChg chg="mod">
          <ac:chgData name="Victor Silva" userId="48acf9fd5344f352" providerId="LiveId" clId="{58EFE2A6-06C7-438D-9220-3B691AC7427E}" dt="2019-02-10T23:27:00.731" v="490" actId="27636"/>
          <ac:spMkLst>
            <pc:docMk/>
            <pc:sldMk cId="675899626" sldId="288"/>
            <ac:spMk id="2" creationId="{00000000-0000-0000-0000-000000000000}"/>
          </ac:spMkLst>
        </pc:spChg>
        <pc:spChg chg="add del mod">
          <ac:chgData name="Victor Silva" userId="48acf9fd5344f352" providerId="LiveId" clId="{58EFE2A6-06C7-438D-9220-3B691AC7427E}" dt="2019-02-10T23:33:06.239" v="678" actId="478"/>
          <ac:spMkLst>
            <pc:docMk/>
            <pc:sldMk cId="675899626" sldId="288"/>
            <ac:spMk id="6" creationId="{D8BE056F-8EED-490F-8048-B849F1F5AF84}"/>
          </ac:spMkLst>
        </pc:spChg>
        <pc:graphicFrameChg chg="mod">
          <ac:chgData name="Victor Silva" userId="48acf9fd5344f352" providerId="LiveId" clId="{58EFE2A6-06C7-438D-9220-3B691AC7427E}" dt="2019-02-10T23:32:57.489" v="676" actId="12788"/>
          <ac:graphicFrameMkLst>
            <pc:docMk/>
            <pc:sldMk cId="675899626" sldId="288"/>
            <ac:graphicFrameMk id="4" creationId="{B844600C-832E-44E1-A9CF-488487B9E5A5}"/>
          </ac:graphicFrameMkLst>
        </pc:graphicFrameChg>
      </pc:sldChg>
      <pc:sldChg chg="modSp add del modTransition">
        <pc:chgData name="Victor Silva" userId="48acf9fd5344f352" providerId="LiveId" clId="{58EFE2A6-06C7-438D-9220-3B691AC7427E}" dt="2019-02-10T23:27:00.760" v="495" actId="27636"/>
        <pc:sldMkLst>
          <pc:docMk/>
          <pc:sldMk cId="123159995" sldId="289"/>
        </pc:sldMkLst>
        <pc:spChg chg="mod">
          <ac:chgData name="Victor Silva" userId="48acf9fd5344f352" providerId="LiveId" clId="{58EFE2A6-06C7-438D-9220-3B691AC7427E}" dt="2019-02-10T23:27:00.760" v="495" actId="27636"/>
          <ac:spMkLst>
            <pc:docMk/>
            <pc:sldMk cId="123159995" sldId="289"/>
            <ac:spMk id="2" creationId="{00000000-0000-0000-0000-000000000000}"/>
          </ac:spMkLst>
        </pc:spChg>
      </pc:sldChg>
      <pc:sldChg chg="addSp modSp add del modTransition">
        <pc:chgData name="Victor Silva" userId="48acf9fd5344f352" providerId="LiveId" clId="{58EFE2A6-06C7-438D-9220-3B691AC7427E}" dt="2019-02-10T23:34:14.239" v="734" actId="1076"/>
        <pc:sldMkLst>
          <pc:docMk/>
          <pc:sldMk cId="3100696491" sldId="292"/>
        </pc:sldMkLst>
        <pc:spChg chg="mod">
          <ac:chgData name="Victor Silva" userId="48acf9fd5344f352" providerId="LiveId" clId="{58EFE2A6-06C7-438D-9220-3B691AC7427E}" dt="2019-02-10T23:27:00.783" v="499" actId="27636"/>
          <ac:spMkLst>
            <pc:docMk/>
            <pc:sldMk cId="3100696491" sldId="292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34:14.239" v="734" actId="1076"/>
          <ac:spMkLst>
            <pc:docMk/>
            <pc:sldMk cId="3100696491" sldId="292"/>
            <ac:spMk id="4" creationId="{6790EF92-3C70-4CC4-B1F6-B12E2D34A6A3}"/>
          </ac:spMkLst>
        </pc:spChg>
        <pc:spChg chg="add mod">
          <ac:chgData name="Victor Silva" userId="48acf9fd5344f352" providerId="LiveId" clId="{58EFE2A6-06C7-438D-9220-3B691AC7427E}" dt="2019-02-10T23:23:46.042" v="307"/>
          <ac:spMkLst>
            <pc:docMk/>
            <pc:sldMk cId="3100696491" sldId="292"/>
            <ac:spMk id="6" creationId="{0098D3AF-BBB8-4C7C-B616-DC5968F697A1}"/>
          </ac:spMkLst>
        </pc:spChg>
        <pc:graphicFrameChg chg="mod">
          <ac:chgData name="Victor Silva" userId="48acf9fd5344f352" providerId="LiveId" clId="{58EFE2A6-06C7-438D-9220-3B691AC7427E}" dt="2019-02-10T23:34:14.239" v="734" actId="1076"/>
          <ac:graphicFrameMkLst>
            <pc:docMk/>
            <pc:sldMk cId="3100696491" sldId="292"/>
            <ac:graphicFrameMk id="5" creationId="{9A5040C7-F245-4AF4-AA33-42062DD89CAF}"/>
          </ac:graphicFrameMkLst>
        </pc:graphicFrameChg>
      </pc:sldChg>
      <pc:sldChg chg="addSp modSp add del modTransition">
        <pc:chgData name="Victor Silva" userId="48acf9fd5344f352" providerId="LiveId" clId="{58EFE2A6-06C7-438D-9220-3B691AC7427E}" dt="2019-02-10T23:34:21.376" v="735" actId="1076"/>
        <pc:sldMkLst>
          <pc:docMk/>
          <pc:sldMk cId="1819337051" sldId="294"/>
        </pc:sldMkLst>
        <pc:spChg chg="mod">
          <ac:chgData name="Victor Silva" userId="48acf9fd5344f352" providerId="LiveId" clId="{58EFE2A6-06C7-438D-9220-3B691AC7427E}" dt="2019-02-10T23:27:00.814" v="501" actId="27636"/>
          <ac:spMkLst>
            <pc:docMk/>
            <pc:sldMk cId="1819337051" sldId="294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34:21.376" v="735" actId="1076"/>
          <ac:spMkLst>
            <pc:docMk/>
            <pc:sldMk cId="1819337051" sldId="294"/>
            <ac:spMk id="4" creationId="{6790EF92-3C70-4CC4-B1F6-B12E2D34A6A3}"/>
          </ac:spMkLst>
        </pc:spChg>
        <pc:spChg chg="add mod">
          <ac:chgData name="Victor Silva" userId="48acf9fd5344f352" providerId="LiveId" clId="{58EFE2A6-06C7-438D-9220-3B691AC7427E}" dt="2019-02-10T23:23:46.042" v="307"/>
          <ac:spMkLst>
            <pc:docMk/>
            <pc:sldMk cId="1819337051" sldId="294"/>
            <ac:spMk id="6" creationId="{5AE9ED98-1EEA-414A-8647-163C6F938CF6}"/>
          </ac:spMkLst>
        </pc:spChg>
        <pc:graphicFrameChg chg="mod">
          <ac:chgData name="Victor Silva" userId="48acf9fd5344f352" providerId="LiveId" clId="{58EFE2A6-06C7-438D-9220-3B691AC7427E}" dt="2019-02-10T23:34:21.376" v="735" actId="1076"/>
          <ac:graphicFrameMkLst>
            <pc:docMk/>
            <pc:sldMk cId="1819337051" sldId="294"/>
            <ac:graphicFrameMk id="5" creationId="{9A5040C7-F245-4AF4-AA33-42062DD89CAF}"/>
          </ac:graphicFrameMkLst>
        </pc:graphicFrameChg>
      </pc:sldChg>
      <pc:sldChg chg="addSp delSp modSp add del modTransition">
        <pc:chgData name="Victor Silva" userId="48acf9fd5344f352" providerId="LiveId" clId="{58EFE2A6-06C7-438D-9220-3B691AC7427E}" dt="2019-02-10T23:41:12.423" v="820" actId="404"/>
        <pc:sldMkLst>
          <pc:docMk/>
          <pc:sldMk cId="1015435378" sldId="295"/>
        </pc:sldMkLst>
        <pc:spChg chg="mod">
          <ac:chgData name="Victor Silva" userId="48acf9fd5344f352" providerId="LiveId" clId="{58EFE2A6-06C7-438D-9220-3B691AC7427E}" dt="2019-02-10T23:27:00.821" v="502" actId="27636"/>
          <ac:spMkLst>
            <pc:docMk/>
            <pc:sldMk cId="1015435378" sldId="295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1:12.423" v="820" actId="404"/>
          <ac:spMkLst>
            <pc:docMk/>
            <pc:sldMk cId="1015435378" sldId="295"/>
            <ac:spMk id="3" creationId="{ACF042A8-8500-4356-8644-C4A99481C2CF}"/>
          </ac:spMkLst>
        </pc:spChg>
        <pc:spChg chg="del">
          <ac:chgData name="Victor Silva" userId="48acf9fd5344f352" providerId="LiveId" clId="{58EFE2A6-06C7-438D-9220-3B691AC7427E}" dt="2019-02-10T23:34:40.254" v="736" actId="478"/>
          <ac:spMkLst>
            <pc:docMk/>
            <pc:sldMk cId="1015435378" sldId="295"/>
            <ac:spMk id="5" creationId="{2AE3DAC2-C50F-4DE6-A1FD-774EB52E6F8B}"/>
          </ac:spMkLst>
        </pc:spChg>
      </pc:sldChg>
      <pc:sldChg chg="addSp modSp add del ord modTransition">
        <pc:chgData name="Victor Silva" userId="48acf9fd5344f352" providerId="LiveId" clId="{58EFE2A6-06C7-438D-9220-3B691AC7427E}" dt="2019-02-10T23:43:14.509" v="862"/>
        <pc:sldMkLst>
          <pc:docMk/>
          <pc:sldMk cId="3327933034" sldId="302"/>
        </pc:sldMkLst>
        <pc:spChg chg="mod">
          <ac:chgData name="Victor Silva" userId="48acf9fd5344f352" providerId="LiveId" clId="{58EFE2A6-06C7-438D-9220-3B691AC7427E}" dt="2019-02-10T23:27:00.868" v="510" actId="27636"/>
          <ac:spMkLst>
            <pc:docMk/>
            <pc:sldMk cId="3327933034" sldId="302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23:46.042" v="307"/>
          <ac:spMkLst>
            <pc:docMk/>
            <pc:sldMk cId="3327933034" sldId="302"/>
            <ac:spMk id="4" creationId="{4B22D3BE-89E4-4EC3-A1DC-6A72AA778F64}"/>
          </ac:spMkLst>
        </pc:spChg>
        <pc:spChg chg="mod">
          <ac:chgData name="Victor Silva" userId="48acf9fd5344f352" providerId="LiveId" clId="{58EFE2A6-06C7-438D-9220-3B691AC7427E}" dt="2019-02-10T23:39:31.438" v="810" actId="1076"/>
          <ac:spMkLst>
            <pc:docMk/>
            <pc:sldMk cId="3327933034" sldId="302"/>
            <ac:spMk id="7" creationId="{55F6371D-C816-46F3-A062-D08344266E2D}"/>
          </ac:spMkLst>
        </pc:spChg>
        <pc:graphicFrameChg chg="mod">
          <ac:chgData name="Victor Silva" userId="48acf9fd5344f352" providerId="LiveId" clId="{58EFE2A6-06C7-438D-9220-3B691AC7427E}" dt="2019-02-10T23:39:31.438" v="810" actId="1076"/>
          <ac:graphicFrameMkLst>
            <pc:docMk/>
            <pc:sldMk cId="3327933034" sldId="302"/>
            <ac:graphicFrameMk id="6" creationId="{806371BF-70D0-4393-AF3C-2C43FD47420A}"/>
          </ac:graphicFrameMkLst>
        </pc:graphicFrameChg>
      </pc:sldChg>
      <pc:sldChg chg="modSp add del modTransition">
        <pc:chgData name="Victor Silva" userId="48acf9fd5344f352" providerId="LiveId" clId="{58EFE2A6-06C7-438D-9220-3B691AC7427E}" dt="2019-02-10T23:29:31.966" v="574" actId="2696"/>
        <pc:sldMkLst>
          <pc:docMk/>
          <pc:sldMk cId="2765966590" sldId="306"/>
        </pc:sldMkLst>
        <pc:spChg chg="mod">
          <ac:chgData name="Victor Silva" userId="48acf9fd5344f352" providerId="LiveId" clId="{58EFE2A6-06C7-438D-9220-3B691AC7427E}" dt="2019-02-10T23:27:00.584" v="466" actId="27636"/>
          <ac:spMkLst>
            <pc:docMk/>
            <pc:sldMk cId="2765966590" sldId="306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29:24.466" v="569"/>
          <ac:spMkLst>
            <pc:docMk/>
            <pc:sldMk cId="2765966590" sldId="306"/>
            <ac:spMk id="3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10" v="471" actId="27636"/>
        <pc:sldMkLst>
          <pc:docMk/>
          <pc:sldMk cId="3986070214" sldId="307"/>
        </pc:sldMkLst>
        <pc:spChg chg="mod">
          <ac:chgData name="Victor Silva" userId="48acf9fd5344f352" providerId="LiveId" clId="{58EFE2A6-06C7-438D-9220-3B691AC7427E}" dt="2019-02-10T23:27:00.610" v="471" actId="27636"/>
          <ac:spMkLst>
            <pc:docMk/>
            <pc:sldMk cId="3986070214" sldId="307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37" v="475" actId="27636"/>
        <pc:sldMkLst>
          <pc:docMk/>
          <pc:sldMk cId="2594352777" sldId="308"/>
        </pc:sldMkLst>
        <pc:spChg chg="mod">
          <ac:chgData name="Victor Silva" userId="48acf9fd5344f352" providerId="LiveId" clId="{58EFE2A6-06C7-438D-9220-3B691AC7427E}" dt="2019-02-10T23:27:00.637" v="475" actId="27636"/>
          <ac:spMkLst>
            <pc:docMk/>
            <pc:sldMk cId="2594352777" sldId="308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31:55.252" v="653" actId="20577"/>
        <pc:sldMkLst>
          <pc:docMk/>
          <pc:sldMk cId="115077083" sldId="309"/>
        </pc:sldMkLst>
        <pc:spChg chg="mod">
          <ac:chgData name="Victor Silva" userId="48acf9fd5344f352" providerId="LiveId" clId="{58EFE2A6-06C7-438D-9220-3B691AC7427E}" dt="2019-02-10T23:27:00.672" v="481" actId="27636"/>
          <ac:spMkLst>
            <pc:docMk/>
            <pc:sldMk cId="115077083" sldId="309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31:55.252" v="653" actId="20577"/>
          <ac:spMkLst>
            <pc:docMk/>
            <pc:sldMk cId="115077083" sldId="309"/>
            <ac:spMk id="3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688" v="483" actId="27636"/>
        <pc:sldMkLst>
          <pc:docMk/>
          <pc:sldMk cId="2642736245" sldId="310"/>
        </pc:sldMkLst>
        <pc:spChg chg="mod">
          <ac:chgData name="Victor Silva" userId="48acf9fd5344f352" providerId="LiveId" clId="{58EFE2A6-06C7-438D-9220-3B691AC7427E}" dt="2019-02-10T23:27:00.688" v="483" actId="27636"/>
          <ac:spMkLst>
            <pc:docMk/>
            <pc:sldMk cId="2642736245" sldId="310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715" v="487" actId="27636"/>
        <pc:sldMkLst>
          <pc:docMk/>
          <pc:sldMk cId="2762202253" sldId="311"/>
        </pc:sldMkLst>
        <pc:spChg chg="mod">
          <ac:chgData name="Victor Silva" userId="48acf9fd5344f352" providerId="LiveId" clId="{58EFE2A6-06C7-438D-9220-3B691AC7427E}" dt="2019-02-10T23:27:00.715" v="487" actId="27636"/>
          <ac:spMkLst>
            <pc:docMk/>
            <pc:sldMk cId="2762202253" sldId="311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720" v="488" actId="27636"/>
        <pc:sldMkLst>
          <pc:docMk/>
          <pc:sldMk cId="3228972895" sldId="312"/>
        </pc:sldMkLst>
        <pc:spChg chg="mod">
          <ac:chgData name="Victor Silva" userId="48acf9fd5344f352" providerId="LiveId" clId="{58EFE2A6-06C7-438D-9220-3B691AC7427E}" dt="2019-02-10T23:27:00.720" v="488" actId="27636"/>
          <ac:spMkLst>
            <pc:docMk/>
            <pc:sldMk cId="3228972895" sldId="312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33:55.390" v="732" actId="20577"/>
        <pc:sldMkLst>
          <pc:docMk/>
          <pc:sldMk cId="2863458593" sldId="313"/>
        </pc:sldMkLst>
        <pc:spChg chg="mod">
          <ac:chgData name="Victor Silva" userId="48acf9fd5344f352" providerId="LiveId" clId="{58EFE2A6-06C7-438D-9220-3B691AC7427E}" dt="2019-02-10T23:27:00.767" v="496" actId="27636"/>
          <ac:spMkLst>
            <pc:docMk/>
            <pc:sldMk cId="2863458593" sldId="313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33:55.390" v="732" actId="20577"/>
          <ac:spMkLst>
            <pc:docMk/>
            <pc:sldMk cId="2863458593" sldId="313"/>
            <ac:spMk id="3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27:00.771" v="497" actId="27636"/>
        <pc:sldMkLst>
          <pc:docMk/>
          <pc:sldMk cId="4126074125" sldId="314"/>
        </pc:sldMkLst>
        <pc:spChg chg="mod">
          <ac:chgData name="Victor Silva" userId="48acf9fd5344f352" providerId="LiveId" clId="{58EFE2A6-06C7-438D-9220-3B691AC7427E}" dt="2019-02-10T23:27:00.771" v="497" actId="27636"/>
          <ac:spMkLst>
            <pc:docMk/>
            <pc:sldMk cId="4126074125" sldId="314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34:07.753" v="733" actId="2696"/>
        <pc:sldMkLst>
          <pc:docMk/>
          <pc:sldMk cId="2716577671" sldId="315"/>
        </pc:sldMkLst>
        <pc:spChg chg="mod">
          <ac:chgData name="Victor Silva" userId="48acf9fd5344f352" providerId="LiveId" clId="{58EFE2A6-06C7-438D-9220-3B691AC7427E}" dt="2019-02-10T23:27:00.777" v="498" actId="27636"/>
          <ac:spMkLst>
            <pc:docMk/>
            <pc:sldMk cId="2716577671" sldId="315"/>
            <ac:spMk id="2" creationId="{00000000-0000-0000-0000-000000000000}"/>
          </ac:spMkLst>
        </pc:spChg>
      </pc:sldChg>
      <pc:sldChg chg="modSp add del modTransition">
        <pc:chgData name="Victor Silva" userId="48acf9fd5344f352" providerId="LiveId" clId="{58EFE2A6-06C7-438D-9220-3B691AC7427E}" dt="2019-02-10T23:40:15.542" v="817" actId="403"/>
        <pc:sldMkLst>
          <pc:docMk/>
          <pc:sldMk cId="507019763" sldId="316"/>
        </pc:sldMkLst>
        <pc:spChg chg="mod">
          <ac:chgData name="Victor Silva" userId="48acf9fd5344f352" providerId="LiveId" clId="{58EFE2A6-06C7-438D-9220-3B691AC7427E}" dt="2019-02-10T23:27:00.789" v="500" actId="27636"/>
          <ac:spMkLst>
            <pc:docMk/>
            <pc:sldMk cId="507019763" sldId="316"/>
            <ac:spMk id="2" creationId="{00000000-0000-0000-0000-000000000000}"/>
          </ac:spMkLst>
        </pc:spChg>
        <pc:spChg chg="mod">
          <ac:chgData name="Victor Silva" userId="48acf9fd5344f352" providerId="LiveId" clId="{58EFE2A6-06C7-438D-9220-3B691AC7427E}" dt="2019-02-10T23:40:15.542" v="817" actId="403"/>
          <ac:spMkLst>
            <pc:docMk/>
            <pc:sldMk cId="507019763" sldId="316"/>
            <ac:spMk id="3" creationId="{00000000-0000-0000-0000-000000000000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1:21.773" v="823" actId="404"/>
        <pc:sldMkLst>
          <pc:docMk/>
          <pc:sldMk cId="3789499983" sldId="317"/>
        </pc:sldMkLst>
        <pc:spChg chg="mod">
          <ac:chgData name="Victor Silva" userId="48acf9fd5344f352" providerId="LiveId" clId="{58EFE2A6-06C7-438D-9220-3B691AC7427E}" dt="2019-02-10T23:27:00.827" v="503" actId="27636"/>
          <ac:spMkLst>
            <pc:docMk/>
            <pc:sldMk cId="3789499983" sldId="317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1:21.773" v="823" actId="404"/>
          <ac:spMkLst>
            <pc:docMk/>
            <pc:sldMk cId="3789499983" sldId="317"/>
            <ac:spMk id="3" creationId="{C68DA286-F909-4E5E-9624-26544932016E}"/>
          </ac:spMkLst>
        </pc:spChg>
        <pc:spChg chg="del">
          <ac:chgData name="Victor Silva" userId="48acf9fd5344f352" providerId="LiveId" clId="{58EFE2A6-06C7-438D-9220-3B691AC7427E}" dt="2019-02-10T23:34:49.143" v="738" actId="478"/>
          <ac:spMkLst>
            <pc:docMk/>
            <pc:sldMk cId="3789499983" sldId="317"/>
            <ac:spMk id="5" creationId="{2AE3DAC2-C50F-4DE6-A1FD-774EB52E6F8B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1:40.907" v="833" actId="404"/>
        <pc:sldMkLst>
          <pc:docMk/>
          <pc:sldMk cId="2747894292" sldId="318"/>
        </pc:sldMkLst>
        <pc:spChg chg="mod">
          <ac:chgData name="Victor Silva" userId="48acf9fd5344f352" providerId="LiveId" clId="{58EFE2A6-06C7-438D-9220-3B691AC7427E}" dt="2019-02-10T23:27:00.835" v="504" actId="27636"/>
          <ac:spMkLst>
            <pc:docMk/>
            <pc:sldMk cId="2747894292" sldId="318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1:40.907" v="833" actId="404"/>
          <ac:spMkLst>
            <pc:docMk/>
            <pc:sldMk cId="2747894292" sldId="318"/>
            <ac:spMk id="3" creationId="{A80E8924-F73C-427E-9423-0261ABC46251}"/>
          </ac:spMkLst>
        </pc:spChg>
        <pc:spChg chg="del mod">
          <ac:chgData name="Victor Silva" userId="48acf9fd5344f352" providerId="LiveId" clId="{58EFE2A6-06C7-438D-9220-3B691AC7427E}" dt="2019-02-10T23:35:12.505" v="747" actId="478"/>
          <ac:spMkLst>
            <pc:docMk/>
            <pc:sldMk cId="2747894292" sldId="318"/>
            <ac:spMk id="5" creationId="{2AE3DAC2-C50F-4DE6-A1FD-774EB52E6F8B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1:51.317" v="838" actId="404"/>
        <pc:sldMkLst>
          <pc:docMk/>
          <pc:sldMk cId="1158984332" sldId="319"/>
        </pc:sldMkLst>
        <pc:spChg chg="mod">
          <ac:chgData name="Victor Silva" userId="48acf9fd5344f352" providerId="LiveId" clId="{58EFE2A6-06C7-438D-9220-3B691AC7427E}" dt="2019-02-10T23:27:00.841" v="505" actId="27636"/>
          <ac:spMkLst>
            <pc:docMk/>
            <pc:sldMk cId="1158984332" sldId="319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1:51.317" v="838" actId="404"/>
          <ac:spMkLst>
            <pc:docMk/>
            <pc:sldMk cId="1158984332" sldId="319"/>
            <ac:spMk id="3" creationId="{87099316-D297-4E26-AC82-48065EA7282A}"/>
          </ac:spMkLst>
        </pc:spChg>
        <pc:spChg chg="del">
          <ac:chgData name="Victor Silva" userId="48acf9fd5344f352" providerId="LiveId" clId="{58EFE2A6-06C7-438D-9220-3B691AC7427E}" dt="2019-02-10T23:35:24.283" v="751" actId="478"/>
          <ac:spMkLst>
            <pc:docMk/>
            <pc:sldMk cId="1158984332" sldId="319"/>
            <ac:spMk id="5" creationId="{2AE3DAC2-C50F-4DE6-A1FD-774EB52E6F8B}"/>
          </ac:spMkLst>
        </pc:spChg>
        <pc:picChg chg="del mod">
          <ac:chgData name="Victor Silva" userId="48acf9fd5344f352" providerId="LiveId" clId="{58EFE2A6-06C7-438D-9220-3B691AC7427E}" dt="2019-02-10T23:36:46.532" v="782" actId="478"/>
          <ac:picMkLst>
            <pc:docMk/>
            <pc:sldMk cId="1158984332" sldId="319"/>
            <ac:picMk id="6" creationId="{E0B82033-AA43-499D-A3F5-DAB3DC81F29C}"/>
          </ac:picMkLst>
        </pc:picChg>
      </pc:sldChg>
      <pc:sldChg chg="addSp delSp modSp add del modTransition">
        <pc:chgData name="Victor Silva" userId="48acf9fd5344f352" providerId="LiveId" clId="{58EFE2A6-06C7-438D-9220-3B691AC7427E}" dt="2019-02-10T23:42:09.981" v="848" actId="404"/>
        <pc:sldMkLst>
          <pc:docMk/>
          <pc:sldMk cId="2630461931" sldId="320"/>
        </pc:sldMkLst>
        <pc:spChg chg="mod">
          <ac:chgData name="Victor Silva" userId="48acf9fd5344f352" providerId="LiveId" clId="{58EFE2A6-06C7-438D-9220-3B691AC7427E}" dt="2019-02-10T23:27:00.846" v="506" actId="27636"/>
          <ac:spMkLst>
            <pc:docMk/>
            <pc:sldMk cId="2630461931" sldId="320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2:09.981" v="848" actId="404"/>
          <ac:spMkLst>
            <pc:docMk/>
            <pc:sldMk cId="2630461931" sldId="320"/>
            <ac:spMk id="3" creationId="{CAA4FFB5-B719-4241-B23F-E12BE429A535}"/>
          </ac:spMkLst>
        </pc:spChg>
        <pc:spChg chg="del">
          <ac:chgData name="Victor Silva" userId="48acf9fd5344f352" providerId="LiveId" clId="{58EFE2A6-06C7-438D-9220-3B691AC7427E}" dt="2019-02-10T23:37:02.509" v="788" actId="478"/>
          <ac:spMkLst>
            <pc:docMk/>
            <pc:sldMk cId="2630461931" sldId="320"/>
            <ac:spMk id="5" creationId="{2AE3DAC2-C50F-4DE6-A1FD-774EB52E6F8B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2:26.931" v="854" actId="404"/>
        <pc:sldMkLst>
          <pc:docMk/>
          <pc:sldMk cId="817078461" sldId="321"/>
        </pc:sldMkLst>
        <pc:spChg chg="mod">
          <ac:chgData name="Victor Silva" userId="48acf9fd5344f352" providerId="LiveId" clId="{58EFE2A6-06C7-438D-9220-3B691AC7427E}" dt="2019-02-10T23:27:00.851" v="507" actId="27636"/>
          <ac:spMkLst>
            <pc:docMk/>
            <pc:sldMk cId="817078461" sldId="321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2:26.931" v="854" actId="404"/>
          <ac:spMkLst>
            <pc:docMk/>
            <pc:sldMk cId="817078461" sldId="321"/>
            <ac:spMk id="3" creationId="{39DE1A33-1D82-4E8E-ADFC-6EB86B9B7374}"/>
          </ac:spMkLst>
        </pc:spChg>
        <pc:spChg chg="del">
          <ac:chgData name="Victor Silva" userId="48acf9fd5344f352" providerId="LiveId" clId="{58EFE2A6-06C7-438D-9220-3B691AC7427E}" dt="2019-02-10T23:39:02.130" v="802" actId="478"/>
          <ac:spMkLst>
            <pc:docMk/>
            <pc:sldMk cId="817078461" sldId="321"/>
            <ac:spMk id="5" creationId="{2AE3DAC2-C50F-4DE6-A1FD-774EB52E6F8B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2:54.557" v="859" actId="255"/>
        <pc:sldMkLst>
          <pc:docMk/>
          <pc:sldMk cId="3527235139" sldId="322"/>
        </pc:sldMkLst>
        <pc:spChg chg="mod">
          <ac:chgData name="Victor Silva" userId="48acf9fd5344f352" providerId="LiveId" clId="{58EFE2A6-06C7-438D-9220-3B691AC7427E}" dt="2019-02-10T23:27:00.857" v="508" actId="27636"/>
          <ac:spMkLst>
            <pc:docMk/>
            <pc:sldMk cId="3527235139" sldId="322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2:54.557" v="859" actId="255"/>
          <ac:spMkLst>
            <pc:docMk/>
            <pc:sldMk cId="3527235139" sldId="322"/>
            <ac:spMk id="3" creationId="{85B3554A-9C72-48CE-837B-F439E78FC4A5}"/>
          </ac:spMkLst>
        </pc:spChg>
        <pc:spChg chg="del">
          <ac:chgData name="Victor Silva" userId="48acf9fd5344f352" providerId="LiveId" clId="{58EFE2A6-06C7-438D-9220-3B691AC7427E}" dt="2019-02-10T23:39:12.172" v="806" actId="478"/>
          <ac:spMkLst>
            <pc:docMk/>
            <pc:sldMk cId="3527235139" sldId="322"/>
            <ac:spMk id="5" creationId="{2AE3DAC2-C50F-4DE6-A1FD-774EB52E6F8B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3:04.822" v="861" actId="255"/>
        <pc:sldMkLst>
          <pc:docMk/>
          <pc:sldMk cId="3997054785" sldId="323"/>
        </pc:sldMkLst>
        <pc:spChg chg="mod">
          <ac:chgData name="Victor Silva" userId="48acf9fd5344f352" providerId="LiveId" clId="{58EFE2A6-06C7-438D-9220-3B691AC7427E}" dt="2019-02-10T23:27:00.861" v="509" actId="27636"/>
          <ac:spMkLst>
            <pc:docMk/>
            <pc:sldMk cId="3997054785" sldId="323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3:04.822" v="861" actId="255"/>
          <ac:spMkLst>
            <pc:docMk/>
            <pc:sldMk cId="3997054785" sldId="323"/>
            <ac:spMk id="3" creationId="{67C8DCC3-FB45-4A43-AD84-ACF953F9CBC7}"/>
          </ac:spMkLst>
        </pc:spChg>
        <pc:spChg chg="del">
          <ac:chgData name="Victor Silva" userId="48acf9fd5344f352" providerId="LiveId" clId="{58EFE2A6-06C7-438D-9220-3B691AC7427E}" dt="2019-02-10T23:39:19.133" v="807" actId="478"/>
          <ac:spMkLst>
            <pc:docMk/>
            <pc:sldMk cId="3997054785" sldId="323"/>
            <ac:spMk id="5" creationId="{2AE3DAC2-C50F-4DE6-A1FD-774EB52E6F8B}"/>
          </ac:spMkLst>
        </pc:spChg>
        <pc:spChg chg="mod">
          <ac:chgData name="Victor Silva" userId="48acf9fd5344f352" providerId="LiveId" clId="{58EFE2A6-06C7-438D-9220-3B691AC7427E}" dt="2019-02-10T23:39:25.292" v="809" actId="1076"/>
          <ac:spMkLst>
            <pc:docMk/>
            <pc:sldMk cId="3997054785" sldId="323"/>
            <ac:spMk id="7" creationId="{FB003301-FA51-4297-B727-1164F5E1A3DA}"/>
          </ac:spMkLst>
        </pc:spChg>
        <pc:graphicFrameChg chg="mod">
          <ac:chgData name="Victor Silva" userId="48acf9fd5344f352" providerId="LiveId" clId="{58EFE2A6-06C7-438D-9220-3B691AC7427E}" dt="2019-02-10T23:39:25.292" v="809" actId="1076"/>
          <ac:graphicFrameMkLst>
            <pc:docMk/>
            <pc:sldMk cId="3997054785" sldId="323"/>
            <ac:graphicFrameMk id="6" creationId="{7F6B6BD9-CD77-4ACB-8EA8-F0844C69ABB7}"/>
          </ac:graphicFrameMkLst>
        </pc:graphicFrameChg>
      </pc:sldChg>
      <pc:sldChg chg="addSp delSp modSp add del modTransition">
        <pc:chgData name="Victor Silva" userId="48acf9fd5344f352" providerId="LiveId" clId="{58EFE2A6-06C7-438D-9220-3B691AC7427E}" dt="2019-02-10T23:43:28.215" v="864" actId="255"/>
        <pc:sldMkLst>
          <pc:docMk/>
          <pc:sldMk cId="2648963479" sldId="324"/>
        </pc:sldMkLst>
        <pc:spChg chg="mod">
          <ac:chgData name="Victor Silva" userId="48acf9fd5344f352" providerId="LiveId" clId="{58EFE2A6-06C7-438D-9220-3B691AC7427E}" dt="2019-02-10T23:27:00.875" v="511" actId="27636"/>
          <ac:spMkLst>
            <pc:docMk/>
            <pc:sldMk cId="2648963479" sldId="324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3:28.215" v="864" actId="255"/>
          <ac:spMkLst>
            <pc:docMk/>
            <pc:sldMk cId="2648963479" sldId="324"/>
            <ac:spMk id="3" creationId="{6E4B6BDC-4EB0-44B6-BC4A-92A79CF6F383}"/>
          </ac:spMkLst>
        </pc:spChg>
        <pc:spChg chg="del">
          <ac:chgData name="Victor Silva" userId="48acf9fd5344f352" providerId="LiveId" clId="{58EFE2A6-06C7-438D-9220-3B691AC7427E}" dt="2019-02-10T23:39:36.327" v="811" actId="478"/>
          <ac:spMkLst>
            <pc:docMk/>
            <pc:sldMk cId="2648963479" sldId="324"/>
            <ac:spMk id="5" creationId="{2AE3DAC2-C50F-4DE6-A1FD-774EB52E6F8B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3:49.592" v="870" actId="20577"/>
        <pc:sldMkLst>
          <pc:docMk/>
          <pc:sldMk cId="3250616885" sldId="325"/>
        </pc:sldMkLst>
        <pc:spChg chg="mod">
          <ac:chgData name="Victor Silva" userId="48acf9fd5344f352" providerId="LiveId" clId="{58EFE2A6-06C7-438D-9220-3B691AC7427E}" dt="2019-02-10T23:27:00.880" v="512" actId="27636"/>
          <ac:spMkLst>
            <pc:docMk/>
            <pc:sldMk cId="3250616885" sldId="325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43:49.592" v="870" actId="20577"/>
          <ac:spMkLst>
            <pc:docMk/>
            <pc:sldMk cId="3250616885" sldId="325"/>
            <ac:spMk id="3" creationId="{B10E28FD-1127-4E2C-A49C-8C4E444F2098}"/>
          </ac:spMkLst>
        </pc:spChg>
        <pc:spChg chg="del">
          <ac:chgData name="Victor Silva" userId="48acf9fd5344f352" providerId="LiveId" clId="{58EFE2A6-06C7-438D-9220-3B691AC7427E}" dt="2019-02-10T23:39:43.839" v="813" actId="478"/>
          <ac:spMkLst>
            <pc:docMk/>
            <pc:sldMk cId="3250616885" sldId="325"/>
            <ac:spMk id="5" creationId="{2AE3DAC2-C50F-4DE6-A1FD-774EB52E6F8B}"/>
          </ac:spMkLst>
        </pc:spChg>
      </pc:sldChg>
      <pc:sldChg chg="addSp delSp modSp add del modTransition">
        <pc:chgData name="Victor Silva" userId="48acf9fd5344f352" providerId="LiveId" clId="{58EFE2A6-06C7-438D-9220-3B691AC7427E}" dt="2019-02-10T23:43:52.378" v="871" actId="2696"/>
        <pc:sldMkLst>
          <pc:docMk/>
          <pc:sldMk cId="1515743100" sldId="326"/>
        </pc:sldMkLst>
        <pc:spChg chg="mod">
          <ac:chgData name="Victor Silva" userId="48acf9fd5344f352" providerId="LiveId" clId="{58EFE2A6-06C7-438D-9220-3B691AC7427E}" dt="2019-02-10T23:27:00.888" v="513" actId="27636"/>
          <ac:spMkLst>
            <pc:docMk/>
            <pc:sldMk cId="1515743100" sldId="326"/>
            <ac:spMk id="2" creationId="{00000000-0000-0000-0000-000000000000}"/>
          </ac:spMkLst>
        </pc:spChg>
        <pc:spChg chg="add mod">
          <ac:chgData name="Victor Silva" userId="48acf9fd5344f352" providerId="LiveId" clId="{58EFE2A6-06C7-438D-9220-3B691AC7427E}" dt="2019-02-10T23:39:51.390" v="816"/>
          <ac:spMkLst>
            <pc:docMk/>
            <pc:sldMk cId="1515743100" sldId="326"/>
            <ac:spMk id="3" creationId="{6B00B164-A8DE-4A42-902D-8D848C3BF176}"/>
          </ac:spMkLst>
        </pc:spChg>
        <pc:spChg chg="del">
          <ac:chgData name="Victor Silva" userId="48acf9fd5344f352" providerId="LiveId" clId="{58EFE2A6-06C7-438D-9220-3B691AC7427E}" dt="2019-02-10T23:39:50.143" v="815" actId="478"/>
          <ac:spMkLst>
            <pc:docMk/>
            <pc:sldMk cId="1515743100" sldId="326"/>
            <ac:spMk id="5" creationId="{2AE3DAC2-C50F-4DE6-A1FD-774EB52E6F8B}"/>
          </ac:spMkLst>
        </pc:spChg>
      </pc:sldChg>
      <pc:sldChg chg="modSp add">
        <pc:chgData name="Victor Silva" userId="48acf9fd5344f352" providerId="LiveId" clId="{58EFE2A6-06C7-438D-9220-3B691AC7427E}" dt="2019-02-10T23:36:42.931" v="781" actId="1076"/>
        <pc:sldMkLst>
          <pc:docMk/>
          <pc:sldMk cId="1767498443" sldId="327"/>
        </pc:sldMkLst>
        <pc:spChg chg="mod">
          <ac:chgData name="Victor Silva" userId="48acf9fd5344f352" providerId="LiveId" clId="{58EFE2A6-06C7-438D-9220-3B691AC7427E}" dt="2019-02-10T23:36:31.574" v="777" actId="6549"/>
          <ac:spMkLst>
            <pc:docMk/>
            <pc:sldMk cId="1767498443" sldId="327"/>
            <ac:spMk id="3" creationId="{87099316-D297-4E26-AC82-48065EA7282A}"/>
          </ac:spMkLst>
        </pc:spChg>
        <pc:picChg chg="mod">
          <ac:chgData name="Victor Silva" userId="48acf9fd5344f352" providerId="LiveId" clId="{58EFE2A6-06C7-438D-9220-3B691AC7427E}" dt="2019-02-10T23:36:42.931" v="781" actId="1076"/>
          <ac:picMkLst>
            <pc:docMk/>
            <pc:sldMk cId="1767498443" sldId="327"/>
            <ac:picMk id="6" creationId="{E0B82033-AA43-499D-A3F5-DAB3DC81F29C}"/>
          </ac:picMkLst>
        </pc:picChg>
      </pc:sldChg>
      <pc:sldMasterChg chg="delSldLayout modSldLayout">
        <pc:chgData name="Victor Silva" userId="48acf9fd5344f352" providerId="LiveId" clId="{58EFE2A6-06C7-438D-9220-3B691AC7427E}" dt="2019-02-10T23:38:12.079" v="801" actId="179"/>
        <pc:sldMasterMkLst>
          <pc:docMk/>
          <pc:sldMasterMk cId="0" sldId="2147483648"/>
        </pc:sldMasterMkLst>
        <pc:sldLayoutChg chg="addSp delSp modSp">
          <pc:chgData name="Victor Silva" userId="48acf9fd5344f352" providerId="LiveId" clId="{58EFE2A6-06C7-438D-9220-3B691AC7427E}" dt="2019-02-10T23:38:12.079" v="801" actId="179"/>
          <pc:sldLayoutMkLst>
            <pc:docMk/>
            <pc:sldMasterMk cId="0" sldId="2147483648"/>
            <pc:sldLayoutMk cId="0" sldId="2147483654"/>
          </pc:sldLayoutMkLst>
          <pc:spChg chg="add mod">
            <ac:chgData name="Victor Silva" userId="48acf9fd5344f352" providerId="LiveId" clId="{58EFE2A6-06C7-438D-9220-3B691AC7427E}" dt="2019-02-10T23:25:31.218" v="355"/>
            <ac:spMkLst>
              <pc:docMk/>
              <pc:sldMasterMk cId="0" sldId="2147483648"/>
              <pc:sldLayoutMk cId="0" sldId="2147483654"/>
              <ac:spMk id="2" creationId="{E97760B0-873D-401C-B959-E28108C0A434}"/>
            </ac:spMkLst>
          </pc:spChg>
          <pc:spChg chg="mod">
            <ac:chgData name="Victor Silva" userId="48acf9fd5344f352" providerId="LiveId" clId="{58EFE2A6-06C7-438D-9220-3B691AC7427E}" dt="2019-02-10T23:27:04.611" v="514" actId="404"/>
            <ac:spMkLst>
              <pc:docMk/>
              <pc:sldMasterMk cId="0" sldId="2147483648"/>
              <pc:sldLayoutMk cId="0" sldId="2147483654"/>
              <ac:spMk id="56" creationId="{00000000-0000-0000-0000-000000000000}"/>
            </ac:spMkLst>
          </pc:spChg>
          <pc:spChg chg="mod">
            <ac:chgData name="Victor Silva" userId="48acf9fd5344f352" providerId="LiveId" clId="{58EFE2A6-06C7-438D-9220-3B691AC7427E}" dt="2019-02-10T23:38:12.079" v="801" actId="179"/>
            <ac:spMkLst>
              <pc:docMk/>
              <pc:sldMasterMk cId="0" sldId="2147483648"/>
              <pc:sldLayoutMk cId="0" sldId="2147483654"/>
              <ac:spMk id="57" creationId="{00000000-0000-0000-0000-000000000000}"/>
            </ac:spMkLst>
          </pc:spChg>
          <pc:spChg chg="del">
            <ac:chgData name="Victor Silva" userId="48acf9fd5344f352" providerId="LiveId" clId="{58EFE2A6-06C7-438D-9220-3B691AC7427E}" dt="2019-02-10T23:22:54.697" v="304" actId="478"/>
            <ac:spMkLst>
              <pc:docMk/>
              <pc:sldMasterMk cId="0" sldId="2147483648"/>
              <pc:sldLayoutMk cId="0" sldId="2147483654"/>
              <ac:spMk id="58" creationId="{00000000-0000-0000-0000-000000000000}"/>
            </ac:spMkLst>
          </pc:spChg>
          <pc:picChg chg="add del ord">
            <ac:chgData name="Victor Silva" userId="48acf9fd5344f352" providerId="LiveId" clId="{58EFE2A6-06C7-438D-9220-3B691AC7427E}" dt="2019-02-10T23:24:16.148" v="310" actId="478"/>
            <ac:picMkLst>
              <pc:docMk/>
              <pc:sldMasterMk cId="0" sldId="2147483648"/>
              <pc:sldLayoutMk cId="0" sldId="2147483654"/>
              <ac:picMk id="5" creationId="{729EB303-5CDF-4A12-83D8-BCCA17C29A6E}"/>
            </ac:picMkLst>
          </pc:picChg>
        </pc:sldLayoutChg>
        <pc:sldLayoutChg chg="del">
          <pc:chgData name="Victor Silva" userId="48acf9fd5344f352" providerId="LiveId" clId="{58EFE2A6-06C7-438D-9220-3B691AC7427E}" dt="2019-02-10T23:20:41.631" v="291" actId="2696"/>
          <pc:sldLayoutMkLst>
            <pc:docMk/>
            <pc:sldMasterMk cId="0" sldId="2147483648"/>
            <pc:sldLayoutMk cId="2803036192" sldId="2147483661"/>
          </pc:sldLayoutMkLst>
        </pc:sldLayoutChg>
        <pc:sldLayoutChg chg="del">
          <pc:chgData name="Victor Silva" userId="48acf9fd5344f352" providerId="LiveId" clId="{58EFE2A6-06C7-438D-9220-3B691AC7427E}" dt="2019-02-10T23:20:37.816" v="239" actId="2696"/>
          <pc:sldLayoutMkLst>
            <pc:docMk/>
            <pc:sldMasterMk cId="0" sldId="2147483648"/>
            <pc:sldLayoutMk cId="4080475668" sldId="2147483662"/>
          </pc:sldLayoutMkLst>
        </pc:sldLayoutChg>
      </pc:sldMasterChg>
    </pc:docChg>
  </pc:docChgLst>
  <pc:docChgLst>
    <pc:chgData name="Clayton Silva" userId="29ef9a7b83f2ddc4" providerId="LiveId" clId="{919A9A66-D60F-4053-8C46-645E802872C4}"/>
    <pc:docChg chg="undo custSel addSld delSld modSld sldOrd">
      <pc:chgData name="Clayton Silva" userId="29ef9a7b83f2ddc4" providerId="LiveId" clId="{919A9A66-D60F-4053-8C46-645E802872C4}" dt="2020-09-10T21:28:11.316" v="178" actId="14100"/>
      <pc:docMkLst>
        <pc:docMk/>
      </pc:docMkLst>
      <pc:sldChg chg="modSp mod">
        <pc:chgData name="Clayton Silva" userId="29ef9a7b83f2ddc4" providerId="LiveId" clId="{919A9A66-D60F-4053-8C46-645E802872C4}" dt="2020-09-10T21:20:44.801" v="0" actId="20577"/>
        <pc:sldMkLst>
          <pc:docMk/>
          <pc:sldMk cId="603324679" sldId="453"/>
        </pc:sldMkLst>
        <pc:spChg chg="mod">
          <ac:chgData name="Clayton Silva" userId="29ef9a7b83f2ddc4" providerId="LiveId" clId="{919A9A66-D60F-4053-8C46-645E802872C4}" dt="2020-09-10T21:20:44.801" v="0" actId="20577"/>
          <ac:spMkLst>
            <pc:docMk/>
            <pc:sldMk cId="603324679" sldId="453"/>
            <ac:spMk id="4" creationId="{4D95FF0F-F271-48E7-A204-C5656918B6A3}"/>
          </ac:spMkLst>
        </pc:spChg>
      </pc:sldChg>
      <pc:sldChg chg="del">
        <pc:chgData name="Clayton Silva" userId="29ef9a7b83f2ddc4" providerId="LiveId" clId="{919A9A66-D60F-4053-8C46-645E802872C4}" dt="2020-09-10T21:20:53.765" v="2" actId="47"/>
        <pc:sldMkLst>
          <pc:docMk/>
          <pc:sldMk cId="4177133449" sldId="497"/>
        </pc:sldMkLst>
      </pc:sldChg>
      <pc:sldChg chg="addSp delSp modSp mod">
        <pc:chgData name="Clayton Silva" userId="29ef9a7b83f2ddc4" providerId="LiveId" clId="{919A9A66-D60F-4053-8C46-645E802872C4}" dt="2020-09-10T21:26:10.919" v="170" actId="113"/>
        <pc:sldMkLst>
          <pc:docMk/>
          <pc:sldMk cId="3616289252" sldId="504"/>
        </pc:sldMkLst>
        <pc:spChg chg="add mod">
          <ac:chgData name="Clayton Silva" userId="29ef9a7b83f2ddc4" providerId="LiveId" clId="{919A9A66-D60F-4053-8C46-645E802872C4}" dt="2020-09-10T21:26:10.919" v="170" actId="113"/>
          <ac:spMkLst>
            <pc:docMk/>
            <pc:sldMk cId="3616289252" sldId="504"/>
            <ac:spMk id="2" creationId="{8284C743-6CAF-4064-9740-FEA9F346C55F}"/>
          </ac:spMkLst>
        </pc:spChg>
        <pc:picChg chg="add mod">
          <ac:chgData name="Clayton Silva" userId="29ef9a7b83f2ddc4" providerId="LiveId" clId="{919A9A66-D60F-4053-8C46-645E802872C4}" dt="2020-09-10T21:25:32.314" v="130" actId="1037"/>
          <ac:picMkLst>
            <pc:docMk/>
            <pc:sldMk cId="3616289252" sldId="504"/>
            <ac:picMk id="3" creationId="{4DF6C5C6-9B23-463C-BABD-C8B7DCB1348F}"/>
          </ac:picMkLst>
        </pc:picChg>
        <pc:picChg chg="del">
          <ac:chgData name="Clayton Silva" userId="29ef9a7b83f2ddc4" providerId="LiveId" clId="{919A9A66-D60F-4053-8C46-645E802872C4}" dt="2020-09-10T21:24:55.159" v="74" actId="478"/>
          <ac:picMkLst>
            <pc:docMk/>
            <pc:sldMk cId="3616289252" sldId="504"/>
            <ac:picMk id="8" creationId="{BEFC784E-6574-4CD3-BB3E-A9B2DE297BA2}"/>
          </ac:picMkLst>
        </pc:picChg>
      </pc:sldChg>
      <pc:sldChg chg="del">
        <pc:chgData name="Clayton Silva" userId="29ef9a7b83f2ddc4" providerId="LiveId" clId="{919A9A66-D60F-4053-8C46-645E802872C4}" dt="2020-09-10T21:20:52.907" v="1" actId="47"/>
        <pc:sldMkLst>
          <pc:docMk/>
          <pc:sldMk cId="3597308759" sldId="507"/>
        </pc:sldMkLst>
      </pc:sldChg>
      <pc:sldChg chg="del">
        <pc:chgData name="Clayton Silva" userId="29ef9a7b83f2ddc4" providerId="LiveId" clId="{919A9A66-D60F-4053-8C46-645E802872C4}" dt="2020-09-10T21:20:54.468" v="3" actId="47"/>
        <pc:sldMkLst>
          <pc:docMk/>
          <pc:sldMk cId="3162715805" sldId="508"/>
        </pc:sldMkLst>
      </pc:sldChg>
      <pc:sldChg chg="addSp delSp modSp mod">
        <pc:chgData name="Clayton Silva" userId="29ef9a7b83f2ddc4" providerId="LiveId" clId="{919A9A66-D60F-4053-8C46-645E802872C4}" dt="2020-09-10T21:28:11.316" v="178" actId="14100"/>
        <pc:sldMkLst>
          <pc:docMk/>
          <pc:sldMk cId="254165751" sldId="511"/>
        </pc:sldMkLst>
        <pc:picChg chg="add mod ord">
          <ac:chgData name="Clayton Silva" userId="29ef9a7b83f2ddc4" providerId="LiveId" clId="{919A9A66-D60F-4053-8C46-645E802872C4}" dt="2020-09-10T21:28:11.316" v="178" actId="14100"/>
          <ac:picMkLst>
            <pc:docMk/>
            <pc:sldMk cId="254165751" sldId="511"/>
            <ac:picMk id="3" creationId="{8F20C446-F983-4180-8464-FA629C6D3369}"/>
          </ac:picMkLst>
        </pc:picChg>
        <pc:picChg chg="del">
          <ac:chgData name="Clayton Silva" userId="29ef9a7b83f2ddc4" providerId="LiveId" clId="{919A9A66-D60F-4053-8C46-645E802872C4}" dt="2020-09-10T21:27:29.936" v="171" actId="478"/>
          <ac:picMkLst>
            <pc:docMk/>
            <pc:sldMk cId="254165751" sldId="511"/>
            <ac:picMk id="8" creationId="{BEFC784E-6574-4CD3-BB3E-A9B2DE297BA2}"/>
          </ac:picMkLst>
        </pc:picChg>
        <pc:cxnChg chg="mod">
          <ac:chgData name="Clayton Silva" userId="29ef9a7b83f2ddc4" providerId="LiveId" clId="{919A9A66-D60F-4053-8C46-645E802872C4}" dt="2020-09-10T21:27:56.275" v="174" actId="14100"/>
          <ac:cxnSpMkLst>
            <pc:docMk/>
            <pc:sldMk cId="254165751" sldId="511"/>
            <ac:cxnSpMk id="7" creationId="{22880A4A-BB6B-44C7-B4A5-C34E7C6A6871}"/>
          </ac:cxnSpMkLst>
        </pc:cxnChg>
      </pc:sldChg>
      <pc:sldChg chg="ord">
        <pc:chgData name="Clayton Silva" userId="29ef9a7b83f2ddc4" providerId="LiveId" clId="{919A9A66-D60F-4053-8C46-645E802872C4}" dt="2020-09-10T21:22:03.644" v="26"/>
        <pc:sldMkLst>
          <pc:docMk/>
          <pc:sldMk cId="3873412452" sldId="527"/>
        </pc:sldMkLst>
      </pc:sldChg>
      <pc:sldChg chg="delSp modSp add mod">
        <pc:chgData name="Clayton Silva" userId="29ef9a7b83f2ddc4" providerId="LiveId" clId="{919A9A66-D60F-4053-8C46-645E802872C4}" dt="2020-09-10T21:21:31.234" v="24" actId="27636"/>
        <pc:sldMkLst>
          <pc:docMk/>
          <pc:sldMk cId="296669409" sldId="531"/>
        </pc:sldMkLst>
        <pc:spChg chg="mod">
          <ac:chgData name="Clayton Silva" userId="29ef9a7b83f2ddc4" providerId="LiveId" clId="{919A9A66-D60F-4053-8C46-645E802872C4}" dt="2020-09-10T21:21:31.234" v="24" actId="27636"/>
          <ac:spMkLst>
            <pc:docMk/>
            <pc:sldMk cId="296669409" sldId="531"/>
            <ac:spMk id="5" creationId="{3AB39F27-DEA0-4064-8EDE-9D7097179DBA}"/>
          </ac:spMkLst>
        </pc:spChg>
        <pc:spChg chg="del">
          <ac:chgData name="Clayton Silva" userId="29ef9a7b83f2ddc4" providerId="LiveId" clId="{919A9A66-D60F-4053-8C46-645E802872C4}" dt="2020-09-10T21:21:27.250" v="17" actId="478"/>
          <ac:spMkLst>
            <pc:docMk/>
            <pc:sldMk cId="296669409" sldId="531"/>
            <ac:spMk id="7" creationId="{E7A75FA9-16DB-4CBF-A51B-72CD74FC0C0D}"/>
          </ac:spMkLst>
        </pc:spChg>
      </pc:sldChg>
      <pc:sldChg chg="addSp delSp modSp add mod ord">
        <pc:chgData name="Clayton Silva" userId="29ef9a7b83f2ddc4" providerId="LiveId" clId="{919A9A66-D60F-4053-8C46-645E802872C4}" dt="2020-09-10T21:24:45.542" v="73" actId="20577"/>
        <pc:sldMkLst>
          <pc:docMk/>
          <pc:sldMk cId="361226998" sldId="532"/>
        </pc:sldMkLst>
        <pc:spChg chg="mod">
          <ac:chgData name="Clayton Silva" userId="29ef9a7b83f2ddc4" providerId="LiveId" clId="{919A9A66-D60F-4053-8C46-645E802872C4}" dt="2020-09-10T21:24:45.542" v="73" actId="20577"/>
          <ac:spMkLst>
            <pc:docMk/>
            <pc:sldMk cId="361226998" sldId="532"/>
            <ac:spMk id="7" creationId="{44AD2A47-214E-4705-A057-47767C315768}"/>
          </ac:spMkLst>
        </pc:spChg>
        <pc:picChg chg="add mod">
          <ac:chgData name="Clayton Silva" userId="29ef9a7b83f2ddc4" providerId="LiveId" clId="{919A9A66-D60F-4053-8C46-645E802872C4}" dt="2020-09-10T21:24:34.488" v="59" actId="1038"/>
          <ac:picMkLst>
            <pc:docMk/>
            <pc:sldMk cId="361226998" sldId="532"/>
            <ac:picMk id="3" creationId="{F594F415-4788-4EFD-BB38-A68EE8AE94C5}"/>
          </ac:picMkLst>
        </pc:picChg>
        <pc:picChg chg="del">
          <ac:chgData name="Clayton Silva" userId="29ef9a7b83f2ddc4" providerId="LiveId" clId="{919A9A66-D60F-4053-8C46-645E802872C4}" dt="2020-09-10T21:22:13.667" v="30" actId="21"/>
          <ac:picMkLst>
            <pc:docMk/>
            <pc:sldMk cId="361226998" sldId="532"/>
            <ac:picMk id="6" creationId="{ECBAC967-4578-407B-AE7C-55EEF8EFDCFE}"/>
          </ac:picMkLst>
        </pc:picChg>
      </pc:sldChg>
    </pc:docChg>
  </pc:docChgLst>
  <pc:docChgLst>
    <pc:chgData name="Clayton Silva" userId="29ef9a7b83f2ddc4" providerId="LiveId" clId="{4F5266FF-3531-410F-A564-22745E75D75E}"/>
    <pc:docChg chg="undo custSel mod addSld delSld modSld sldOrd">
      <pc:chgData name="Clayton Silva" userId="29ef9a7b83f2ddc4" providerId="LiveId" clId="{4F5266FF-3531-410F-A564-22745E75D75E}" dt="2020-08-10T13:58:12.527" v="1160" actId="14100"/>
      <pc:docMkLst>
        <pc:docMk/>
      </pc:docMkLst>
      <pc:sldChg chg="modSp mod">
        <pc:chgData name="Clayton Silva" userId="29ef9a7b83f2ddc4" providerId="LiveId" clId="{4F5266FF-3531-410F-A564-22745E75D75E}" dt="2020-08-10T12:30:49.279" v="3" actId="20577"/>
        <pc:sldMkLst>
          <pc:docMk/>
          <pc:sldMk cId="3310034269" sldId="264"/>
        </pc:sldMkLst>
        <pc:spChg chg="mod">
          <ac:chgData name="Clayton Silva" userId="29ef9a7b83f2ddc4" providerId="LiveId" clId="{4F5266FF-3531-410F-A564-22745E75D75E}" dt="2020-08-10T12:30:49.279" v="3" actId="20577"/>
          <ac:spMkLst>
            <pc:docMk/>
            <pc:sldMk cId="3310034269" sldId="264"/>
            <ac:spMk id="4" creationId="{4D95FF0F-F271-48E7-A204-C5656918B6A3}"/>
          </ac:spMkLst>
        </pc:spChg>
      </pc:sldChg>
      <pc:sldChg chg="addSp delSp modSp mod">
        <pc:chgData name="Clayton Silva" userId="29ef9a7b83f2ddc4" providerId="LiveId" clId="{4F5266FF-3531-410F-A564-22745E75D75E}" dt="2020-08-10T12:34:29.024" v="95" actId="1076"/>
        <pc:sldMkLst>
          <pc:docMk/>
          <pc:sldMk cId="3498711493" sldId="265"/>
        </pc:sldMkLst>
        <pc:picChg chg="add del mod modCrop">
          <ac:chgData name="Clayton Silva" userId="29ef9a7b83f2ddc4" providerId="LiveId" clId="{4F5266FF-3531-410F-A564-22745E75D75E}" dt="2020-08-10T12:34:12.582" v="91" actId="478"/>
          <ac:picMkLst>
            <pc:docMk/>
            <pc:sldMk cId="3498711493" sldId="265"/>
            <ac:picMk id="2" creationId="{05A6D320-8C1E-4CA6-B3BC-3D4AEF0D6702}"/>
          </ac:picMkLst>
        </pc:picChg>
        <pc:picChg chg="add mod">
          <ac:chgData name="Clayton Silva" userId="29ef9a7b83f2ddc4" providerId="LiveId" clId="{4F5266FF-3531-410F-A564-22745E75D75E}" dt="2020-08-10T12:34:22.093" v="93" actId="1076"/>
          <ac:picMkLst>
            <pc:docMk/>
            <pc:sldMk cId="3498711493" sldId="265"/>
            <ac:picMk id="5" creationId="{33E127E1-BBB0-46DA-B2E7-25490AEBB64F}"/>
          </ac:picMkLst>
        </pc:picChg>
        <pc:picChg chg="mod">
          <ac:chgData name="Clayton Silva" userId="29ef9a7b83f2ddc4" providerId="LiveId" clId="{4F5266FF-3531-410F-A564-22745E75D75E}" dt="2020-08-10T12:34:29.024" v="95" actId="1076"/>
          <ac:picMkLst>
            <pc:docMk/>
            <pc:sldMk cId="3498711493" sldId="265"/>
            <ac:picMk id="8" creationId="{79B2E4A7-C864-47A8-9175-F5F1C7BD6D34}"/>
          </ac:picMkLst>
        </pc:picChg>
      </pc:sldChg>
      <pc:sldChg chg="del">
        <pc:chgData name="Clayton Silva" userId="29ef9a7b83f2ddc4" providerId="LiveId" clId="{4F5266FF-3531-410F-A564-22745E75D75E}" dt="2020-08-10T12:34:50.660" v="96" actId="47"/>
        <pc:sldMkLst>
          <pc:docMk/>
          <pc:sldMk cId="2355032481" sldId="417"/>
        </pc:sldMkLst>
      </pc:sldChg>
      <pc:sldChg chg="del">
        <pc:chgData name="Clayton Silva" userId="29ef9a7b83f2ddc4" providerId="LiveId" clId="{4F5266FF-3531-410F-A564-22745E75D75E}" dt="2020-08-10T12:30:55.422" v="4" actId="47"/>
        <pc:sldMkLst>
          <pc:docMk/>
          <pc:sldMk cId="3552553344" sldId="423"/>
        </pc:sldMkLst>
      </pc:sldChg>
      <pc:sldChg chg="del">
        <pc:chgData name="Clayton Silva" userId="29ef9a7b83f2ddc4" providerId="LiveId" clId="{4F5266FF-3531-410F-A564-22745E75D75E}" dt="2020-08-10T12:30:57.040" v="5" actId="47"/>
        <pc:sldMkLst>
          <pc:docMk/>
          <pc:sldMk cId="961722630" sldId="424"/>
        </pc:sldMkLst>
      </pc:sldChg>
      <pc:sldChg chg="addSp delSp modSp mod setClrOvrMap">
        <pc:chgData name="Clayton Silva" userId="29ef9a7b83f2ddc4" providerId="LiveId" clId="{4F5266FF-3531-410F-A564-22745E75D75E}" dt="2020-08-10T12:32:35.521" v="55" actId="1038"/>
        <pc:sldMkLst>
          <pc:docMk/>
          <pc:sldMk cId="2547182882" sldId="425"/>
        </pc:sldMkLst>
        <pc:spChg chg="mod">
          <ac:chgData name="Clayton Silva" userId="29ef9a7b83f2ddc4" providerId="LiveId" clId="{4F5266FF-3531-410F-A564-22745E75D75E}" dt="2020-08-10T12:32:23.945" v="35" actId="26606"/>
          <ac:spMkLst>
            <pc:docMk/>
            <pc:sldMk cId="2547182882" sldId="425"/>
            <ac:spMk id="3" creationId="{3D751DFF-B427-46D1-9F50-5B783A22AB67}"/>
          </ac:spMkLst>
        </pc:spChg>
        <pc:spChg chg="del">
          <ac:chgData name="Clayton Silva" userId="29ef9a7b83f2ddc4" providerId="LiveId" clId="{4F5266FF-3531-410F-A564-22745E75D75E}" dt="2020-08-10T12:32:23.945" v="35" actId="26606"/>
          <ac:spMkLst>
            <pc:docMk/>
            <pc:sldMk cId="2547182882" sldId="425"/>
            <ac:spMk id="13" creationId="{A4AC5506-6312-4701-8D3C-40187889A947}"/>
          </ac:spMkLst>
        </pc:spChg>
        <pc:spChg chg="add">
          <ac:chgData name="Clayton Silva" userId="29ef9a7b83f2ddc4" providerId="LiveId" clId="{4F5266FF-3531-410F-A564-22745E75D75E}" dt="2020-08-10T12:32:23.945" v="35" actId="26606"/>
          <ac:spMkLst>
            <pc:docMk/>
            <pc:sldMk cId="2547182882" sldId="425"/>
            <ac:spMk id="18" creationId="{0DE6A193-4755-479A-BC6F-A7EBCA73BE1A}"/>
          </ac:spMkLst>
        </pc:spChg>
        <pc:spChg chg="add">
          <ac:chgData name="Clayton Silva" userId="29ef9a7b83f2ddc4" providerId="LiveId" clId="{4F5266FF-3531-410F-A564-22745E75D75E}" dt="2020-08-10T12:32:23.945" v="35" actId="26606"/>
          <ac:spMkLst>
            <pc:docMk/>
            <pc:sldMk cId="2547182882" sldId="425"/>
            <ac:spMk id="20" creationId="{5A55B759-31A7-423C-9BC2-A8BC09FE98B9}"/>
          </ac:spMkLst>
        </pc:spChg>
        <pc:spChg chg="add">
          <ac:chgData name="Clayton Silva" userId="29ef9a7b83f2ddc4" providerId="LiveId" clId="{4F5266FF-3531-410F-A564-22745E75D75E}" dt="2020-08-10T12:32:23.945" v="35" actId="26606"/>
          <ac:spMkLst>
            <pc:docMk/>
            <pc:sldMk cId="2547182882" sldId="425"/>
            <ac:spMk id="22" creationId="{F78796AF-79A0-47AC-BEFD-BFFC00F968C4}"/>
          </ac:spMkLst>
        </pc:spChg>
        <pc:picChg chg="add mod ord">
          <ac:chgData name="Clayton Silva" userId="29ef9a7b83f2ddc4" providerId="LiveId" clId="{4F5266FF-3531-410F-A564-22745E75D75E}" dt="2020-08-10T12:32:35.521" v="55" actId="1038"/>
          <ac:picMkLst>
            <pc:docMk/>
            <pc:sldMk cId="2547182882" sldId="425"/>
            <ac:picMk id="4" creationId="{F109D1D5-9948-46D0-B3D7-70EA3C7D2F78}"/>
          </ac:picMkLst>
        </pc:picChg>
        <pc:picChg chg="add mod">
          <ac:chgData name="Clayton Silva" userId="29ef9a7b83f2ddc4" providerId="LiveId" clId="{4F5266FF-3531-410F-A564-22745E75D75E}" dt="2020-08-10T12:32:23.945" v="35" actId="26606"/>
          <ac:picMkLst>
            <pc:docMk/>
            <pc:sldMk cId="2547182882" sldId="425"/>
            <ac:picMk id="6" creationId="{EDB3F796-4057-4E02-9E4B-E1C44482C0C4}"/>
          </ac:picMkLst>
        </pc:picChg>
        <pc:picChg chg="del mod">
          <ac:chgData name="Clayton Silva" userId="29ef9a7b83f2ddc4" providerId="LiveId" clId="{4F5266FF-3531-410F-A564-22745E75D75E}" dt="2020-08-10T12:31:33.221" v="24" actId="21"/>
          <ac:picMkLst>
            <pc:docMk/>
            <pc:sldMk cId="2547182882" sldId="425"/>
            <ac:picMk id="7" creationId="{544DBF7C-4035-415B-AE51-7422A431A1DC}"/>
          </ac:picMkLst>
        </pc:picChg>
      </pc:sldChg>
      <pc:sldChg chg="del">
        <pc:chgData name="Clayton Silva" userId="29ef9a7b83f2ddc4" providerId="LiveId" clId="{4F5266FF-3531-410F-A564-22745E75D75E}" dt="2020-08-10T12:32:45.083" v="57" actId="47"/>
        <pc:sldMkLst>
          <pc:docMk/>
          <pc:sldMk cId="3372403729" sldId="426"/>
        </pc:sldMkLst>
      </pc:sldChg>
      <pc:sldChg chg="del">
        <pc:chgData name="Clayton Silva" userId="29ef9a7b83f2ddc4" providerId="LiveId" clId="{4F5266FF-3531-410F-A564-22745E75D75E}" dt="2020-08-10T12:32:40.129" v="56" actId="47"/>
        <pc:sldMkLst>
          <pc:docMk/>
          <pc:sldMk cId="2629300898" sldId="427"/>
        </pc:sldMkLst>
      </pc:sldChg>
      <pc:sldChg chg="modSp mod">
        <pc:chgData name="Clayton Silva" userId="29ef9a7b83f2ddc4" providerId="LiveId" clId="{4F5266FF-3531-410F-A564-22745E75D75E}" dt="2020-08-10T13:52:16.197" v="1024" actId="113"/>
        <pc:sldMkLst>
          <pc:docMk/>
          <pc:sldMk cId="1263591866" sldId="428"/>
        </pc:sldMkLst>
        <pc:spChg chg="mod">
          <ac:chgData name="Clayton Silva" userId="29ef9a7b83f2ddc4" providerId="LiveId" clId="{4F5266FF-3531-410F-A564-22745E75D75E}" dt="2020-08-10T13:52:16.197" v="1024" actId="113"/>
          <ac:spMkLst>
            <pc:docMk/>
            <pc:sldMk cId="1263591866" sldId="428"/>
            <ac:spMk id="4" creationId="{E15E62C7-FB78-4959-8741-32C91EF7DF10}"/>
          </ac:spMkLst>
        </pc:spChg>
      </pc:sldChg>
      <pc:sldChg chg="new del">
        <pc:chgData name="Clayton Silva" userId="29ef9a7b83f2ddc4" providerId="LiveId" clId="{4F5266FF-3531-410F-A564-22745E75D75E}" dt="2020-08-10T13:00:44.600" v="803" actId="47"/>
        <pc:sldMkLst>
          <pc:docMk/>
          <pc:sldMk cId="1193290000" sldId="429"/>
        </pc:sldMkLst>
      </pc:sldChg>
      <pc:sldChg chg="modSp add mod ord">
        <pc:chgData name="Clayton Silva" userId="29ef9a7b83f2ddc4" providerId="LiveId" clId="{4F5266FF-3531-410F-A564-22745E75D75E}" dt="2020-08-10T13:56:45.144" v="1082" actId="948"/>
        <pc:sldMkLst>
          <pc:docMk/>
          <pc:sldMk cId="549977791" sldId="430"/>
        </pc:sldMkLst>
        <pc:spChg chg="mod">
          <ac:chgData name="Clayton Silva" userId="29ef9a7b83f2ddc4" providerId="LiveId" clId="{4F5266FF-3531-410F-A564-22745E75D75E}" dt="2020-08-10T12:40:24.268" v="150" actId="20577"/>
          <ac:spMkLst>
            <pc:docMk/>
            <pc:sldMk cId="549977791" sldId="430"/>
            <ac:spMk id="3" creationId="{158927E9-2B19-450F-81CD-628DA3DFC52F}"/>
          </ac:spMkLst>
        </pc:spChg>
        <pc:spChg chg="mod">
          <ac:chgData name="Clayton Silva" userId="29ef9a7b83f2ddc4" providerId="LiveId" clId="{4F5266FF-3531-410F-A564-22745E75D75E}" dt="2020-08-10T13:56:45.144" v="1082" actId="948"/>
          <ac:spMkLst>
            <pc:docMk/>
            <pc:sldMk cId="549977791" sldId="430"/>
            <ac:spMk id="4" creationId="{E15E62C7-FB78-4959-8741-32C91EF7DF10}"/>
          </ac:spMkLst>
        </pc:spChg>
      </pc:sldChg>
      <pc:sldChg chg="new del">
        <pc:chgData name="Clayton Silva" userId="29ef9a7b83f2ddc4" providerId="LiveId" clId="{4F5266FF-3531-410F-A564-22745E75D75E}" dt="2020-08-10T13:00:45.526" v="804" actId="47"/>
        <pc:sldMkLst>
          <pc:docMk/>
          <pc:sldMk cId="559271683" sldId="431"/>
        </pc:sldMkLst>
      </pc:sldChg>
      <pc:sldChg chg="addSp delSp modSp add mod modClrScheme chgLayout">
        <pc:chgData name="Clayton Silva" userId="29ef9a7b83f2ddc4" providerId="LiveId" clId="{4F5266FF-3531-410F-A564-22745E75D75E}" dt="2020-08-10T13:58:12.527" v="1160" actId="14100"/>
        <pc:sldMkLst>
          <pc:docMk/>
          <pc:sldMk cId="1736873216" sldId="432"/>
        </pc:sldMkLst>
        <pc:spChg chg="mod ord">
          <ac:chgData name="Clayton Silva" userId="29ef9a7b83f2ddc4" providerId="LiveId" clId="{4F5266FF-3531-410F-A564-22745E75D75E}" dt="2020-08-10T13:50:38.938" v="1019" actId="1038"/>
          <ac:spMkLst>
            <pc:docMk/>
            <pc:sldMk cId="1736873216" sldId="432"/>
            <ac:spMk id="2" creationId="{55995A5A-C660-4EC1-842F-96189A2EBE7F}"/>
          </ac:spMkLst>
        </pc:spChg>
        <pc:spChg chg="del mod ord">
          <ac:chgData name="Clayton Silva" userId="29ef9a7b83f2ddc4" providerId="LiveId" clId="{4F5266FF-3531-410F-A564-22745E75D75E}" dt="2020-08-10T13:57:07.928" v="1083" actId="478"/>
          <ac:spMkLst>
            <pc:docMk/>
            <pc:sldMk cId="1736873216" sldId="432"/>
            <ac:spMk id="3" creationId="{158927E9-2B19-450F-81CD-628DA3DFC52F}"/>
          </ac:spMkLst>
        </pc:spChg>
        <pc:spChg chg="del">
          <ac:chgData name="Clayton Silva" userId="29ef9a7b83f2ddc4" providerId="LiveId" clId="{4F5266FF-3531-410F-A564-22745E75D75E}" dt="2020-08-10T13:03:41.704" v="805" actId="478"/>
          <ac:spMkLst>
            <pc:docMk/>
            <pc:sldMk cId="1736873216" sldId="432"/>
            <ac:spMk id="4" creationId="{E15E62C7-FB78-4959-8741-32C91EF7DF10}"/>
          </ac:spMkLst>
        </pc:spChg>
        <pc:spChg chg="add del mod">
          <ac:chgData name="Clayton Silva" userId="29ef9a7b83f2ddc4" providerId="LiveId" clId="{4F5266FF-3531-410F-A564-22745E75D75E}" dt="2020-08-10T13:03:43.980" v="806" actId="478"/>
          <ac:spMkLst>
            <pc:docMk/>
            <pc:sldMk cId="1736873216" sldId="432"/>
            <ac:spMk id="6" creationId="{14E8C6DC-01D9-410A-A859-3CB3CFEB3E6B}"/>
          </ac:spMkLst>
        </pc:spChg>
        <pc:spChg chg="add mod">
          <ac:chgData name="Clayton Silva" userId="29ef9a7b83f2ddc4" providerId="LiveId" clId="{4F5266FF-3531-410F-A564-22745E75D75E}" dt="2020-08-10T13:58:12.527" v="1160" actId="14100"/>
          <ac:spMkLst>
            <pc:docMk/>
            <pc:sldMk cId="1736873216" sldId="432"/>
            <ac:spMk id="11" creationId="{599908E1-8349-42F7-A0EE-61126382196B}"/>
          </ac:spMkLst>
        </pc:spChg>
        <pc:picChg chg="add mod">
          <ac:chgData name="Clayton Silva" userId="29ef9a7b83f2ddc4" providerId="LiveId" clId="{4F5266FF-3531-410F-A564-22745E75D75E}" dt="2020-08-10T13:57:48.041" v="1151" actId="1038"/>
          <ac:picMkLst>
            <pc:docMk/>
            <pc:sldMk cId="1736873216" sldId="432"/>
            <ac:picMk id="8" creationId="{BA45E528-D98B-4E88-8A4D-945F4FB6B4BD}"/>
          </ac:picMkLst>
        </pc:picChg>
        <pc:picChg chg="add mod">
          <ac:chgData name="Clayton Silva" userId="29ef9a7b83f2ddc4" providerId="LiveId" clId="{4F5266FF-3531-410F-A564-22745E75D75E}" dt="2020-08-10T13:57:53.213" v="1158" actId="1036"/>
          <ac:picMkLst>
            <pc:docMk/>
            <pc:sldMk cId="1736873216" sldId="432"/>
            <ac:picMk id="9" creationId="{849BDFBD-DB92-4FC3-B6FA-B59E0D38B561}"/>
          </ac:picMkLst>
        </pc:picChg>
      </pc:sldChg>
    </pc:docChg>
  </pc:docChgLst>
  <pc:docChgLst>
    <pc:chgData name="Clayton Silva" userId="29ef9a7b83f2ddc4" providerId="LiveId" clId="{88BC4E64-57EA-4891-9232-D3571FB7F282}"/>
    <pc:docChg chg="undo custSel mod addSld delSld modSld sldOrd">
      <pc:chgData name="Clayton Silva" userId="29ef9a7b83f2ddc4" providerId="LiveId" clId="{88BC4E64-57EA-4891-9232-D3571FB7F282}" dt="2020-09-01T01:34:38.555" v="942" actId="113"/>
      <pc:docMkLst>
        <pc:docMk/>
      </pc:docMkLst>
      <pc:sldChg chg="modSp mod">
        <pc:chgData name="Clayton Silva" userId="29ef9a7b83f2ddc4" providerId="LiveId" clId="{88BC4E64-57EA-4891-9232-D3571FB7F282}" dt="2020-09-01T00:31:41.718" v="29" actId="20577"/>
        <pc:sldMkLst>
          <pc:docMk/>
          <pc:sldMk cId="603324679" sldId="453"/>
        </pc:sldMkLst>
        <pc:spChg chg="mod">
          <ac:chgData name="Clayton Silva" userId="29ef9a7b83f2ddc4" providerId="LiveId" clId="{88BC4E64-57EA-4891-9232-D3571FB7F282}" dt="2020-09-01T00:31:41.718" v="29" actId="20577"/>
          <ac:spMkLst>
            <pc:docMk/>
            <pc:sldMk cId="603324679" sldId="453"/>
            <ac:spMk id="4" creationId="{4D95FF0F-F271-48E7-A204-C5656918B6A3}"/>
          </ac:spMkLst>
        </pc:spChg>
      </pc:sldChg>
      <pc:sldChg chg="del">
        <pc:chgData name="Clayton Silva" userId="29ef9a7b83f2ddc4" providerId="LiveId" clId="{88BC4E64-57EA-4891-9232-D3571FB7F282}" dt="2020-09-01T01:19:55.241" v="827" actId="47"/>
        <pc:sldMkLst>
          <pc:docMk/>
          <pc:sldMk cId="2623040658" sldId="460"/>
        </pc:sldMkLst>
      </pc:sldChg>
      <pc:sldChg chg="del">
        <pc:chgData name="Clayton Silva" userId="29ef9a7b83f2ddc4" providerId="LiveId" clId="{88BC4E64-57EA-4891-9232-D3571FB7F282}" dt="2020-09-01T01:19:56.208" v="828" actId="47"/>
        <pc:sldMkLst>
          <pc:docMk/>
          <pc:sldMk cId="3585478016" sldId="482"/>
        </pc:sldMkLst>
      </pc:sldChg>
      <pc:sldChg chg="del">
        <pc:chgData name="Clayton Silva" userId="29ef9a7b83f2ddc4" providerId="LiveId" clId="{88BC4E64-57EA-4891-9232-D3571FB7F282}" dt="2020-09-01T01:19:56.803" v="829" actId="47"/>
        <pc:sldMkLst>
          <pc:docMk/>
          <pc:sldMk cId="1512203751" sldId="483"/>
        </pc:sldMkLst>
      </pc:sldChg>
      <pc:sldChg chg="del">
        <pc:chgData name="Clayton Silva" userId="29ef9a7b83f2ddc4" providerId="LiveId" clId="{88BC4E64-57EA-4891-9232-D3571FB7F282}" dt="2020-09-01T01:19:58.586" v="831" actId="47"/>
        <pc:sldMkLst>
          <pc:docMk/>
          <pc:sldMk cId="2428455882" sldId="484"/>
        </pc:sldMkLst>
      </pc:sldChg>
      <pc:sldChg chg="del">
        <pc:chgData name="Clayton Silva" userId="29ef9a7b83f2ddc4" providerId="LiveId" clId="{88BC4E64-57EA-4891-9232-D3571FB7F282}" dt="2020-09-01T01:19:57.594" v="830" actId="47"/>
        <pc:sldMkLst>
          <pc:docMk/>
          <pc:sldMk cId="2372885000" sldId="485"/>
        </pc:sldMkLst>
      </pc:sldChg>
      <pc:sldChg chg="del">
        <pc:chgData name="Clayton Silva" userId="29ef9a7b83f2ddc4" providerId="LiveId" clId="{88BC4E64-57EA-4891-9232-D3571FB7F282}" dt="2020-09-01T01:19:59.135" v="832" actId="47"/>
        <pc:sldMkLst>
          <pc:docMk/>
          <pc:sldMk cId="149826259" sldId="486"/>
        </pc:sldMkLst>
      </pc:sldChg>
      <pc:sldChg chg="del">
        <pc:chgData name="Clayton Silva" userId="29ef9a7b83f2ddc4" providerId="LiveId" clId="{88BC4E64-57EA-4891-9232-D3571FB7F282}" dt="2020-09-01T01:19:59.734" v="833" actId="47"/>
        <pc:sldMkLst>
          <pc:docMk/>
          <pc:sldMk cId="1987377547" sldId="487"/>
        </pc:sldMkLst>
      </pc:sldChg>
      <pc:sldChg chg="del">
        <pc:chgData name="Clayton Silva" userId="29ef9a7b83f2ddc4" providerId="LiveId" clId="{88BC4E64-57EA-4891-9232-D3571FB7F282}" dt="2020-09-01T01:20:00.394" v="834" actId="47"/>
        <pc:sldMkLst>
          <pc:docMk/>
          <pc:sldMk cId="2585395704" sldId="488"/>
        </pc:sldMkLst>
      </pc:sldChg>
      <pc:sldChg chg="del">
        <pc:chgData name="Clayton Silva" userId="29ef9a7b83f2ddc4" providerId="LiveId" clId="{88BC4E64-57EA-4891-9232-D3571FB7F282}" dt="2020-09-01T01:20:01.010" v="835" actId="47"/>
        <pc:sldMkLst>
          <pc:docMk/>
          <pc:sldMk cId="2399011129" sldId="489"/>
        </pc:sldMkLst>
      </pc:sldChg>
      <pc:sldChg chg="del">
        <pc:chgData name="Clayton Silva" userId="29ef9a7b83f2ddc4" providerId="LiveId" clId="{88BC4E64-57EA-4891-9232-D3571FB7F282}" dt="2020-09-01T01:20:01.632" v="836" actId="47"/>
        <pc:sldMkLst>
          <pc:docMk/>
          <pc:sldMk cId="742091054" sldId="490"/>
        </pc:sldMkLst>
      </pc:sldChg>
      <pc:sldChg chg="del">
        <pc:chgData name="Clayton Silva" userId="29ef9a7b83f2ddc4" providerId="LiveId" clId="{88BC4E64-57EA-4891-9232-D3571FB7F282}" dt="2020-09-01T01:20:02.694" v="837" actId="47"/>
        <pc:sldMkLst>
          <pc:docMk/>
          <pc:sldMk cId="964442226" sldId="491"/>
        </pc:sldMkLst>
      </pc:sldChg>
      <pc:sldChg chg="del">
        <pc:chgData name="Clayton Silva" userId="29ef9a7b83f2ddc4" providerId="LiveId" clId="{88BC4E64-57EA-4891-9232-D3571FB7F282}" dt="2020-09-01T01:20:04.008" v="838" actId="47"/>
        <pc:sldMkLst>
          <pc:docMk/>
          <pc:sldMk cId="2242799133" sldId="492"/>
        </pc:sldMkLst>
      </pc:sldChg>
      <pc:sldChg chg="del">
        <pc:chgData name="Clayton Silva" userId="29ef9a7b83f2ddc4" providerId="LiveId" clId="{88BC4E64-57EA-4891-9232-D3571FB7F282}" dt="2020-09-01T01:20:04.773" v="839" actId="47"/>
        <pc:sldMkLst>
          <pc:docMk/>
          <pc:sldMk cId="2840110407" sldId="493"/>
        </pc:sldMkLst>
      </pc:sldChg>
      <pc:sldChg chg="del">
        <pc:chgData name="Clayton Silva" userId="29ef9a7b83f2ddc4" providerId="LiveId" clId="{88BC4E64-57EA-4891-9232-D3571FB7F282}" dt="2020-09-01T01:20:05.404" v="840" actId="47"/>
        <pc:sldMkLst>
          <pc:docMk/>
          <pc:sldMk cId="2761259280" sldId="494"/>
        </pc:sldMkLst>
      </pc:sldChg>
      <pc:sldChg chg="delSp modSp new mod">
        <pc:chgData name="Clayton Silva" userId="29ef9a7b83f2ddc4" providerId="LiveId" clId="{88BC4E64-57EA-4891-9232-D3571FB7F282}" dt="2020-09-01T01:34:29.454" v="941" actId="113"/>
        <pc:sldMkLst>
          <pc:docMk/>
          <pc:sldMk cId="1539673728" sldId="495"/>
        </pc:sldMkLst>
        <pc:spChg chg="mod">
          <ac:chgData name="Clayton Silva" userId="29ef9a7b83f2ddc4" providerId="LiveId" clId="{88BC4E64-57EA-4891-9232-D3571FB7F282}" dt="2020-09-01T00:32:55.219" v="48" actId="20577"/>
          <ac:spMkLst>
            <pc:docMk/>
            <pc:sldMk cId="1539673728" sldId="495"/>
            <ac:spMk id="2" creationId="{8616F80F-BE88-4920-965F-019766773293}"/>
          </ac:spMkLst>
        </pc:spChg>
        <pc:spChg chg="mod">
          <ac:chgData name="Clayton Silva" userId="29ef9a7b83f2ddc4" providerId="LiveId" clId="{88BC4E64-57EA-4891-9232-D3571FB7F282}" dt="2020-09-01T01:34:29.454" v="941" actId="113"/>
          <ac:spMkLst>
            <pc:docMk/>
            <pc:sldMk cId="1539673728" sldId="495"/>
            <ac:spMk id="3" creationId="{00737DB7-6BAE-47D1-9D5D-79F806E97614}"/>
          </ac:spMkLst>
        </pc:spChg>
        <pc:spChg chg="del">
          <ac:chgData name="Clayton Silva" userId="29ef9a7b83f2ddc4" providerId="LiveId" clId="{88BC4E64-57EA-4891-9232-D3571FB7F282}" dt="2020-09-01T00:44:17.731" v="141" actId="478"/>
          <ac:spMkLst>
            <pc:docMk/>
            <pc:sldMk cId="1539673728" sldId="495"/>
            <ac:spMk id="4" creationId="{1A29552B-6F30-4E38-A715-B62DB3E49E26}"/>
          </ac:spMkLst>
        </pc:spChg>
      </pc:sldChg>
      <pc:sldChg chg="addSp delSp modSp add mod">
        <pc:chgData name="Clayton Silva" userId="29ef9a7b83f2ddc4" providerId="LiveId" clId="{88BC4E64-57EA-4891-9232-D3571FB7F282}" dt="2020-09-01T00:38:52.575" v="96" actId="207"/>
        <pc:sldMkLst>
          <pc:docMk/>
          <pc:sldMk cId="4100538295" sldId="496"/>
        </pc:sldMkLst>
        <pc:spChg chg="mod">
          <ac:chgData name="Clayton Silva" userId="29ef9a7b83f2ddc4" providerId="LiveId" clId="{88BC4E64-57EA-4891-9232-D3571FB7F282}" dt="2020-09-01T00:38:52.575" v="96" actId="207"/>
          <ac:spMkLst>
            <pc:docMk/>
            <pc:sldMk cId="4100538295" sldId="496"/>
            <ac:spMk id="2" creationId="{8616F80F-BE88-4920-965F-019766773293}"/>
          </ac:spMkLst>
        </pc:spChg>
        <pc:spChg chg="del">
          <ac:chgData name="Clayton Silva" userId="29ef9a7b83f2ddc4" providerId="LiveId" clId="{88BC4E64-57EA-4891-9232-D3571FB7F282}" dt="2020-09-01T00:38:13.758" v="89" actId="478"/>
          <ac:spMkLst>
            <pc:docMk/>
            <pc:sldMk cId="4100538295" sldId="496"/>
            <ac:spMk id="3" creationId="{00737DB7-6BAE-47D1-9D5D-79F806E97614}"/>
          </ac:spMkLst>
        </pc:spChg>
        <pc:spChg chg="del">
          <ac:chgData name="Clayton Silva" userId="29ef9a7b83f2ddc4" providerId="LiveId" clId="{88BC4E64-57EA-4891-9232-D3571FB7F282}" dt="2020-09-01T00:38:26.481" v="92" actId="478"/>
          <ac:spMkLst>
            <pc:docMk/>
            <pc:sldMk cId="4100538295" sldId="496"/>
            <ac:spMk id="4" creationId="{1A29552B-6F30-4E38-A715-B62DB3E49E26}"/>
          </ac:spMkLst>
        </pc:spChg>
        <pc:spChg chg="add del mod">
          <ac:chgData name="Clayton Silva" userId="29ef9a7b83f2ddc4" providerId="LiveId" clId="{88BC4E64-57EA-4891-9232-D3571FB7F282}" dt="2020-09-01T00:38:17.755" v="90"/>
          <ac:spMkLst>
            <pc:docMk/>
            <pc:sldMk cId="4100538295" sldId="496"/>
            <ac:spMk id="6" creationId="{5655B0B6-FDD2-4186-8532-13135898AD31}"/>
          </ac:spMkLst>
        </pc:spChg>
        <pc:picChg chg="add mod ord">
          <ac:chgData name="Clayton Silva" userId="29ef9a7b83f2ddc4" providerId="LiveId" clId="{88BC4E64-57EA-4891-9232-D3571FB7F282}" dt="2020-09-01T00:38:43.902" v="95" actId="167"/>
          <ac:picMkLst>
            <pc:docMk/>
            <pc:sldMk cId="4100538295" sldId="496"/>
            <ac:picMk id="7" creationId="{C50E69E0-2DA4-428C-9155-2C2848AFC1A6}"/>
          </ac:picMkLst>
        </pc:picChg>
      </pc:sldChg>
      <pc:sldChg chg="addSp delSp modSp new mod">
        <pc:chgData name="Clayton Silva" userId="29ef9a7b83f2ddc4" providerId="LiveId" clId="{88BC4E64-57EA-4891-9232-D3571FB7F282}" dt="2020-09-01T00:42:29.670" v="140" actId="1038"/>
        <pc:sldMkLst>
          <pc:docMk/>
          <pc:sldMk cId="4177133449" sldId="497"/>
        </pc:sldMkLst>
        <pc:spChg chg="del">
          <ac:chgData name="Clayton Silva" userId="29ef9a7b83f2ddc4" providerId="LiveId" clId="{88BC4E64-57EA-4891-9232-D3571FB7F282}" dt="2020-09-01T00:41:55.189" v="99" actId="478"/>
          <ac:spMkLst>
            <pc:docMk/>
            <pc:sldMk cId="4177133449" sldId="497"/>
            <ac:spMk id="2" creationId="{F4696B03-524C-4C60-9DB8-ACCAD80392FB}"/>
          </ac:spMkLst>
        </pc:spChg>
        <pc:spChg chg="del">
          <ac:chgData name="Clayton Silva" userId="29ef9a7b83f2ddc4" providerId="LiveId" clId="{88BC4E64-57EA-4891-9232-D3571FB7F282}" dt="2020-09-01T00:41:52.167" v="98" actId="478"/>
          <ac:spMkLst>
            <pc:docMk/>
            <pc:sldMk cId="4177133449" sldId="497"/>
            <ac:spMk id="3" creationId="{AC281EDE-6675-451A-AE29-49E682052E20}"/>
          </ac:spMkLst>
        </pc:spChg>
        <pc:spChg chg="del">
          <ac:chgData name="Clayton Silva" userId="29ef9a7b83f2ddc4" providerId="LiveId" clId="{88BC4E64-57EA-4891-9232-D3571FB7F282}" dt="2020-09-01T00:41:58.139" v="100" actId="478"/>
          <ac:spMkLst>
            <pc:docMk/>
            <pc:sldMk cId="4177133449" sldId="497"/>
            <ac:spMk id="4" creationId="{61E8B8E7-2097-42C0-8081-39FACD79E44F}"/>
          </ac:spMkLst>
        </pc:spChg>
        <pc:picChg chg="add mod">
          <ac:chgData name="Clayton Silva" userId="29ef9a7b83f2ddc4" providerId="LiveId" clId="{88BC4E64-57EA-4891-9232-D3571FB7F282}" dt="2020-09-01T00:42:29.670" v="140" actId="1038"/>
          <ac:picMkLst>
            <pc:docMk/>
            <pc:sldMk cId="4177133449" sldId="497"/>
            <ac:picMk id="5" creationId="{3A860E0B-E529-43E7-BC29-11649E31827A}"/>
          </ac:picMkLst>
        </pc:picChg>
      </pc:sldChg>
      <pc:sldChg chg="addSp modSp add mod ord">
        <pc:chgData name="Clayton Silva" userId="29ef9a7b83f2ddc4" providerId="LiveId" clId="{88BC4E64-57EA-4891-9232-D3571FB7F282}" dt="2020-09-01T01:34:38.555" v="942" actId="113"/>
        <pc:sldMkLst>
          <pc:docMk/>
          <pc:sldMk cId="1340600392" sldId="498"/>
        </pc:sldMkLst>
        <pc:spChg chg="mod">
          <ac:chgData name="Clayton Silva" userId="29ef9a7b83f2ddc4" providerId="LiveId" clId="{88BC4E64-57EA-4891-9232-D3571FB7F282}" dt="2020-09-01T01:34:38.555" v="942" actId="113"/>
          <ac:spMkLst>
            <pc:docMk/>
            <pc:sldMk cId="1340600392" sldId="498"/>
            <ac:spMk id="3" creationId="{00737DB7-6BAE-47D1-9D5D-79F806E97614}"/>
          </ac:spMkLst>
        </pc:spChg>
        <pc:picChg chg="add mod">
          <ac:chgData name="Clayton Silva" userId="29ef9a7b83f2ddc4" providerId="LiveId" clId="{88BC4E64-57EA-4891-9232-D3571FB7F282}" dt="2020-09-01T01:12:09.037" v="587" actId="1076"/>
          <ac:picMkLst>
            <pc:docMk/>
            <pc:sldMk cId="1340600392" sldId="498"/>
            <ac:picMk id="5" creationId="{11550560-B04F-4BED-AE08-026E9D0830A8}"/>
          </ac:picMkLst>
        </pc:picChg>
      </pc:sldChg>
      <pc:sldChg chg="addSp delSp modSp new mod setBg">
        <pc:chgData name="Clayton Silva" userId="29ef9a7b83f2ddc4" providerId="LiveId" clId="{88BC4E64-57EA-4891-9232-D3571FB7F282}" dt="2020-09-01T01:13:06.540" v="667" actId="20577"/>
        <pc:sldMkLst>
          <pc:docMk/>
          <pc:sldMk cId="4143994921" sldId="499"/>
        </pc:sldMkLst>
        <pc:spChg chg="mod">
          <ac:chgData name="Clayton Silva" userId="29ef9a7b83f2ddc4" providerId="LiveId" clId="{88BC4E64-57EA-4891-9232-D3571FB7F282}" dt="2020-09-01T01:13:06.540" v="667" actId="20577"/>
          <ac:spMkLst>
            <pc:docMk/>
            <pc:sldMk cId="4143994921" sldId="499"/>
            <ac:spMk id="2" creationId="{95AEBC86-466F-4D45-9BD3-8AF35631969A}"/>
          </ac:spMkLst>
        </pc:spChg>
        <pc:spChg chg="del">
          <ac:chgData name="Clayton Silva" userId="29ef9a7b83f2ddc4" providerId="LiveId" clId="{88BC4E64-57EA-4891-9232-D3571FB7F282}" dt="2020-09-01T01:11:25.812" v="553" actId="22"/>
          <ac:spMkLst>
            <pc:docMk/>
            <pc:sldMk cId="4143994921" sldId="499"/>
            <ac:spMk id="3" creationId="{792333C1-A8F2-4314-89B1-3D529BED57C0}"/>
          </ac:spMkLst>
        </pc:spChg>
        <pc:spChg chg="del">
          <ac:chgData name="Clayton Silva" userId="29ef9a7b83f2ddc4" providerId="LiveId" clId="{88BC4E64-57EA-4891-9232-D3571FB7F282}" dt="2020-09-01T01:11:30.412" v="555" actId="478"/>
          <ac:spMkLst>
            <pc:docMk/>
            <pc:sldMk cId="4143994921" sldId="499"/>
            <ac:spMk id="4" creationId="{94931F8D-905B-427C-9E9B-62FDDE6F8540}"/>
          </ac:spMkLst>
        </pc:spChg>
        <pc:spChg chg="add">
          <ac:chgData name="Clayton Silva" userId="29ef9a7b83f2ddc4" providerId="LiveId" clId="{88BC4E64-57EA-4891-9232-D3571FB7F282}" dt="2020-09-01T01:12:42.776" v="626" actId="26606"/>
          <ac:spMkLst>
            <pc:docMk/>
            <pc:sldMk cId="4143994921" sldId="499"/>
            <ac:spMk id="11" creationId="{74426AB7-D619-4515-962A-BC83909EC015}"/>
          </ac:spMkLst>
        </pc:spChg>
        <pc:spChg chg="add">
          <ac:chgData name="Clayton Silva" userId="29ef9a7b83f2ddc4" providerId="LiveId" clId="{88BC4E64-57EA-4891-9232-D3571FB7F282}" dt="2020-09-01T01:12:42.776" v="626" actId="26606"/>
          <ac:spMkLst>
            <pc:docMk/>
            <pc:sldMk cId="4143994921" sldId="499"/>
            <ac:spMk id="13" creationId="{DE47DF98-723F-4AAC-ABCF-CACBC438F78F}"/>
          </ac:spMkLst>
        </pc:spChg>
        <pc:picChg chg="add mod ord">
          <ac:chgData name="Clayton Silva" userId="29ef9a7b83f2ddc4" providerId="LiveId" clId="{88BC4E64-57EA-4891-9232-D3571FB7F282}" dt="2020-09-01T01:12:42.776" v="626" actId="26606"/>
          <ac:picMkLst>
            <pc:docMk/>
            <pc:sldMk cId="4143994921" sldId="499"/>
            <ac:picMk id="6" creationId="{AD9EFF2C-2C1E-47AF-BF43-D3F40F8B1EBA}"/>
          </ac:picMkLst>
        </pc:picChg>
        <pc:cxnChg chg="add">
          <ac:chgData name="Clayton Silva" userId="29ef9a7b83f2ddc4" providerId="LiveId" clId="{88BC4E64-57EA-4891-9232-D3571FB7F282}" dt="2020-09-01T01:12:42.776" v="626" actId="26606"/>
          <ac:cxnSpMkLst>
            <pc:docMk/>
            <pc:sldMk cId="4143994921" sldId="499"/>
            <ac:cxnSpMk id="15" creationId="{EA29FC7C-9308-4FDE-8DCA-405668055B0F}"/>
          </ac:cxnSpMkLst>
        </pc:cxnChg>
      </pc:sldChg>
      <pc:sldChg chg="addSp delSp modSp add mod">
        <pc:chgData name="Clayton Silva" userId="29ef9a7b83f2ddc4" providerId="LiveId" clId="{88BC4E64-57EA-4891-9232-D3571FB7F282}" dt="2020-09-01T01:18:36.129" v="819" actId="26606"/>
        <pc:sldMkLst>
          <pc:docMk/>
          <pc:sldMk cId="3219933737" sldId="500"/>
        </pc:sldMkLst>
        <pc:spChg chg="del">
          <ac:chgData name="Clayton Silva" userId="29ef9a7b83f2ddc4" providerId="LiveId" clId="{88BC4E64-57EA-4891-9232-D3571FB7F282}" dt="2020-09-01T01:14:57.811" v="671" actId="478"/>
          <ac:spMkLst>
            <pc:docMk/>
            <pc:sldMk cId="3219933737" sldId="500"/>
            <ac:spMk id="2" creationId="{95AEBC86-466F-4D45-9BD3-8AF35631969A}"/>
          </ac:spMkLst>
        </pc:spChg>
        <pc:spChg chg="add del mod">
          <ac:chgData name="Clayton Silva" userId="29ef9a7b83f2ddc4" providerId="LiveId" clId="{88BC4E64-57EA-4891-9232-D3571FB7F282}" dt="2020-09-01T01:14:55.198" v="670" actId="478"/>
          <ac:spMkLst>
            <pc:docMk/>
            <pc:sldMk cId="3219933737" sldId="500"/>
            <ac:spMk id="4" creationId="{5D6FE804-ACE8-4F87-800C-046FDA835951}"/>
          </ac:spMkLst>
        </pc:spChg>
        <pc:spChg chg="add del mod">
          <ac:chgData name="Clayton Silva" userId="29ef9a7b83f2ddc4" providerId="LiveId" clId="{88BC4E64-57EA-4891-9232-D3571FB7F282}" dt="2020-09-01T01:15:01.625" v="672" actId="478"/>
          <ac:spMkLst>
            <pc:docMk/>
            <pc:sldMk cId="3219933737" sldId="500"/>
            <ac:spMk id="7" creationId="{4BC3B817-0A66-40BD-AEC6-E3B46868CCB5}"/>
          </ac:spMkLst>
        </pc:spChg>
        <pc:spChg chg="del">
          <ac:chgData name="Clayton Silva" userId="29ef9a7b83f2ddc4" providerId="LiveId" clId="{88BC4E64-57EA-4891-9232-D3571FB7F282}" dt="2020-09-01T01:15:07.652" v="674" actId="26606"/>
          <ac:spMkLst>
            <pc:docMk/>
            <pc:sldMk cId="3219933737" sldId="500"/>
            <ac:spMk id="11" creationId="{74426AB7-D619-4515-962A-BC83909EC015}"/>
          </ac:spMkLst>
        </pc:spChg>
        <pc:spChg chg="del">
          <ac:chgData name="Clayton Silva" userId="29ef9a7b83f2ddc4" providerId="LiveId" clId="{88BC4E64-57EA-4891-9232-D3571FB7F282}" dt="2020-09-01T01:15:07.652" v="674" actId="26606"/>
          <ac:spMkLst>
            <pc:docMk/>
            <pc:sldMk cId="3219933737" sldId="500"/>
            <ac:spMk id="13" creationId="{DE47DF98-723F-4AAC-ABCF-CACBC438F78F}"/>
          </ac:spMkLst>
        </pc:spChg>
        <pc:spChg chg="add mod">
          <ac:chgData name="Clayton Silva" userId="29ef9a7b83f2ddc4" providerId="LiveId" clId="{88BC4E64-57EA-4891-9232-D3571FB7F282}" dt="2020-09-01T01:18:36.129" v="819" actId="26606"/>
          <ac:spMkLst>
            <pc:docMk/>
            <pc:sldMk cId="3219933737" sldId="500"/>
            <ac:spMk id="14" creationId="{5EADA75E-5F2C-439B-93C6-D06CC8EDE662}"/>
          </ac:spMkLst>
        </pc:spChg>
        <pc:spChg chg="add del">
          <ac:chgData name="Clayton Silva" userId="29ef9a7b83f2ddc4" providerId="LiveId" clId="{88BC4E64-57EA-4891-9232-D3571FB7F282}" dt="2020-09-01T01:18:31.725" v="816" actId="26606"/>
          <ac:spMkLst>
            <pc:docMk/>
            <pc:sldMk cId="3219933737" sldId="500"/>
            <ac:spMk id="19" creationId="{1707FC24-6981-43D9-B525-C7832BA22463}"/>
          </ac:spMkLst>
        </pc:spChg>
        <pc:spChg chg="add del">
          <ac:chgData name="Clayton Silva" userId="29ef9a7b83f2ddc4" providerId="LiveId" clId="{88BC4E64-57EA-4891-9232-D3571FB7F282}" dt="2020-09-01T01:18:36.077" v="818" actId="26606"/>
          <ac:spMkLst>
            <pc:docMk/>
            <pc:sldMk cId="3219933737" sldId="500"/>
            <ac:spMk id="21" creationId="{FBE9F90C-C163-435B-9A68-D15C92D1CF2B}"/>
          </ac:spMkLst>
        </pc:spChg>
        <pc:spChg chg="add del">
          <ac:chgData name="Clayton Silva" userId="29ef9a7b83f2ddc4" providerId="LiveId" clId="{88BC4E64-57EA-4891-9232-D3571FB7F282}" dt="2020-09-01T01:18:36.077" v="818" actId="26606"/>
          <ac:spMkLst>
            <pc:docMk/>
            <pc:sldMk cId="3219933737" sldId="500"/>
            <ac:spMk id="22" creationId="{CDA1A2E9-63FE-408D-A803-8E306ECAB4B3}"/>
          </ac:spMkLst>
        </pc:spChg>
        <pc:spChg chg="add del">
          <ac:chgData name="Clayton Silva" userId="29ef9a7b83f2ddc4" providerId="LiveId" clId="{88BC4E64-57EA-4891-9232-D3571FB7F282}" dt="2020-09-01T01:18:36.077" v="818" actId="26606"/>
          <ac:spMkLst>
            <pc:docMk/>
            <pc:sldMk cId="3219933737" sldId="500"/>
            <ac:spMk id="23" creationId="{1A882A9F-F4E9-4E23-8F0B-20B5DF42EAA9}"/>
          </ac:spMkLst>
        </pc:spChg>
        <pc:spChg chg="add">
          <ac:chgData name="Clayton Silva" userId="29ef9a7b83f2ddc4" providerId="LiveId" clId="{88BC4E64-57EA-4891-9232-D3571FB7F282}" dt="2020-09-01T01:18:36.129" v="819" actId="26606"/>
          <ac:spMkLst>
            <pc:docMk/>
            <pc:sldMk cId="3219933737" sldId="500"/>
            <ac:spMk id="25" creationId="{1707FC24-6981-43D9-B525-C7832BA22463}"/>
          </ac:spMkLst>
        </pc:spChg>
        <pc:picChg chg="del">
          <ac:chgData name="Clayton Silva" userId="29ef9a7b83f2ddc4" providerId="LiveId" clId="{88BC4E64-57EA-4891-9232-D3571FB7F282}" dt="2020-09-01T01:14:52.497" v="669" actId="478"/>
          <ac:picMkLst>
            <pc:docMk/>
            <pc:sldMk cId="3219933737" sldId="500"/>
            <ac:picMk id="6" creationId="{AD9EFF2C-2C1E-47AF-BF43-D3F40F8B1EBA}"/>
          </ac:picMkLst>
        </pc:picChg>
        <pc:picChg chg="add mod ord">
          <ac:chgData name="Clayton Silva" userId="29ef9a7b83f2ddc4" providerId="LiveId" clId="{88BC4E64-57EA-4891-9232-D3571FB7F282}" dt="2020-09-01T01:18:36.129" v="819" actId="26606"/>
          <ac:picMkLst>
            <pc:docMk/>
            <pc:sldMk cId="3219933737" sldId="500"/>
            <ac:picMk id="12" creationId="{7616E8B3-2A73-4BAD-BADD-B28CB4927518}"/>
          </ac:picMkLst>
        </pc:picChg>
        <pc:cxnChg chg="del">
          <ac:chgData name="Clayton Silva" userId="29ef9a7b83f2ddc4" providerId="LiveId" clId="{88BC4E64-57EA-4891-9232-D3571FB7F282}" dt="2020-09-01T01:15:07.652" v="674" actId="26606"/>
          <ac:cxnSpMkLst>
            <pc:docMk/>
            <pc:sldMk cId="3219933737" sldId="500"/>
            <ac:cxnSpMk id="15" creationId="{EA29FC7C-9308-4FDE-8DCA-405668055B0F}"/>
          </ac:cxnSpMkLst>
        </pc:cxnChg>
      </pc:sldChg>
      <pc:sldChg chg="addSp delSp modSp add mod">
        <pc:chgData name="Clayton Silva" userId="29ef9a7b83f2ddc4" providerId="LiveId" clId="{88BC4E64-57EA-4891-9232-D3571FB7F282}" dt="2020-09-01T01:19:07.897" v="826" actId="1076"/>
        <pc:sldMkLst>
          <pc:docMk/>
          <pc:sldMk cId="702785945" sldId="501"/>
        </pc:sldMkLst>
        <pc:picChg chg="add mod">
          <ac:chgData name="Clayton Silva" userId="29ef9a7b83f2ddc4" providerId="LiveId" clId="{88BC4E64-57EA-4891-9232-D3571FB7F282}" dt="2020-09-01T01:19:07.897" v="826" actId="1076"/>
          <ac:picMkLst>
            <pc:docMk/>
            <pc:sldMk cId="702785945" sldId="501"/>
            <ac:picMk id="5" creationId="{040D57BD-9379-4C97-B0C7-13A19A56083C}"/>
          </ac:picMkLst>
        </pc:picChg>
        <pc:picChg chg="del">
          <ac:chgData name="Clayton Silva" userId="29ef9a7b83f2ddc4" providerId="LiveId" clId="{88BC4E64-57EA-4891-9232-D3571FB7F282}" dt="2020-09-01T01:18:47.881" v="821" actId="478"/>
          <ac:picMkLst>
            <pc:docMk/>
            <pc:sldMk cId="702785945" sldId="501"/>
            <ac:picMk id="12" creationId="{7616E8B3-2A73-4BAD-BADD-B28CB4927518}"/>
          </ac:picMkLst>
        </pc:picChg>
      </pc:sldChg>
      <pc:sldChg chg="addSp delSp modSp new mod ord">
        <pc:chgData name="Clayton Silva" userId="29ef9a7b83f2ddc4" providerId="LiveId" clId="{88BC4E64-57EA-4891-9232-D3571FB7F282}" dt="2020-09-01T01:25:01.526" v="912" actId="20577"/>
        <pc:sldMkLst>
          <pc:docMk/>
          <pc:sldMk cId="1697294359" sldId="502"/>
        </pc:sldMkLst>
        <pc:spChg chg="mod">
          <ac:chgData name="Clayton Silva" userId="29ef9a7b83f2ddc4" providerId="LiveId" clId="{88BC4E64-57EA-4891-9232-D3571FB7F282}" dt="2020-09-01T01:25:01.526" v="912" actId="20577"/>
          <ac:spMkLst>
            <pc:docMk/>
            <pc:sldMk cId="1697294359" sldId="502"/>
            <ac:spMk id="2" creationId="{C0E6E8BF-4ACE-4BC5-A34E-8EDA2E8B9EA8}"/>
          </ac:spMkLst>
        </pc:spChg>
        <pc:spChg chg="del">
          <ac:chgData name="Clayton Silva" userId="29ef9a7b83f2ddc4" providerId="LiveId" clId="{88BC4E64-57EA-4891-9232-D3571FB7F282}" dt="2020-09-01T01:21:05.723" v="842"/>
          <ac:spMkLst>
            <pc:docMk/>
            <pc:sldMk cId="1697294359" sldId="502"/>
            <ac:spMk id="3" creationId="{48FC0FCB-18D8-44D1-BDE3-7E3EFA9D0495}"/>
          </ac:spMkLst>
        </pc:spChg>
        <pc:graphicFrameChg chg="add mod modGraphic">
          <ac:chgData name="Clayton Silva" userId="29ef9a7b83f2ddc4" providerId="LiveId" clId="{88BC4E64-57EA-4891-9232-D3571FB7F282}" dt="2020-09-01T01:23:17.341" v="861" actId="113"/>
          <ac:graphicFrameMkLst>
            <pc:docMk/>
            <pc:sldMk cId="1697294359" sldId="502"/>
            <ac:graphicFrameMk id="5" creationId="{67D36169-7E6B-46FB-B5CC-6BE5FC4EDFA3}"/>
          </ac:graphicFrameMkLst>
        </pc:graphicFrameChg>
        <pc:graphicFrameChg chg="add del mod">
          <ac:chgData name="Clayton Silva" userId="29ef9a7b83f2ddc4" providerId="LiveId" clId="{88BC4E64-57EA-4891-9232-D3571FB7F282}" dt="2020-09-01T01:24:28.364" v="886" actId="21"/>
          <ac:graphicFrameMkLst>
            <pc:docMk/>
            <pc:sldMk cId="1697294359" sldId="502"/>
            <ac:graphicFrameMk id="6" creationId="{8E15CF24-A4A9-4D8E-B6BE-F9D19AA98086}"/>
          </ac:graphicFrameMkLst>
        </pc:graphicFrameChg>
      </pc:sldChg>
      <pc:sldChg chg="addSp delSp modSp add mod ord">
        <pc:chgData name="Clayton Silva" userId="29ef9a7b83f2ddc4" providerId="LiveId" clId="{88BC4E64-57EA-4891-9232-D3571FB7F282}" dt="2020-09-01T01:25:22.346" v="937" actId="478"/>
        <pc:sldMkLst>
          <pc:docMk/>
          <pc:sldMk cId="1681748888" sldId="503"/>
        </pc:sldMkLst>
        <pc:spChg chg="mod">
          <ac:chgData name="Clayton Silva" userId="29ef9a7b83f2ddc4" providerId="LiveId" clId="{88BC4E64-57EA-4891-9232-D3571FB7F282}" dt="2020-09-01T01:25:13.519" v="936" actId="20577"/>
          <ac:spMkLst>
            <pc:docMk/>
            <pc:sldMk cId="1681748888" sldId="503"/>
            <ac:spMk id="2" creationId="{C0E6E8BF-4ACE-4BC5-A34E-8EDA2E8B9EA8}"/>
          </ac:spMkLst>
        </pc:spChg>
        <pc:spChg chg="add del mod">
          <ac:chgData name="Clayton Silva" userId="29ef9a7b83f2ddc4" providerId="LiveId" clId="{88BC4E64-57EA-4891-9232-D3571FB7F282}" dt="2020-09-01T01:25:22.346" v="937" actId="478"/>
          <ac:spMkLst>
            <pc:docMk/>
            <pc:sldMk cId="1681748888" sldId="503"/>
            <ac:spMk id="6" creationId="{56C6042E-2D0C-49DB-B0C7-2D701310BEBF}"/>
          </ac:spMkLst>
        </pc:spChg>
        <pc:graphicFrameChg chg="del mod modGraphic">
          <ac:chgData name="Clayton Silva" userId="29ef9a7b83f2ddc4" providerId="LiveId" clId="{88BC4E64-57EA-4891-9232-D3571FB7F282}" dt="2020-09-01T01:24:15.431" v="864" actId="21"/>
          <ac:graphicFrameMkLst>
            <pc:docMk/>
            <pc:sldMk cId="1681748888" sldId="503"/>
            <ac:graphicFrameMk id="5" creationId="{67D36169-7E6B-46FB-B5CC-6BE5FC4EDFA3}"/>
          </ac:graphicFrameMkLst>
        </pc:graphicFrameChg>
        <pc:graphicFrameChg chg="add modGraphic">
          <ac:chgData name="Clayton Silva" userId="29ef9a7b83f2ddc4" providerId="LiveId" clId="{88BC4E64-57EA-4891-9232-D3571FB7F282}" dt="2020-09-01T01:24:42.542" v="888" actId="113"/>
          <ac:graphicFrameMkLst>
            <pc:docMk/>
            <pc:sldMk cId="1681748888" sldId="503"/>
            <ac:graphicFrameMk id="8" creationId="{D71B4DDB-5D99-4AFE-973D-24A67F0BDA2D}"/>
          </ac:graphicFrameMkLst>
        </pc:graphicFrameChg>
      </pc:sldChg>
      <pc:sldMasterChg chg="delSldLayout">
        <pc:chgData name="Clayton Silva" userId="29ef9a7b83f2ddc4" providerId="LiveId" clId="{88BC4E64-57EA-4891-9232-D3571FB7F282}" dt="2020-09-01T01:20:02.694" v="837" actId="47"/>
        <pc:sldMasterMkLst>
          <pc:docMk/>
          <pc:sldMasterMk cId="0" sldId="2147483648"/>
        </pc:sldMasterMkLst>
        <pc:sldLayoutChg chg="del">
          <pc:chgData name="Clayton Silva" userId="29ef9a7b83f2ddc4" providerId="LiveId" clId="{88BC4E64-57EA-4891-9232-D3571FB7F282}" dt="2020-09-01T01:20:02.694" v="837" actId="47"/>
          <pc:sldLayoutMkLst>
            <pc:docMk/>
            <pc:sldMasterMk cId="0" sldId="2147483648"/>
            <pc:sldLayoutMk cId="0" sldId="2147483656"/>
          </pc:sldLayoutMkLst>
        </pc:sldLayoutChg>
      </pc:sldMasterChg>
    </pc:docChg>
  </pc:docChgLst>
  <pc:docChgLst>
    <pc:chgData name="Clayton Silva" userId="29ef9a7b83f2ddc4" providerId="LiveId" clId="{B0DA3209-8F6D-428E-93F5-72CD60D6712F}"/>
    <pc:docChg chg="undo custSel mod addSld delSld modSld sldOrd">
      <pc:chgData name="Clayton Silva" userId="29ef9a7b83f2ddc4" providerId="LiveId" clId="{B0DA3209-8F6D-428E-93F5-72CD60D6712F}" dt="2020-08-28T12:14:40.912" v="1768" actId="47"/>
      <pc:docMkLst>
        <pc:docMk/>
      </pc:docMkLst>
      <pc:sldChg chg="modSp mod">
        <pc:chgData name="Clayton Silva" userId="29ef9a7b83f2ddc4" providerId="LiveId" clId="{B0DA3209-8F6D-428E-93F5-72CD60D6712F}" dt="2020-08-27T12:30:10.979" v="3" actId="20577"/>
        <pc:sldMkLst>
          <pc:docMk/>
          <pc:sldMk cId="603324679" sldId="453"/>
        </pc:sldMkLst>
        <pc:spChg chg="mod">
          <ac:chgData name="Clayton Silva" userId="29ef9a7b83f2ddc4" providerId="LiveId" clId="{B0DA3209-8F6D-428E-93F5-72CD60D6712F}" dt="2020-08-27T12:30:10.979" v="3" actId="20577"/>
          <ac:spMkLst>
            <pc:docMk/>
            <pc:sldMk cId="603324679" sldId="453"/>
            <ac:spMk id="4" creationId="{4D95FF0F-F271-48E7-A204-C5656918B6A3}"/>
          </ac:spMkLst>
        </pc:spChg>
      </pc:sldChg>
      <pc:sldChg chg="del">
        <pc:chgData name="Clayton Silva" userId="29ef9a7b83f2ddc4" providerId="LiveId" clId="{B0DA3209-8F6D-428E-93F5-72CD60D6712F}" dt="2020-08-27T12:30:15.971" v="4" actId="47"/>
        <pc:sldMkLst>
          <pc:docMk/>
          <pc:sldMk cId="3925240854" sldId="459"/>
        </pc:sldMkLst>
      </pc:sldChg>
      <pc:sldChg chg="modSp mod">
        <pc:chgData name="Clayton Silva" userId="29ef9a7b83f2ddc4" providerId="LiveId" clId="{B0DA3209-8F6D-428E-93F5-72CD60D6712F}" dt="2020-08-27T12:37:42.197" v="273" actId="20577"/>
        <pc:sldMkLst>
          <pc:docMk/>
          <pc:sldMk cId="1686542038" sldId="461"/>
        </pc:sldMkLst>
        <pc:spChg chg="mod">
          <ac:chgData name="Clayton Silva" userId="29ef9a7b83f2ddc4" providerId="LiveId" clId="{B0DA3209-8F6D-428E-93F5-72CD60D6712F}" dt="2020-08-27T12:30:41.495" v="14" actId="20577"/>
          <ac:spMkLst>
            <pc:docMk/>
            <pc:sldMk cId="1686542038" sldId="461"/>
            <ac:spMk id="2" creationId="{34513773-B4C2-44E8-A969-E91156BBF336}"/>
          </ac:spMkLst>
        </pc:spChg>
        <pc:spChg chg="mod">
          <ac:chgData name="Clayton Silva" userId="29ef9a7b83f2ddc4" providerId="LiveId" clId="{B0DA3209-8F6D-428E-93F5-72CD60D6712F}" dt="2020-08-27T12:37:42.197" v="273" actId="20577"/>
          <ac:spMkLst>
            <pc:docMk/>
            <pc:sldMk cId="1686542038" sldId="461"/>
            <ac:spMk id="3" creationId="{F49D9E92-33BA-47FB-AAF4-54FCFB3051E9}"/>
          </ac:spMkLst>
        </pc:spChg>
      </pc:sldChg>
      <pc:sldChg chg="addSp delSp modSp mod">
        <pc:chgData name="Clayton Silva" userId="29ef9a7b83f2ddc4" providerId="LiveId" clId="{B0DA3209-8F6D-428E-93F5-72CD60D6712F}" dt="2020-08-27T12:38:01.373" v="301" actId="1076"/>
        <pc:sldMkLst>
          <pc:docMk/>
          <pc:sldMk cId="345142182" sldId="462"/>
        </pc:sldMkLst>
        <pc:spChg chg="mod">
          <ac:chgData name="Clayton Silva" userId="29ef9a7b83f2ddc4" providerId="LiveId" clId="{B0DA3209-8F6D-428E-93F5-72CD60D6712F}" dt="2020-08-27T12:37:54.246" v="298" actId="20577"/>
          <ac:spMkLst>
            <pc:docMk/>
            <pc:sldMk cId="345142182" sldId="462"/>
            <ac:spMk id="2" creationId="{A34E2011-7F43-4D6C-8FAA-B09AF52C6231}"/>
          </ac:spMkLst>
        </pc:spChg>
        <pc:spChg chg="del">
          <ac:chgData name="Clayton Silva" userId="29ef9a7b83f2ddc4" providerId="LiveId" clId="{B0DA3209-8F6D-428E-93F5-72CD60D6712F}" dt="2020-08-27T12:37:22.239" v="267" actId="478"/>
          <ac:spMkLst>
            <pc:docMk/>
            <pc:sldMk cId="345142182" sldId="462"/>
            <ac:spMk id="10" creationId="{A069A917-0D59-475C-9A73-916F0E3B3F13}"/>
          </ac:spMkLst>
        </pc:spChg>
        <pc:graphicFrameChg chg="del">
          <ac:chgData name="Clayton Silva" userId="29ef9a7b83f2ddc4" providerId="LiveId" clId="{B0DA3209-8F6D-428E-93F5-72CD60D6712F}" dt="2020-08-27T12:37:18.863" v="266" actId="478"/>
          <ac:graphicFrameMkLst>
            <pc:docMk/>
            <pc:sldMk cId="345142182" sldId="462"/>
            <ac:graphicFrameMk id="6" creationId="{87C51096-10CE-4C72-9F86-FC154BF5CD49}"/>
          </ac:graphicFrameMkLst>
        </pc:graphicFrameChg>
        <pc:graphicFrameChg chg="del">
          <ac:chgData name="Clayton Silva" userId="29ef9a7b83f2ddc4" providerId="LiveId" clId="{B0DA3209-8F6D-428E-93F5-72CD60D6712F}" dt="2020-08-27T12:37:17.850" v="265" actId="478"/>
          <ac:graphicFrameMkLst>
            <pc:docMk/>
            <pc:sldMk cId="345142182" sldId="462"/>
            <ac:graphicFrameMk id="8" creationId="{969B3D35-A70C-4313-8538-EE5E1CE48FA9}"/>
          </ac:graphicFrameMkLst>
        </pc:graphicFrameChg>
        <pc:picChg chg="add mod">
          <ac:chgData name="Clayton Silva" userId="29ef9a7b83f2ddc4" providerId="LiveId" clId="{B0DA3209-8F6D-428E-93F5-72CD60D6712F}" dt="2020-08-27T12:38:01.373" v="301" actId="1076"/>
          <ac:picMkLst>
            <pc:docMk/>
            <pc:sldMk cId="345142182" sldId="462"/>
            <ac:picMk id="4" creationId="{F0F3F7A1-C805-4F7C-9524-E45E24D03495}"/>
          </ac:picMkLst>
        </pc:picChg>
      </pc:sldChg>
      <pc:sldChg chg="addSp delSp modSp mod chgLayout">
        <pc:chgData name="Clayton Silva" userId="29ef9a7b83f2ddc4" providerId="LiveId" clId="{B0DA3209-8F6D-428E-93F5-72CD60D6712F}" dt="2020-08-27T21:06:32.870" v="765" actId="20577"/>
        <pc:sldMkLst>
          <pc:docMk/>
          <pc:sldMk cId="4095581884" sldId="463"/>
        </pc:sldMkLst>
        <pc:spChg chg="mod ord">
          <ac:chgData name="Clayton Silva" userId="29ef9a7b83f2ddc4" providerId="LiveId" clId="{B0DA3209-8F6D-428E-93F5-72CD60D6712F}" dt="2020-08-27T13:18:13.159" v="407" actId="700"/>
          <ac:spMkLst>
            <pc:docMk/>
            <pc:sldMk cId="4095581884" sldId="463"/>
            <ac:spMk id="2" creationId="{08506D7E-2228-4C79-ABE2-1E8BB14988B2}"/>
          </ac:spMkLst>
        </pc:spChg>
        <pc:spChg chg="add mod ord">
          <ac:chgData name="Clayton Silva" userId="29ef9a7b83f2ddc4" providerId="LiveId" clId="{B0DA3209-8F6D-428E-93F5-72CD60D6712F}" dt="2020-08-27T21:06:32.870" v="765" actId="20577"/>
          <ac:spMkLst>
            <pc:docMk/>
            <pc:sldMk cId="4095581884" sldId="463"/>
            <ac:spMk id="3" creationId="{94302ECC-938D-4E01-9839-C0C2D399A8AE}"/>
          </ac:spMkLst>
        </pc:spChg>
        <pc:spChg chg="del">
          <ac:chgData name="Clayton Silva" userId="29ef9a7b83f2ddc4" providerId="LiveId" clId="{B0DA3209-8F6D-428E-93F5-72CD60D6712F}" dt="2020-08-27T13:17:47.609" v="368" actId="478"/>
          <ac:spMkLst>
            <pc:docMk/>
            <pc:sldMk cId="4095581884" sldId="463"/>
            <ac:spMk id="8" creationId="{AB7F5217-EF9E-44E7-85C2-5EAD871C22C0}"/>
          </ac:spMkLst>
        </pc:spChg>
        <pc:spChg chg="del">
          <ac:chgData name="Clayton Silva" userId="29ef9a7b83f2ddc4" providerId="LiveId" clId="{B0DA3209-8F6D-428E-93F5-72CD60D6712F}" dt="2020-08-27T13:17:47.609" v="368" actId="478"/>
          <ac:spMkLst>
            <pc:docMk/>
            <pc:sldMk cId="4095581884" sldId="463"/>
            <ac:spMk id="9" creationId="{9D3F4391-A24A-446D-A9B2-F877F4D71B9D}"/>
          </ac:spMkLst>
        </pc:spChg>
        <pc:spChg chg="del">
          <ac:chgData name="Clayton Silva" userId="29ef9a7b83f2ddc4" providerId="LiveId" clId="{B0DA3209-8F6D-428E-93F5-72CD60D6712F}" dt="2020-08-27T13:17:47.609" v="368" actId="478"/>
          <ac:spMkLst>
            <pc:docMk/>
            <pc:sldMk cId="4095581884" sldId="463"/>
            <ac:spMk id="13" creationId="{958306B3-2BB9-4E09-B74E-9D2C84422C0C}"/>
          </ac:spMkLst>
        </pc:spChg>
        <pc:spChg chg="del">
          <ac:chgData name="Clayton Silva" userId="29ef9a7b83f2ddc4" providerId="LiveId" clId="{B0DA3209-8F6D-428E-93F5-72CD60D6712F}" dt="2020-08-27T13:17:47.609" v="368" actId="478"/>
          <ac:spMkLst>
            <pc:docMk/>
            <pc:sldMk cId="4095581884" sldId="463"/>
            <ac:spMk id="15" creationId="{6EFABFC9-3519-4E23-B8A5-D01670D333BE}"/>
          </ac:spMkLst>
        </pc:spChg>
        <pc:graphicFrameChg chg="del">
          <ac:chgData name="Clayton Silva" userId="29ef9a7b83f2ddc4" providerId="LiveId" clId="{B0DA3209-8F6D-428E-93F5-72CD60D6712F}" dt="2020-08-27T13:17:47.609" v="368" actId="478"/>
          <ac:graphicFrameMkLst>
            <pc:docMk/>
            <pc:sldMk cId="4095581884" sldId="463"/>
            <ac:graphicFrameMk id="6" creationId="{17B4AFE3-2254-4341-8388-2C8F23856D0D}"/>
          </ac:graphicFrameMkLst>
        </pc:graphicFrameChg>
        <pc:cxnChg chg="del">
          <ac:chgData name="Clayton Silva" userId="29ef9a7b83f2ddc4" providerId="LiveId" clId="{B0DA3209-8F6D-428E-93F5-72CD60D6712F}" dt="2020-08-27T13:17:47.609" v="368" actId="478"/>
          <ac:cxnSpMkLst>
            <pc:docMk/>
            <pc:sldMk cId="4095581884" sldId="463"/>
            <ac:cxnSpMk id="11" creationId="{94EFB2EB-FA93-473D-89AC-34610CBDC021}"/>
          </ac:cxnSpMkLst>
        </pc:cxnChg>
        <pc:cxnChg chg="del">
          <ac:chgData name="Clayton Silva" userId="29ef9a7b83f2ddc4" providerId="LiveId" clId="{B0DA3209-8F6D-428E-93F5-72CD60D6712F}" dt="2020-08-27T13:17:47.609" v="368" actId="478"/>
          <ac:cxnSpMkLst>
            <pc:docMk/>
            <pc:sldMk cId="4095581884" sldId="463"/>
            <ac:cxnSpMk id="16" creationId="{CE496341-B1A9-4891-8A9B-7C70081E8989}"/>
          </ac:cxnSpMkLst>
        </pc:cxnChg>
      </pc:sldChg>
      <pc:sldChg chg="addSp delSp modSp mod setBg">
        <pc:chgData name="Clayton Silva" userId="29ef9a7b83f2ddc4" providerId="LiveId" clId="{B0DA3209-8F6D-428E-93F5-72CD60D6712F}" dt="2020-08-27T21:15:07.830" v="1130" actId="1076"/>
        <pc:sldMkLst>
          <pc:docMk/>
          <pc:sldMk cId="243324654" sldId="464"/>
        </pc:sldMkLst>
        <pc:spChg chg="mod">
          <ac:chgData name="Clayton Silva" userId="29ef9a7b83f2ddc4" providerId="LiveId" clId="{B0DA3209-8F6D-428E-93F5-72CD60D6712F}" dt="2020-08-27T21:14:59.740" v="1128" actId="26606"/>
          <ac:spMkLst>
            <pc:docMk/>
            <pc:sldMk cId="243324654" sldId="464"/>
            <ac:spMk id="2" creationId="{08506D7E-2228-4C79-ABE2-1E8BB14988B2}"/>
          </ac:spMkLst>
        </pc:spChg>
        <pc:spChg chg="del">
          <ac:chgData name="Clayton Silva" userId="29ef9a7b83f2ddc4" providerId="LiveId" clId="{B0DA3209-8F6D-428E-93F5-72CD60D6712F}" dt="2020-08-27T21:14:49.093" v="1125" actId="478"/>
          <ac:spMkLst>
            <pc:docMk/>
            <pc:sldMk cId="243324654" sldId="464"/>
            <ac:spMk id="8" creationId="{AB7F5217-EF9E-44E7-85C2-5EAD871C22C0}"/>
          </ac:spMkLst>
        </pc:spChg>
        <pc:spChg chg="del">
          <ac:chgData name="Clayton Silva" userId="29ef9a7b83f2ddc4" providerId="LiveId" clId="{B0DA3209-8F6D-428E-93F5-72CD60D6712F}" dt="2020-08-27T21:14:49.093" v="1125" actId="478"/>
          <ac:spMkLst>
            <pc:docMk/>
            <pc:sldMk cId="243324654" sldId="464"/>
            <ac:spMk id="9" creationId="{9D3F4391-A24A-446D-A9B2-F877F4D71B9D}"/>
          </ac:spMkLst>
        </pc:spChg>
        <pc:spChg chg="add">
          <ac:chgData name="Clayton Silva" userId="29ef9a7b83f2ddc4" providerId="LiveId" clId="{B0DA3209-8F6D-428E-93F5-72CD60D6712F}" dt="2020-08-27T21:14:59.740" v="1128" actId="26606"/>
          <ac:spMkLst>
            <pc:docMk/>
            <pc:sldMk cId="243324654" sldId="464"/>
            <ac:spMk id="12" creationId="{A4AC5506-6312-4701-8D3C-40187889A947}"/>
          </ac:spMkLst>
        </pc:spChg>
        <pc:spChg chg="del">
          <ac:chgData name="Clayton Silva" userId="29ef9a7b83f2ddc4" providerId="LiveId" clId="{B0DA3209-8F6D-428E-93F5-72CD60D6712F}" dt="2020-08-27T21:14:49.093" v="1125" actId="478"/>
          <ac:spMkLst>
            <pc:docMk/>
            <pc:sldMk cId="243324654" sldId="464"/>
            <ac:spMk id="13" creationId="{958306B3-2BB9-4E09-B74E-9D2C84422C0C}"/>
          </ac:spMkLst>
        </pc:spChg>
        <pc:spChg chg="del">
          <ac:chgData name="Clayton Silva" userId="29ef9a7b83f2ddc4" providerId="LiveId" clId="{B0DA3209-8F6D-428E-93F5-72CD60D6712F}" dt="2020-08-27T21:14:49.093" v="1125" actId="478"/>
          <ac:spMkLst>
            <pc:docMk/>
            <pc:sldMk cId="243324654" sldId="464"/>
            <ac:spMk id="15" creationId="{6EFABFC9-3519-4E23-B8A5-D01670D333BE}"/>
          </ac:spMkLst>
        </pc:spChg>
        <pc:graphicFrameChg chg="del">
          <ac:chgData name="Clayton Silva" userId="29ef9a7b83f2ddc4" providerId="LiveId" clId="{B0DA3209-8F6D-428E-93F5-72CD60D6712F}" dt="2020-08-27T21:14:49.093" v="1125" actId="478"/>
          <ac:graphicFrameMkLst>
            <pc:docMk/>
            <pc:sldMk cId="243324654" sldId="464"/>
            <ac:graphicFrameMk id="6" creationId="{17B4AFE3-2254-4341-8388-2C8F23856D0D}"/>
          </ac:graphicFrameMkLst>
        </pc:graphicFrameChg>
        <pc:picChg chg="add mod">
          <ac:chgData name="Clayton Silva" userId="29ef9a7b83f2ddc4" providerId="LiveId" clId="{B0DA3209-8F6D-428E-93F5-72CD60D6712F}" dt="2020-08-27T21:15:07.830" v="1130" actId="1076"/>
          <ac:picMkLst>
            <pc:docMk/>
            <pc:sldMk cId="243324654" sldId="464"/>
            <ac:picMk id="10" creationId="{2C45F705-849D-4E3F-952C-9C09D9A5F5CD}"/>
          </ac:picMkLst>
        </pc:picChg>
        <pc:cxnChg chg="del">
          <ac:chgData name="Clayton Silva" userId="29ef9a7b83f2ddc4" providerId="LiveId" clId="{B0DA3209-8F6D-428E-93F5-72CD60D6712F}" dt="2020-08-27T21:14:49.093" v="1125" actId="478"/>
          <ac:cxnSpMkLst>
            <pc:docMk/>
            <pc:sldMk cId="243324654" sldId="464"/>
            <ac:cxnSpMk id="11" creationId="{94EFB2EB-FA93-473D-89AC-34610CBDC021}"/>
          </ac:cxnSpMkLst>
        </pc:cxnChg>
        <pc:cxnChg chg="del">
          <ac:chgData name="Clayton Silva" userId="29ef9a7b83f2ddc4" providerId="LiveId" clId="{B0DA3209-8F6D-428E-93F5-72CD60D6712F}" dt="2020-08-27T21:14:49.093" v="1125" actId="478"/>
          <ac:cxnSpMkLst>
            <pc:docMk/>
            <pc:sldMk cId="243324654" sldId="464"/>
            <ac:cxnSpMk id="16" creationId="{CE496341-B1A9-4891-8A9B-7C70081E8989}"/>
          </ac:cxnSpMkLst>
        </pc:cxnChg>
      </pc:sldChg>
      <pc:sldChg chg="delSp del mod">
        <pc:chgData name="Clayton Silva" userId="29ef9a7b83f2ddc4" providerId="LiveId" clId="{B0DA3209-8F6D-428E-93F5-72CD60D6712F}" dt="2020-08-28T12:14:40.912" v="1768" actId="47"/>
        <pc:sldMkLst>
          <pc:docMk/>
          <pc:sldMk cId="3946576838" sldId="465"/>
        </pc:sldMkLst>
        <pc:picChg chg="del">
          <ac:chgData name="Clayton Silva" userId="29ef9a7b83f2ddc4" providerId="LiveId" clId="{B0DA3209-8F6D-428E-93F5-72CD60D6712F}" dt="2020-08-28T11:24:21.755" v="1305" actId="478"/>
          <ac:picMkLst>
            <pc:docMk/>
            <pc:sldMk cId="3946576838" sldId="465"/>
            <ac:picMk id="3" creationId="{6659D095-88CE-4CE8-9E24-D9B60EF766B1}"/>
          </ac:picMkLst>
        </pc:picChg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1833954149" sldId="466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2278067396" sldId="467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3718523604" sldId="468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3830757656" sldId="469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3085631281" sldId="470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90964806" sldId="471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3866704759" sldId="472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98631527" sldId="473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2955271363" sldId="474"/>
        </pc:sldMkLst>
      </pc:sldChg>
      <pc:sldChg chg="del">
        <pc:chgData name="Clayton Silva" userId="29ef9a7b83f2ddc4" providerId="LiveId" clId="{B0DA3209-8F6D-428E-93F5-72CD60D6712F}" dt="2020-08-28T12:14:40.912" v="1768" actId="47"/>
        <pc:sldMkLst>
          <pc:docMk/>
          <pc:sldMk cId="4235141391" sldId="476"/>
        </pc:sldMkLst>
      </pc:sldChg>
      <pc:sldChg chg="addSp delSp modSp add mod setBg">
        <pc:chgData name="Clayton Silva" userId="29ef9a7b83f2ddc4" providerId="LiveId" clId="{B0DA3209-8F6D-428E-93F5-72CD60D6712F}" dt="2020-08-27T13:14:47.817" v="352" actId="21"/>
        <pc:sldMkLst>
          <pc:docMk/>
          <pc:sldMk cId="4116769719" sldId="477"/>
        </pc:sldMkLst>
        <pc:spChg chg="mod">
          <ac:chgData name="Clayton Silva" userId="29ef9a7b83f2ddc4" providerId="LiveId" clId="{B0DA3209-8F6D-428E-93F5-72CD60D6712F}" dt="2020-08-27T12:41:25.450" v="335" actId="26606"/>
          <ac:spMkLst>
            <pc:docMk/>
            <pc:sldMk cId="4116769719" sldId="477"/>
            <ac:spMk id="2" creationId="{A34E2011-7F43-4D6C-8FAA-B09AF52C6231}"/>
          </ac:spMkLst>
        </pc:spChg>
        <pc:spChg chg="ord">
          <ac:chgData name="Clayton Silva" userId="29ef9a7b83f2ddc4" providerId="LiveId" clId="{B0DA3209-8F6D-428E-93F5-72CD60D6712F}" dt="2020-08-27T12:41:25.450" v="335" actId="26606"/>
          <ac:spMkLst>
            <pc:docMk/>
            <pc:sldMk cId="4116769719" sldId="477"/>
            <ac:spMk id="5" creationId="{F9C3FF80-3F5E-4468-AD81-3540898B3BF9}"/>
          </ac:spMkLst>
        </pc:spChg>
        <pc:spChg chg="add">
          <ac:chgData name="Clayton Silva" userId="29ef9a7b83f2ddc4" providerId="LiveId" clId="{B0DA3209-8F6D-428E-93F5-72CD60D6712F}" dt="2020-08-27T12:41:25.450" v="335" actId="26606"/>
          <ac:spMkLst>
            <pc:docMk/>
            <pc:sldMk cId="4116769719" sldId="477"/>
            <ac:spMk id="11" creationId="{5DCB5928-DC7D-4612-9922-441966E15627}"/>
          </ac:spMkLst>
        </pc:spChg>
        <pc:spChg chg="add">
          <ac:chgData name="Clayton Silva" userId="29ef9a7b83f2ddc4" providerId="LiveId" clId="{B0DA3209-8F6D-428E-93F5-72CD60D6712F}" dt="2020-08-27T12:41:25.450" v="335" actId="26606"/>
          <ac:spMkLst>
            <pc:docMk/>
            <pc:sldMk cId="4116769719" sldId="477"/>
            <ac:spMk id="13" creationId="{682C1161-1736-45EC-99B7-33F3CAE9D517}"/>
          </ac:spMkLst>
        </pc:spChg>
        <pc:spChg chg="add">
          <ac:chgData name="Clayton Silva" userId="29ef9a7b83f2ddc4" providerId="LiveId" clId="{B0DA3209-8F6D-428E-93F5-72CD60D6712F}" dt="2020-08-27T12:41:25.450" v="335" actId="26606"/>
          <ac:spMkLst>
            <pc:docMk/>
            <pc:sldMk cId="4116769719" sldId="477"/>
            <ac:spMk id="15" creationId="{84D4DDB8-B68F-45B0-9F62-C4279996F672}"/>
          </ac:spMkLst>
        </pc:spChg>
        <pc:spChg chg="add">
          <ac:chgData name="Clayton Silva" userId="29ef9a7b83f2ddc4" providerId="LiveId" clId="{B0DA3209-8F6D-428E-93F5-72CD60D6712F}" dt="2020-08-27T12:41:25.450" v="335" actId="26606"/>
          <ac:spMkLst>
            <pc:docMk/>
            <pc:sldMk cId="4116769719" sldId="477"/>
            <ac:spMk id="17" creationId="{AF2F604E-43BE-4DC3-B983-E071523364F8}"/>
          </ac:spMkLst>
        </pc:spChg>
        <pc:spChg chg="add">
          <ac:chgData name="Clayton Silva" userId="29ef9a7b83f2ddc4" providerId="LiveId" clId="{B0DA3209-8F6D-428E-93F5-72CD60D6712F}" dt="2020-08-27T12:41:25.450" v="335" actId="26606"/>
          <ac:spMkLst>
            <pc:docMk/>
            <pc:sldMk cId="4116769719" sldId="477"/>
            <ac:spMk id="19" creationId="{08C9B587-E65E-4B52-B37C-ABEBB6E87928}"/>
          </ac:spMkLst>
        </pc:spChg>
        <pc:picChg chg="add del mod">
          <ac:chgData name="Clayton Silva" userId="29ef9a7b83f2ddc4" providerId="LiveId" clId="{B0DA3209-8F6D-428E-93F5-72CD60D6712F}" dt="2020-08-27T13:14:47.817" v="352" actId="21"/>
          <ac:picMkLst>
            <pc:docMk/>
            <pc:sldMk cId="4116769719" sldId="477"/>
            <ac:picMk id="3" creationId="{2BE27643-B1FF-4FC9-B1A6-3CC9BC570DB3}"/>
          </ac:picMkLst>
        </pc:picChg>
        <pc:picChg chg="del">
          <ac:chgData name="Clayton Silva" userId="29ef9a7b83f2ddc4" providerId="LiveId" clId="{B0DA3209-8F6D-428E-93F5-72CD60D6712F}" dt="2020-08-27T12:40:59.120" v="331" actId="478"/>
          <ac:picMkLst>
            <pc:docMk/>
            <pc:sldMk cId="4116769719" sldId="477"/>
            <ac:picMk id="4" creationId="{F0F3F7A1-C805-4F7C-9524-E45E24D03495}"/>
          </ac:picMkLst>
        </pc:picChg>
        <pc:picChg chg="add mod">
          <ac:chgData name="Clayton Silva" userId="29ef9a7b83f2ddc4" providerId="LiveId" clId="{B0DA3209-8F6D-428E-93F5-72CD60D6712F}" dt="2020-08-27T12:41:39.866" v="340" actId="1036"/>
          <ac:picMkLst>
            <pc:docMk/>
            <pc:sldMk cId="4116769719" sldId="477"/>
            <ac:picMk id="6" creationId="{4A812408-7B1E-46F4-B475-A681C7AB0D07}"/>
          </ac:picMkLst>
        </pc:picChg>
      </pc:sldChg>
      <pc:sldChg chg="addSp delSp modSp add mod">
        <pc:chgData name="Clayton Silva" userId="29ef9a7b83f2ddc4" providerId="LiveId" clId="{B0DA3209-8F6D-428E-93F5-72CD60D6712F}" dt="2020-08-27T13:16:24.006" v="367" actId="1037"/>
        <pc:sldMkLst>
          <pc:docMk/>
          <pc:sldMk cId="1111388" sldId="478"/>
        </pc:sldMkLst>
        <pc:spChg chg="mod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2" creationId="{A34E2011-7F43-4D6C-8FAA-B09AF52C6231}"/>
          </ac:spMkLst>
        </pc:spChg>
        <pc:spChg chg="ord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5" creationId="{F9C3FF80-3F5E-4468-AD81-3540898B3BF9}"/>
          </ac:spMkLst>
        </pc:spChg>
        <pc:spChg chg="del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11" creationId="{5DCB5928-DC7D-4612-9922-441966E15627}"/>
          </ac:spMkLst>
        </pc:spChg>
        <pc:spChg chg="del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13" creationId="{682C1161-1736-45EC-99B7-33F3CAE9D517}"/>
          </ac:spMkLst>
        </pc:spChg>
        <pc:spChg chg="del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15" creationId="{84D4DDB8-B68F-45B0-9F62-C4279996F672}"/>
          </ac:spMkLst>
        </pc:spChg>
        <pc:spChg chg="del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17" creationId="{AF2F604E-43BE-4DC3-B983-E071523364F8}"/>
          </ac:spMkLst>
        </pc:spChg>
        <pc:spChg chg="del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19" creationId="{08C9B587-E65E-4B52-B37C-ABEBB6E87928}"/>
          </ac:spMkLst>
        </pc:spChg>
        <pc:spChg chg="add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24" creationId="{F0AED851-54B9-4765-92D2-F0BE443BEC91}"/>
          </ac:spMkLst>
        </pc:spChg>
        <pc:spChg chg="add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26" creationId="{B81933D1-5615-42C7-9C0B-4EB7105CCE2D}"/>
          </ac:spMkLst>
        </pc:spChg>
        <pc:spChg chg="add">
          <ac:chgData name="Clayton Silva" userId="29ef9a7b83f2ddc4" providerId="LiveId" clId="{B0DA3209-8F6D-428E-93F5-72CD60D6712F}" dt="2020-08-27T13:14:58.268" v="354" actId="26606"/>
          <ac:spMkLst>
            <pc:docMk/>
            <pc:sldMk cId="1111388" sldId="478"/>
            <ac:spMk id="28" creationId="{19C9EAEA-39D0-4B0E-A0EB-51E7B26740B1}"/>
          </ac:spMkLst>
        </pc:spChg>
        <pc:grpChg chg="add">
          <ac:chgData name="Clayton Silva" userId="29ef9a7b83f2ddc4" providerId="LiveId" clId="{B0DA3209-8F6D-428E-93F5-72CD60D6712F}" dt="2020-08-27T13:14:58.268" v="354" actId="26606"/>
          <ac:grpSpMkLst>
            <pc:docMk/>
            <pc:sldMk cId="1111388" sldId="478"/>
            <ac:grpSpMk id="30" creationId="{032D8612-31EB-44CF-A1D0-14FD4C705424}"/>
          </ac:grpSpMkLst>
        </pc:grpChg>
        <pc:picChg chg="add mod">
          <ac:chgData name="Clayton Silva" userId="29ef9a7b83f2ddc4" providerId="LiveId" clId="{B0DA3209-8F6D-428E-93F5-72CD60D6712F}" dt="2020-08-27T13:16:24.006" v="367" actId="1037"/>
          <ac:picMkLst>
            <pc:docMk/>
            <pc:sldMk cId="1111388" sldId="478"/>
            <ac:picMk id="3" creationId="{22E2B45E-E494-40AB-B7BB-1F072638E623}"/>
          </ac:picMkLst>
        </pc:picChg>
        <pc:picChg chg="del">
          <ac:chgData name="Clayton Silva" userId="29ef9a7b83f2ddc4" providerId="LiveId" clId="{B0DA3209-8F6D-428E-93F5-72CD60D6712F}" dt="2020-08-27T13:13:42.584" v="344" actId="478"/>
          <ac:picMkLst>
            <pc:docMk/>
            <pc:sldMk cId="1111388" sldId="478"/>
            <ac:picMk id="6" creationId="{4A812408-7B1E-46F4-B475-A681C7AB0D07}"/>
          </ac:picMkLst>
        </pc:picChg>
        <pc:picChg chg="add del mod">
          <ac:chgData name="Clayton Silva" userId="29ef9a7b83f2ddc4" providerId="LiveId" clId="{B0DA3209-8F6D-428E-93F5-72CD60D6712F}" dt="2020-08-27T13:14:23.783" v="348" actId="21"/>
          <ac:picMkLst>
            <pc:docMk/>
            <pc:sldMk cId="1111388" sldId="478"/>
            <ac:picMk id="10" creationId="{91023253-B80F-45E9-B77A-DB80ACB1E68A}"/>
          </ac:picMkLst>
        </pc:picChg>
      </pc:sldChg>
      <pc:sldChg chg="addSp delSp modSp add mod setBg">
        <pc:chgData name="Clayton Silva" userId="29ef9a7b83f2ddc4" providerId="LiveId" clId="{B0DA3209-8F6D-428E-93F5-72CD60D6712F}" dt="2020-08-27T21:06:02.314" v="760" actId="1037"/>
        <pc:sldMkLst>
          <pc:docMk/>
          <pc:sldMk cId="3112551658" sldId="479"/>
        </pc:sldMkLst>
        <pc:spChg chg="mod">
          <ac:chgData name="Clayton Silva" userId="29ef9a7b83f2ddc4" providerId="LiveId" clId="{B0DA3209-8F6D-428E-93F5-72CD60D6712F}" dt="2020-08-27T21:02:48.470" v="653" actId="14100"/>
          <ac:spMkLst>
            <pc:docMk/>
            <pc:sldMk cId="3112551658" sldId="479"/>
            <ac:spMk id="2" creationId="{08506D7E-2228-4C79-ABE2-1E8BB14988B2}"/>
          </ac:spMkLst>
        </pc:spChg>
        <pc:spChg chg="del mod">
          <ac:chgData name="Clayton Silva" userId="29ef9a7b83f2ddc4" providerId="LiveId" clId="{B0DA3209-8F6D-428E-93F5-72CD60D6712F}" dt="2020-08-27T20:58:12.582" v="610" actId="478"/>
          <ac:spMkLst>
            <pc:docMk/>
            <pc:sldMk cId="3112551658" sldId="479"/>
            <ac:spMk id="3" creationId="{94302ECC-938D-4E01-9839-C0C2D399A8AE}"/>
          </ac:spMkLst>
        </pc:spChg>
        <pc:spChg chg="add del mod">
          <ac:chgData name="Clayton Silva" userId="29ef9a7b83f2ddc4" providerId="LiveId" clId="{B0DA3209-8F6D-428E-93F5-72CD60D6712F}" dt="2020-08-27T20:59:49.153" v="635" actId="22"/>
          <ac:spMkLst>
            <pc:docMk/>
            <pc:sldMk cId="3112551658" sldId="479"/>
            <ac:spMk id="5" creationId="{6E2294DD-DCFC-471B-B889-F3EAB6A540C3}"/>
          </ac:spMkLst>
        </pc:spChg>
        <pc:spChg chg="add mod">
          <ac:chgData name="Clayton Silva" userId="29ef9a7b83f2ddc4" providerId="LiveId" clId="{B0DA3209-8F6D-428E-93F5-72CD60D6712F}" dt="2020-08-27T21:06:02.314" v="760" actId="1037"/>
          <ac:spMkLst>
            <pc:docMk/>
            <pc:sldMk cId="3112551658" sldId="479"/>
            <ac:spMk id="11" creationId="{DE158E0E-EBFC-4E9E-91DD-8C252E9CDBD4}"/>
          </ac:spMkLst>
        </pc:spChg>
        <pc:spChg chg="add">
          <ac:chgData name="Clayton Silva" userId="29ef9a7b83f2ddc4" providerId="LiveId" clId="{B0DA3209-8F6D-428E-93F5-72CD60D6712F}" dt="2020-08-27T20:59:58.202" v="637" actId="26606"/>
          <ac:spMkLst>
            <pc:docMk/>
            <pc:sldMk cId="3112551658" sldId="479"/>
            <ac:spMk id="14" creationId="{9427AF5F-9A0E-42B7-A252-FD64C9885F9C}"/>
          </ac:spMkLst>
        </pc:spChg>
        <pc:picChg chg="add mod ord">
          <ac:chgData name="Clayton Silva" userId="29ef9a7b83f2ddc4" providerId="LiveId" clId="{B0DA3209-8F6D-428E-93F5-72CD60D6712F}" dt="2020-08-27T21:06:02.314" v="760" actId="1037"/>
          <ac:picMkLst>
            <pc:docMk/>
            <pc:sldMk cId="3112551658" sldId="479"/>
            <ac:picMk id="7" creationId="{A98C8AD6-04DE-48A5-8ED4-BCFFB2A0192B}"/>
          </ac:picMkLst>
        </pc:picChg>
      </pc:sldChg>
      <pc:sldChg chg="modSp add mod ord">
        <pc:chgData name="Clayton Silva" userId="29ef9a7b83f2ddc4" providerId="LiveId" clId="{B0DA3209-8F6D-428E-93F5-72CD60D6712F}" dt="2020-08-27T21:09:46.917" v="927" actId="27636"/>
        <pc:sldMkLst>
          <pc:docMk/>
          <pc:sldMk cId="3617102448" sldId="480"/>
        </pc:sldMkLst>
        <pc:spChg chg="mod">
          <ac:chgData name="Clayton Silva" userId="29ef9a7b83f2ddc4" providerId="LiveId" clId="{B0DA3209-8F6D-428E-93F5-72CD60D6712F}" dt="2020-08-27T21:08:08.349" v="791" actId="20577"/>
          <ac:spMkLst>
            <pc:docMk/>
            <pc:sldMk cId="3617102448" sldId="480"/>
            <ac:spMk id="2" creationId="{34513773-B4C2-44E8-A969-E91156BBF336}"/>
          </ac:spMkLst>
        </pc:spChg>
        <pc:spChg chg="mod">
          <ac:chgData name="Clayton Silva" userId="29ef9a7b83f2ddc4" providerId="LiveId" clId="{B0DA3209-8F6D-428E-93F5-72CD60D6712F}" dt="2020-08-27T21:09:46.917" v="927" actId="27636"/>
          <ac:spMkLst>
            <pc:docMk/>
            <pc:sldMk cId="3617102448" sldId="480"/>
            <ac:spMk id="3" creationId="{F49D9E92-33BA-47FB-AAF4-54FCFB3051E9}"/>
          </ac:spMkLst>
        </pc:spChg>
      </pc:sldChg>
      <pc:sldChg chg="modSp add mod">
        <pc:chgData name="Clayton Silva" userId="29ef9a7b83f2ddc4" providerId="LiveId" clId="{B0DA3209-8F6D-428E-93F5-72CD60D6712F}" dt="2020-08-27T21:14:16.192" v="1121" actId="27636"/>
        <pc:sldMkLst>
          <pc:docMk/>
          <pc:sldMk cId="3890987695" sldId="481"/>
        </pc:sldMkLst>
        <pc:spChg chg="mod">
          <ac:chgData name="Clayton Silva" userId="29ef9a7b83f2ddc4" providerId="LiveId" clId="{B0DA3209-8F6D-428E-93F5-72CD60D6712F}" dt="2020-08-27T21:10:18.253" v="956" actId="20577"/>
          <ac:spMkLst>
            <pc:docMk/>
            <pc:sldMk cId="3890987695" sldId="481"/>
            <ac:spMk id="2" creationId="{34513773-B4C2-44E8-A969-E91156BBF336}"/>
          </ac:spMkLst>
        </pc:spChg>
        <pc:spChg chg="mod">
          <ac:chgData name="Clayton Silva" userId="29ef9a7b83f2ddc4" providerId="LiveId" clId="{B0DA3209-8F6D-428E-93F5-72CD60D6712F}" dt="2020-08-27T21:14:16.192" v="1121" actId="27636"/>
          <ac:spMkLst>
            <pc:docMk/>
            <pc:sldMk cId="3890987695" sldId="481"/>
            <ac:spMk id="3" creationId="{F49D9E92-33BA-47FB-AAF4-54FCFB3051E9}"/>
          </ac:spMkLst>
        </pc:spChg>
      </pc:sldChg>
      <pc:sldChg chg="modSp add mod ord">
        <pc:chgData name="Clayton Silva" userId="29ef9a7b83f2ddc4" providerId="LiveId" clId="{B0DA3209-8F6D-428E-93F5-72CD60D6712F}" dt="2020-08-28T11:19:54.434" v="1304" actId="242"/>
        <pc:sldMkLst>
          <pc:docMk/>
          <pc:sldMk cId="3585478016" sldId="482"/>
        </pc:sldMkLst>
        <pc:spChg chg="mod">
          <ac:chgData name="Clayton Silva" userId="29ef9a7b83f2ddc4" providerId="LiveId" clId="{B0DA3209-8F6D-428E-93F5-72CD60D6712F}" dt="2020-08-28T11:16:14.121" v="1146" actId="20577"/>
          <ac:spMkLst>
            <pc:docMk/>
            <pc:sldMk cId="3585478016" sldId="482"/>
            <ac:spMk id="2" creationId="{34513773-B4C2-44E8-A969-E91156BBF336}"/>
          </ac:spMkLst>
        </pc:spChg>
        <pc:spChg chg="mod">
          <ac:chgData name="Clayton Silva" userId="29ef9a7b83f2ddc4" providerId="LiveId" clId="{B0DA3209-8F6D-428E-93F5-72CD60D6712F}" dt="2020-08-28T11:19:54.434" v="1304" actId="242"/>
          <ac:spMkLst>
            <pc:docMk/>
            <pc:sldMk cId="3585478016" sldId="482"/>
            <ac:spMk id="3" creationId="{F49D9E92-33BA-47FB-AAF4-54FCFB3051E9}"/>
          </ac:spMkLst>
        </pc:spChg>
      </pc:sldChg>
      <pc:sldChg chg="addSp delSp modSp new mod">
        <pc:chgData name="Clayton Silva" userId="29ef9a7b83f2ddc4" providerId="LiveId" clId="{B0DA3209-8F6D-428E-93F5-72CD60D6712F}" dt="2020-08-28T11:34:36.485" v="1767" actId="114"/>
        <pc:sldMkLst>
          <pc:docMk/>
          <pc:sldMk cId="1512203751" sldId="483"/>
        </pc:sldMkLst>
        <pc:spChg chg="del">
          <ac:chgData name="Clayton Silva" userId="29ef9a7b83f2ddc4" providerId="LiveId" clId="{B0DA3209-8F6D-428E-93F5-72CD60D6712F}" dt="2020-08-28T11:31:30.804" v="1692" actId="478"/>
          <ac:spMkLst>
            <pc:docMk/>
            <pc:sldMk cId="1512203751" sldId="483"/>
            <ac:spMk id="2" creationId="{4CD84C8D-D22D-4ABC-AB3F-58D7425D2A72}"/>
          </ac:spMkLst>
        </pc:spChg>
        <pc:spChg chg="mod">
          <ac:chgData name="Clayton Silva" userId="29ef9a7b83f2ddc4" providerId="LiveId" clId="{B0DA3209-8F6D-428E-93F5-72CD60D6712F}" dt="2020-08-28T11:34:36.485" v="1767" actId="114"/>
          <ac:spMkLst>
            <pc:docMk/>
            <pc:sldMk cId="1512203751" sldId="483"/>
            <ac:spMk id="3" creationId="{78D54887-994D-451D-A7DE-C65670B4D297}"/>
          </ac:spMkLst>
        </pc:spChg>
        <pc:spChg chg="del">
          <ac:chgData name="Clayton Silva" userId="29ef9a7b83f2ddc4" providerId="LiveId" clId="{B0DA3209-8F6D-428E-93F5-72CD60D6712F}" dt="2020-08-28T11:24:48.971" v="1310" actId="478"/>
          <ac:spMkLst>
            <pc:docMk/>
            <pc:sldMk cId="1512203751" sldId="483"/>
            <ac:spMk id="4" creationId="{648FD712-A4D2-4E15-A39D-DF49D2C2B36F}"/>
          </ac:spMkLst>
        </pc:spChg>
        <pc:picChg chg="add mod">
          <ac:chgData name="Clayton Silva" userId="29ef9a7b83f2ddc4" providerId="LiveId" clId="{B0DA3209-8F6D-428E-93F5-72CD60D6712F}" dt="2020-08-28T11:32:56.551" v="1708" actId="14100"/>
          <ac:picMkLst>
            <pc:docMk/>
            <pc:sldMk cId="1512203751" sldId="483"/>
            <ac:picMk id="6" creationId="{8BBE2275-F678-441E-B2A9-B2D8756F54C3}"/>
          </ac:picMkLst>
        </pc:picChg>
      </pc:sldChg>
      <pc:sldMasterChg chg="delSldLayout">
        <pc:chgData name="Clayton Silva" userId="29ef9a7b83f2ddc4" providerId="LiveId" clId="{B0DA3209-8F6D-428E-93F5-72CD60D6712F}" dt="2020-08-28T12:14:40.912" v="1768" actId="47"/>
        <pc:sldMasterMkLst>
          <pc:docMk/>
          <pc:sldMasterMk cId="0" sldId="2147483648"/>
        </pc:sldMasterMkLst>
        <pc:sldLayoutChg chg="del">
          <pc:chgData name="Clayton Silva" userId="29ef9a7b83f2ddc4" providerId="LiveId" clId="{B0DA3209-8F6D-428E-93F5-72CD60D6712F}" dt="2020-08-28T12:14:40.912" v="1768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Clayton Silva" userId="29ef9a7b83f2ddc4" providerId="LiveId" clId="{E0D6CF48-95C4-4F83-9D4D-9AFD6DA0BA2B}"/>
    <pc:docChg chg="undo redo custSel mod addSld delSld modSld sldOrd">
      <pc:chgData name="Clayton Silva" userId="29ef9a7b83f2ddc4" providerId="LiveId" clId="{E0D6CF48-95C4-4F83-9D4D-9AFD6DA0BA2B}" dt="2020-09-04T12:18:26.939" v="2609" actId="20577"/>
      <pc:docMkLst>
        <pc:docMk/>
      </pc:docMkLst>
      <pc:sldChg chg="modSp mod">
        <pc:chgData name="Clayton Silva" userId="29ef9a7b83f2ddc4" providerId="LiveId" clId="{E0D6CF48-95C4-4F83-9D4D-9AFD6DA0BA2B}" dt="2020-09-03T12:02:31.231" v="2" actId="20577"/>
        <pc:sldMkLst>
          <pc:docMk/>
          <pc:sldMk cId="603324679" sldId="453"/>
        </pc:sldMkLst>
        <pc:spChg chg="mod">
          <ac:chgData name="Clayton Silva" userId="29ef9a7b83f2ddc4" providerId="LiveId" clId="{E0D6CF48-95C4-4F83-9D4D-9AFD6DA0BA2B}" dt="2020-09-03T12:02:31.231" v="2" actId="20577"/>
          <ac:spMkLst>
            <pc:docMk/>
            <pc:sldMk cId="603324679" sldId="453"/>
            <ac:spMk id="4" creationId="{4D95FF0F-F271-48E7-A204-C5656918B6A3}"/>
          </ac:spMkLst>
        </pc:spChg>
      </pc:sldChg>
      <pc:sldChg chg="modSp mod">
        <pc:chgData name="Clayton Silva" userId="29ef9a7b83f2ddc4" providerId="LiveId" clId="{E0D6CF48-95C4-4F83-9D4D-9AFD6DA0BA2B}" dt="2020-09-03T12:16:22.495" v="184" actId="403"/>
        <pc:sldMkLst>
          <pc:docMk/>
          <pc:sldMk cId="1539673728" sldId="495"/>
        </pc:sldMkLst>
        <pc:spChg chg="mod">
          <ac:chgData name="Clayton Silva" userId="29ef9a7b83f2ddc4" providerId="LiveId" clId="{E0D6CF48-95C4-4F83-9D4D-9AFD6DA0BA2B}" dt="2020-09-03T12:16:22.495" v="184" actId="403"/>
          <ac:spMkLst>
            <pc:docMk/>
            <pc:sldMk cId="1539673728" sldId="495"/>
            <ac:spMk id="3" creationId="{00737DB7-6BAE-47D1-9D5D-79F806E97614}"/>
          </ac:spMkLst>
        </pc:spChg>
      </pc:sldChg>
      <pc:sldChg chg="del">
        <pc:chgData name="Clayton Silva" userId="29ef9a7b83f2ddc4" providerId="LiveId" clId="{E0D6CF48-95C4-4F83-9D4D-9AFD6DA0BA2B}" dt="2020-09-03T12:16:30.902" v="186" actId="47"/>
        <pc:sldMkLst>
          <pc:docMk/>
          <pc:sldMk cId="4100538295" sldId="496"/>
        </pc:sldMkLst>
      </pc:sldChg>
      <pc:sldChg chg="addSp delSp modSp mod setBg">
        <pc:chgData name="Clayton Silva" userId="29ef9a7b83f2ddc4" providerId="LiveId" clId="{E0D6CF48-95C4-4F83-9D4D-9AFD6DA0BA2B}" dt="2020-09-03T13:02:14.157" v="408" actId="14100"/>
        <pc:sldMkLst>
          <pc:docMk/>
          <pc:sldMk cId="4177133449" sldId="497"/>
        </pc:sldMkLst>
        <pc:spChg chg="add">
          <ac:chgData name="Clayton Silva" userId="29ef9a7b83f2ddc4" providerId="LiveId" clId="{E0D6CF48-95C4-4F83-9D4D-9AFD6DA0BA2B}" dt="2020-09-03T13:01:56.053" v="402" actId="26606"/>
          <ac:spMkLst>
            <pc:docMk/>
            <pc:sldMk cId="4177133449" sldId="497"/>
            <ac:spMk id="7" creationId="{22F15A2D-2324-487D-A02A-BF46C5C580EB}"/>
          </ac:spMkLst>
        </pc:spChg>
        <pc:spChg chg="add">
          <ac:chgData name="Clayton Silva" userId="29ef9a7b83f2ddc4" providerId="LiveId" clId="{E0D6CF48-95C4-4F83-9D4D-9AFD6DA0BA2B}" dt="2020-09-03T13:01:56.053" v="402" actId="26606"/>
          <ac:spMkLst>
            <pc:docMk/>
            <pc:sldMk cId="4177133449" sldId="497"/>
            <ac:spMk id="8" creationId="{17A7F34E-D418-47E2-9F86-2C45BBC31210}"/>
          </ac:spMkLst>
        </pc:spChg>
        <pc:spChg chg="add">
          <ac:chgData name="Clayton Silva" userId="29ef9a7b83f2ddc4" providerId="LiveId" clId="{E0D6CF48-95C4-4F83-9D4D-9AFD6DA0BA2B}" dt="2020-09-03T13:01:56.053" v="402" actId="26606"/>
          <ac:spMkLst>
            <pc:docMk/>
            <pc:sldMk cId="4177133449" sldId="497"/>
            <ac:spMk id="9" creationId="{2AEAFA59-923A-4F54-8B49-44C970BCC323}"/>
          </ac:spMkLst>
        </pc:spChg>
        <pc:spChg chg="add del">
          <ac:chgData name="Clayton Silva" userId="29ef9a7b83f2ddc4" providerId="LiveId" clId="{E0D6CF48-95C4-4F83-9D4D-9AFD6DA0BA2B}" dt="2020-09-03T13:01:46.276" v="401" actId="26606"/>
          <ac:spMkLst>
            <pc:docMk/>
            <pc:sldMk cId="4177133449" sldId="497"/>
            <ac:spMk id="10" creationId="{A9F529C3-C941-49FD-8C67-82F134F64BDB}"/>
          </ac:spMkLst>
        </pc:spChg>
        <pc:spChg chg="add del">
          <ac:chgData name="Clayton Silva" userId="29ef9a7b83f2ddc4" providerId="LiveId" clId="{E0D6CF48-95C4-4F83-9D4D-9AFD6DA0BA2B}" dt="2020-09-03T13:01:46.276" v="401" actId="26606"/>
          <ac:spMkLst>
            <pc:docMk/>
            <pc:sldMk cId="4177133449" sldId="497"/>
            <ac:spMk id="12" creationId="{20586029-32A0-47E5-9AEC-AE3ABA6B94D0}"/>
          </ac:spMkLst>
        </pc:spChg>
        <pc:picChg chg="add mod">
          <ac:chgData name="Clayton Silva" userId="29ef9a7b83f2ddc4" providerId="LiveId" clId="{E0D6CF48-95C4-4F83-9D4D-9AFD6DA0BA2B}" dt="2020-09-03T13:02:06.890" v="405" actId="1076"/>
          <ac:picMkLst>
            <pc:docMk/>
            <pc:sldMk cId="4177133449" sldId="497"/>
            <ac:picMk id="3" creationId="{361F111C-C14A-46E4-9705-99FDBF1555E0}"/>
          </ac:picMkLst>
        </pc:picChg>
        <pc:picChg chg="mod">
          <ac:chgData name="Clayton Silva" userId="29ef9a7b83f2ddc4" providerId="LiveId" clId="{E0D6CF48-95C4-4F83-9D4D-9AFD6DA0BA2B}" dt="2020-09-03T13:02:14.157" v="408" actId="14100"/>
          <ac:picMkLst>
            <pc:docMk/>
            <pc:sldMk cId="4177133449" sldId="497"/>
            <ac:picMk id="5" creationId="{3A860E0B-E529-43E7-BC29-11649E31827A}"/>
          </ac:picMkLst>
        </pc:picChg>
        <pc:cxnChg chg="add del">
          <ac:chgData name="Clayton Silva" userId="29ef9a7b83f2ddc4" providerId="LiveId" clId="{E0D6CF48-95C4-4F83-9D4D-9AFD6DA0BA2B}" dt="2020-09-03T13:01:46.276" v="401" actId="26606"/>
          <ac:cxnSpMkLst>
            <pc:docMk/>
            <pc:sldMk cId="4177133449" sldId="497"/>
            <ac:cxnSpMk id="14" creationId="{8C730EAB-A532-4295-A302-FB4B90DB9F5E}"/>
          </ac:cxnSpMkLst>
        </pc:cxnChg>
      </pc:sldChg>
      <pc:sldChg chg="del">
        <pc:chgData name="Clayton Silva" userId="29ef9a7b83f2ddc4" providerId="LiveId" clId="{E0D6CF48-95C4-4F83-9D4D-9AFD6DA0BA2B}" dt="2020-09-03T12:16:28.898" v="185" actId="47"/>
        <pc:sldMkLst>
          <pc:docMk/>
          <pc:sldMk cId="1340600392" sldId="498"/>
        </pc:sldMkLst>
      </pc:sldChg>
      <pc:sldChg chg="addSp delSp modSp del mod">
        <pc:chgData name="Clayton Silva" userId="29ef9a7b83f2ddc4" providerId="LiveId" clId="{E0D6CF48-95C4-4F83-9D4D-9AFD6DA0BA2B}" dt="2020-09-03T13:08:51.019" v="423" actId="47"/>
        <pc:sldMkLst>
          <pc:docMk/>
          <pc:sldMk cId="4143994921" sldId="499"/>
        </pc:sldMkLst>
        <pc:spChg chg="del">
          <ac:chgData name="Clayton Silva" userId="29ef9a7b83f2ddc4" providerId="LiveId" clId="{E0D6CF48-95C4-4F83-9D4D-9AFD6DA0BA2B}" dt="2020-09-03T13:04:51.200" v="409" actId="478"/>
          <ac:spMkLst>
            <pc:docMk/>
            <pc:sldMk cId="4143994921" sldId="499"/>
            <ac:spMk id="2" creationId="{95AEBC86-466F-4D45-9BD3-8AF35631969A}"/>
          </ac:spMkLst>
        </pc:spChg>
        <pc:spChg chg="add del mod">
          <ac:chgData name="Clayton Silva" userId="29ef9a7b83f2ddc4" providerId="LiveId" clId="{E0D6CF48-95C4-4F83-9D4D-9AFD6DA0BA2B}" dt="2020-09-03T13:04:54.702" v="410" actId="478"/>
          <ac:spMkLst>
            <pc:docMk/>
            <pc:sldMk cId="4143994921" sldId="499"/>
            <ac:spMk id="4" creationId="{175961D4-2F78-47D2-B29E-933655A0B206}"/>
          </ac:spMkLst>
        </pc:spChg>
        <pc:spChg chg="add del mod">
          <ac:chgData name="Clayton Silva" userId="29ef9a7b83f2ddc4" providerId="LiveId" clId="{E0D6CF48-95C4-4F83-9D4D-9AFD6DA0BA2B}" dt="2020-09-03T13:05:24.175" v="416" actId="478"/>
          <ac:spMkLst>
            <pc:docMk/>
            <pc:sldMk cId="4143994921" sldId="499"/>
            <ac:spMk id="9" creationId="{025316FD-C417-4A84-BA13-171B52BC419C}"/>
          </ac:spMkLst>
        </pc:spChg>
        <pc:spChg chg="add del">
          <ac:chgData name="Clayton Silva" userId="29ef9a7b83f2ddc4" providerId="LiveId" clId="{E0D6CF48-95C4-4F83-9D4D-9AFD6DA0BA2B}" dt="2020-09-03T13:05:14.906" v="413" actId="26606"/>
          <ac:spMkLst>
            <pc:docMk/>
            <pc:sldMk cId="4143994921" sldId="499"/>
            <ac:spMk id="11" creationId="{74426AB7-D619-4515-962A-BC83909EC015}"/>
          </ac:spMkLst>
        </pc:spChg>
        <pc:spChg chg="add del">
          <ac:chgData name="Clayton Silva" userId="29ef9a7b83f2ddc4" providerId="LiveId" clId="{E0D6CF48-95C4-4F83-9D4D-9AFD6DA0BA2B}" dt="2020-09-03T13:05:14.906" v="413" actId="26606"/>
          <ac:spMkLst>
            <pc:docMk/>
            <pc:sldMk cId="4143994921" sldId="499"/>
            <ac:spMk id="13" creationId="{DE47DF98-723F-4AAC-ABCF-CACBC438F78F}"/>
          </ac:spMkLst>
        </pc:spChg>
        <pc:spChg chg="add del">
          <ac:chgData name="Clayton Silva" userId="29ef9a7b83f2ddc4" providerId="LiveId" clId="{E0D6CF48-95C4-4F83-9D4D-9AFD6DA0BA2B}" dt="2020-09-03T13:05:14.906" v="413" actId="26606"/>
          <ac:spMkLst>
            <pc:docMk/>
            <pc:sldMk cId="4143994921" sldId="499"/>
            <ac:spMk id="20" creationId="{A9F529C3-C941-49FD-8C67-82F134F64BDB}"/>
          </ac:spMkLst>
        </pc:spChg>
        <pc:spChg chg="add del">
          <ac:chgData name="Clayton Silva" userId="29ef9a7b83f2ddc4" providerId="LiveId" clId="{E0D6CF48-95C4-4F83-9D4D-9AFD6DA0BA2B}" dt="2020-09-03T13:05:14.906" v="413" actId="26606"/>
          <ac:spMkLst>
            <pc:docMk/>
            <pc:sldMk cId="4143994921" sldId="499"/>
            <ac:spMk id="22" creationId="{20586029-32A0-47E5-9AEC-AE3ABA6B94D0}"/>
          </ac:spMkLst>
        </pc:spChg>
        <pc:picChg chg="del mod">
          <ac:chgData name="Clayton Silva" userId="29ef9a7b83f2ddc4" providerId="LiveId" clId="{E0D6CF48-95C4-4F83-9D4D-9AFD6DA0BA2B}" dt="2020-09-03T13:05:21.609" v="415" actId="478"/>
          <ac:picMkLst>
            <pc:docMk/>
            <pc:sldMk cId="4143994921" sldId="499"/>
            <ac:picMk id="6" creationId="{AD9EFF2C-2C1E-47AF-BF43-D3F40F8B1EBA}"/>
          </ac:picMkLst>
        </pc:picChg>
        <pc:picChg chg="add mod">
          <ac:chgData name="Clayton Silva" userId="29ef9a7b83f2ddc4" providerId="LiveId" clId="{E0D6CF48-95C4-4F83-9D4D-9AFD6DA0BA2B}" dt="2020-09-03T13:05:17.436" v="414" actId="1076"/>
          <ac:picMkLst>
            <pc:docMk/>
            <pc:sldMk cId="4143994921" sldId="499"/>
            <ac:picMk id="7" creationId="{03EC6EA1-D1B4-488C-9B9B-B747407BF149}"/>
          </ac:picMkLst>
        </pc:picChg>
        <pc:cxnChg chg="add del">
          <ac:chgData name="Clayton Silva" userId="29ef9a7b83f2ddc4" providerId="LiveId" clId="{E0D6CF48-95C4-4F83-9D4D-9AFD6DA0BA2B}" dt="2020-09-03T13:05:14.906" v="413" actId="26606"/>
          <ac:cxnSpMkLst>
            <pc:docMk/>
            <pc:sldMk cId="4143994921" sldId="499"/>
            <ac:cxnSpMk id="15" creationId="{EA29FC7C-9308-4FDE-8DCA-405668055B0F}"/>
          </ac:cxnSpMkLst>
        </pc:cxnChg>
        <pc:cxnChg chg="add del">
          <ac:chgData name="Clayton Silva" userId="29ef9a7b83f2ddc4" providerId="LiveId" clId="{E0D6CF48-95C4-4F83-9D4D-9AFD6DA0BA2B}" dt="2020-09-03T13:05:14.906" v="413" actId="26606"/>
          <ac:cxnSpMkLst>
            <pc:docMk/>
            <pc:sldMk cId="4143994921" sldId="499"/>
            <ac:cxnSpMk id="24" creationId="{8C730EAB-A532-4295-A302-FB4B90DB9F5E}"/>
          </ac:cxnSpMkLst>
        </pc:cxnChg>
      </pc:sldChg>
      <pc:sldChg chg="del">
        <pc:chgData name="Clayton Silva" userId="29ef9a7b83f2ddc4" providerId="LiveId" clId="{E0D6CF48-95C4-4F83-9D4D-9AFD6DA0BA2B}" dt="2020-09-03T12:19:22.230" v="206" actId="47"/>
        <pc:sldMkLst>
          <pc:docMk/>
          <pc:sldMk cId="3219933737" sldId="500"/>
        </pc:sldMkLst>
      </pc:sldChg>
      <pc:sldChg chg="del">
        <pc:chgData name="Clayton Silva" userId="29ef9a7b83f2ddc4" providerId="LiveId" clId="{E0D6CF48-95C4-4F83-9D4D-9AFD6DA0BA2B}" dt="2020-09-04T11:04:02.056" v="2335" actId="47"/>
        <pc:sldMkLst>
          <pc:docMk/>
          <pc:sldMk cId="702785945" sldId="501"/>
        </pc:sldMkLst>
      </pc:sldChg>
      <pc:sldChg chg="del">
        <pc:chgData name="Clayton Silva" userId="29ef9a7b83f2ddc4" providerId="LiveId" clId="{E0D6CF48-95C4-4F83-9D4D-9AFD6DA0BA2B}" dt="2020-09-04T11:04:06.069" v="2336" actId="47"/>
        <pc:sldMkLst>
          <pc:docMk/>
          <pc:sldMk cId="1697294359" sldId="502"/>
        </pc:sldMkLst>
      </pc:sldChg>
      <pc:sldChg chg="del">
        <pc:chgData name="Clayton Silva" userId="29ef9a7b83f2ddc4" providerId="LiveId" clId="{E0D6CF48-95C4-4F83-9D4D-9AFD6DA0BA2B}" dt="2020-09-04T11:04:09.016" v="2337" actId="47"/>
        <pc:sldMkLst>
          <pc:docMk/>
          <pc:sldMk cId="1681748888" sldId="503"/>
        </pc:sldMkLst>
      </pc:sldChg>
      <pc:sldChg chg="addSp delSp modSp new mod">
        <pc:chgData name="Clayton Silva" userId="29ef9a7b83f2ddc4" providerId="LiveId" clId="{E0D6CF48-95C4-4F83-9D4D-9AFD6DA0BA2B}" dt="2020-09-03T12:18:42.852" v="205" actId="1037"/>
        <pc:sldMkLst>
          <pc:docMk/>
          <pc:sldMk cId="3616289252" sldId="504"/>
        </pc:sldMkLst>
        <pc:spChg chg="del">
          <ac:chgData name="Clayton Silva" userId="29ef9a7b83f2ddc4" providerId="LiveId" clId="{E0D6CF48-95C4-4F83-9D4D-9AFD6DA0BA2B}" dt="2020-09-03T12:17:05.054" v="189" actId="478"/>
          <ac:spMkLst>
            <pc:docMk/>
            <pc:sldMk cId="3616289252" sldId="504"/>
            <ac:spMk id="2" creationId="{8C1FBED8-55C9-4542-BB85-FA2D6394188F}"/>
          </ac:spMkLst>
        </pc:spChg>
        <pc:spChg chg="del">
          <ac:chgData name="Clayton Silva" userId="29ef9a7b83f2ddc4" providerId="LiveId" clId="{E0D6CF48-95C4-4F83-9D4D-9AFD6DA0BA2B}" dt="2020-09-03T12:17:02.260" v="188" actId="478"/>
          <ac:spMkLst>
            <pc:docMk/>
            <pc:sldMk cId="3616289252" sldId="504"/>
            <ac:spMk id="3" creationId="{A624E264-CB71-40E1-AC61-5002E4216281}"/>
          </ac:spMkLst>
        </pc:spChg>
        <pc:spChg chg="del">
          <ac:chgData name="Clayton Silva" userId="29ef9a7b83f2ddc4" providerId="LiveId" clId="{E0D6CF48-95C4-4F83-9D4D-9AFD6DA0BA2B}" dt="2020-09-03T12:18:23.115" v="194" actId="478"/>
          <ac:spMkLst>
            <pc:docMk/>
            <pc:sldMk cId="3616289252" sldId="504"/>
            <ac:spMk id="4" creationId="{0CB99B74-8D19-4755-BEC4-9B16D767D5FB}"/>
          </ac:spMkLst>
        </pc:spChg>
        <pc:picChg chg="add del">
          <ac:chgData name="Clayton Silva" userId="29ef9a7b83f2ddc4" providerId="LiveId" clId="{E0D6CF48-95C4-4F83-9D4D-9AFD6DA0BA2B}" dt="2020-09-03T12:18:14.153" v="191" actId="478"/>
          <ac:picMkLst>
            <pc:docMk/>
            <pc:sldMk cId="3616289252" sldId="504"/>
            <ac:picMk id="6" creationId="{3790D178-4E7E-427B-81B3-185C18D3BA44}"/>
          </ac:picMkLst>
        </pc:picChg>
        <pc:picChg chg="add mod">
          <ac:chgData name="Clayton Silva" userId="29ef9a7b83f2ddc4" providerId="LiveId" clId="{E0D6CF48-95C4-4F83-9D4D-9AFD6DA0BA2B}" dt="2020-09-03T12:18:42.852" v="205" actId="1037"/>
          <ac:picMkLst>
            <pc:docMk/>
            <pc:sldMk cId="3616289252" sldId="504"/>
            <ac:picMk id="8" creationId="{BEFC784E-6574-4CD3-BB3E-A9B2DE297BA2}"/>
          </ac:picMkLst>
        </pc:picChg>
      </pc:sldChg>
      <pc:sldChg chg="addSp delSp modSp new mod">
        <pc:chgData name="Clayton Silva" userId="29ef9a7b83f2ddc4" providerId="LiveId" clId="{E0D6CF48-95C4-4F83-9D4D-9AFD6DA0BA2B}" dt="2020-09-03T12:31:23.105" v="296" actId="20577"/>
        <pc:sldMkLst>
          <pc:docMk/>
          <pc:sldMk cId="2541292499" sldId="505"/>
        </pc:sldMkLst>
        <pc:spChg chg="del">
          <ac:chgData name="Clayton Silva" userId="29ef9a7b83f2ddc4" providerId="LiveId" clId="{E0D6CF48-95C4-4F83-9D4D-9AFD6DA0BA2B}" dt="2020-09-03T12:20:12.224" v="213" actId="478"/>
          <ac:spMkLst>
            <pc:docMk/>
            <pc:sldMk cId="2541292499" sldId="505"/>
            <ac:spMk id="2" creationId="{DB1932C9-D405-4E7E-BDA6-AF7473287708}"/>
          </ac:spMkLst>
        </pc:spChg>
        <pc:spChg chg="add del">
          <ac:chgData name="Clayton Silva" userId="29ef9a7b83f2ddc4" providerId="LiveId" clId="{E0D6CF48-95C4-4F83-9D4D-9AFD6DA0BA2B}" dt="2020-09-03T12:20:09.721" v="212" actId="478"/>
          <ac:spMkLst>
            <pc:docMk/>
            <pc:sldMk cId="2541292499" sldId="505"/>
            <ac:spMk id="3" creationId="{0F728D3E-70E7-4A6C-9A61-5671B32CF488}"/>
          </ac:spMkLst>
        </pc:spChg>
        <pc:spChg chg="del">
          <ac:chgData name="Clayton Silva" userId="29ef9a7b83f2ddc4" providerId="LiveId" clId="{E0D6CF48-95C4-4F83-9D4D-9AFD6DA0BA2B}" dt="2020-09-03T12:22:38.766" v="255" actId="478"/>
          <ac:spMkLst>
            <pc:docMk/>
            <pc:sldMk cId="2541292499" sldId="505"/>
            <ac:spMk id="4" creationId="{7B4BC0C6-624F-4122-8084-197598F175CD}"/>
          </ac:spMkLst>
        </pc:spChg>
        <pc:spChg chg="add mod">
          <ac:chgData name="Clayton Silva" userId="29ef9a7b83f2ddc4" providerId="LiveId" clId="{E0D6CF48-95C4-4F83-9D4D-9AFD6DA0BA2B}" dt="2020-09-03T12:31:23.105" v="296" actId="20577"/>
          <ac:spMkLst>
            <pc:docMk/>
            <pc:sldMk cId="2541292499" sldId="505"/>
            <ac:spMk id="10" creationId="{CB9FE34A-1F7B-4D16-830A-161E2642C761}"/>
          </ac:spMkLst>
        </pc:spChg>
        <pc:picChg chg="add del mod">
          <ac:chgData name="Clayton Silva" userId="29ef9a7b83f2ddc4" providerId="LiveId" clId="{E0D6CF48-95C4-4F83-9D4D-9AFD6DA0BA2B}" dt="2020-09-03T12:20:07.807" v="211" actId="22"/>
          <ac:picMkLst>
            <pc:docMk/>
            <pc:sldMk cId="2541292499" sldId="505"/>
            <ac:picMk id="6" creationId="{D3F6CFA2-F59C-48A2-BE7D-4DDA17BF3253}"/>
          </ac:picMkLst>
        </pc:picChg>
        <pc:picChg chg="add mod">
          <ac:chgData name="Clayton Silva" userId="29ef9a7b83f2ddc4" providerId="LiveId" clId="{E0D6CF48-95C4-4F83-9D4D-9AFD6DA0BA2B}" dt="2020-09-03T12:20:23.036" v="222" actId="1038"/>
          <ac:picMkLst>
            <pc:docMk/>
            <pc:sldMk cId="2541292499" sldId="505"/>
            <ac:picMk id="8" creationId="{1E8A2368-F238-46DF-9EFC-83625C0FD90D}"/>
          </ac:picMkLst>
        </pc:picChg>
        <pc:cxnChg chg="add mod">
          <ac:chgData name="Clayton Silva" userId="29ef9a7b83f2ddc4" providerId="LiveId" clId="{E0D6CF48-95C4-4F83-9D4D-9AFD6DA0BA2B}" dt="2020-09-03T12:31:04.355" v="258" actId="20577"/>
          <ac:cxnSpMkLst>
            <pc:docMk/>
            <pc:sldMk cId="2541292499" sldId="505"/>
            <ac:cxnSpMk id="12" creationId="{5F8DE463-FAAD-4037-A257-37D48B4B35A9}"/>
          </ac:cxnSpMkLst>
        </pc:cxnChg>
      </pc:sldChg>
      <pc:sldChg chg="modSp add mod">
        <pc:chgData name="Clayton Silva" userId="29ef9a7b83f2ddc4" providerId="LiveId" clId="{E0D6CF48-95C4-4F83-9D4D-9AFD6DA0BA2B}" dt="2020-09-03T13:38:14.881" v="620" actId="20577"/>
        <pc:sldMkLst>
          <pc:docMk/>
          <pc:sldMk cId="2054556321" sldId="506"/>
        </pc:sldMkLst>
        <pc:spChg chg="mod">
          <ac:chgData name="Clayton Silva" userId="29ef9a7b83f2ddc4" providerId="LiveId" clId="{E0D6CF48-95C4-4F83-9D4D-9AFD6DA0BA2B}" dt="2020-09-03T13:38:14.881" v="620" actId="20577"/>
          <ac:spMkLst>
            <pc:docMk/>
            <pc:sldMk cId="2054556321" sldId="506"/>
            <ac:spMk id="10" creationId="{CB9FE34A-1F7B-4D16-830A-161E2642C761}"/>
          </ac:spMkLst>
        </pc:spChg>
        <pc:cxnChg chg="mod">
          <ac:chgData name="Clayton Silva" userId="29ef9a7b83f2ddc4" providerId="LiveId" clId="{E0D6CF48-95C4-4F83-9D4D-9AFD6DA0BA2B}" dt="2020-09-03T12:33:30.763" v="316" actId="21"/>
          <ac:cxnSpMkLst>
            <pc:docMk/>
            <pc:sldMk cId="2054556321" sldId="506"/>
            <ac:cxnSpMk id="12" creationId="{5F8DE463-FAAD-4037-A257-37D48B4B35A9}"/>
          </ac:cxnSpMkLst>
        </pc:cxnChg>
      </pc:sldChg>
      <pc:sldChg chg="addSp delSp modSp new mod setBg">
        <pc:chgData name="Clayton Silva" userId="29ef9a7b83f2ddc4" providerId="LiveId" clId="{E0D6CF48-95C4-4F83-9D4D-9AFD6DA0BA2B}" dt="2020-09-03T14:58:28.292" v="2147" actId="113"/>
        <pc:sldMkLst>
          <pc:docMk/>
          <pc:sldMk cId="3597308759" sldId="507"/>
        </pc:sldMkLst>
        <pc:spChg chg="mod">
          <ac:chgData name="Clayton Silva" userId="29ef9a7b83f2ddc4" providerId="LiveId" clId="{E0D6CF48-95C4-4F83-9D4D-9AFD6DA0BA2B}" dt="2020-09-03T12:53:53.628" v="359" actId="26606"/>
          <ac:spMkLst>
            <pc:docMk/>
            <pc:sldMk cId="3597308759" sldId="507"/>
            <ac:spMk id="2" creationId="{84E0888E-5219-4846-A40B-854B91A52943}"/>
          </ac:spMkLst>
        </pc:spChg>
        <pc:spChg chg="del">
          <ac:chgData name="Clayton Silva" userId="29ef9a7b83f2ddc4" providerId="LiveId" clId="{E0D6CF48-95C4-4F83-9D4D-9AFD6DA0BA2B}" dt="2020-09-03T12:53:47.890" v="357" actId="22"/>
          <ac:spMkLst>
            <pc:docMk/>
            <pc:sldMk cId="3597308759" sldId="507"/>
            <ac:spMk id="3" creationId="{90701310-3810-4612-869F-E66EEF1BE809}"/>
          </ac:spMkLst>
        </pc:spChg>
        <pc:spChg chg="mod">
          <ac:chgData name="Clayton Silva" userId="29ef9a7b83f2ddc4" providerId="LiveId" clId="{E0D6CF48-95C4-4F83-9D4D-9AFD6DA0BA2B}" dt="2020-09-03T12:53:53.628" v="359" actId="26606"/>
          <ac:spMkLst>
            <pc:docMk/>
            <pc:sldMk cId="3597308759" sldId="507"/>
            <ac:spMk id="4" creationId="{FA12B83F-A18D-4E80-AFC9-5A1ACF10E0BB}"/>
          </ac:spMkLst>
        </pc:spChg>
        <pc:spChg chg="add del mod">
          <ac:chgData name="Clayton Silva" userId="29ef9a7b83f2ddc4" providerId="LiveId" clId="{E0D6CF48-95C4-4F83-9D4D-9AFD6DA0BA2B}" dt="2020-09-03T12:56:10.650" v="368" actId="478"/>
          <ac:spMkLst>
            <pc:docMk/>
            <pc:sldMk cId="3597308759" sldId="507"/>
            <ac:spMk id="8" creationId="{FBD3463F-1856-4D0C-989F-3B1F75DE51C5}"/>
          </ac:spMkLst>
        </pc:spChg>
        <pc:spChg chg="add">
          <ac:chgData name="Clayton Silva" userId="29ef9a7b83f2ddc4" providerId="LiveId" clId="{E0D6CF48-95C4-4F83-9D4D-9AFD6DA0BA2B}" dt="2020-09-03T12:53:53.628" v="359" actId="26606"/>
          <ac:spMkLst>
            <pc:docMk/>
            <pc:sldMk cId="3597308759" sldId="507"/>
            <ac:spMk id="11" creationId="{D41CCBED-E4E1-4997-A072-94D325AE38BA}"/>
          </ac:spMkLst>
        </pc:spChg>
        <pc:spChg chg="add">
          <ac:chgData name="Clayton Silva" userId="29ef9a7b83f2ddc4" providerId="LiveId" clId="{E0D6CF48-95C4-4F83-9D4D-9AFD6DA0BA2B}" dt="2020-09-03T12:53:53.628" v="359" actId="26606"/>
          <ac:spMkLst>
            <pc:docMk/>
            <pc:sldMk cId="3597308759" sldId="507"/>
            <ac:spMk id="15" creationId="{7657922F-06FC-4A81-9EC2-4047535D13D2}"/>
          </ac:spMkLst>
        </pc:spChg>
        <pc:spChg chg="add mod">
          <ac:chgData name="Clayton Silva" userId="29ef9a7b83f2ddc4" providerId="LiveId" clId="{E0D6CF48-95C4-4F83-9D4D-9AFD6DA0BA2B}" dt="2020-09-03T14:58:28.292" v="2147" actId="113"/>
          <ac:spMkLst>
            <pc:docMk/>
            <pc:sldMk cId="3597308759" sldId="507"/>
            <ac:spMk id="16" creationId="{71C8991F-C866-4684-AFF7-6E36F734AA36}"/>
          </ac:spMkLst>
        </pc:spChg>
        <pc:picChg chg="add del mod ord">
          <ac:chgData name="Clayton Silva" userId="29ef9a7b83f2ddc4" providerId="LiveId" clId="{E0D6CF48-95C4-4F83-9D4D-9AFD6DA0BA2B}" dt="2020-09-03T12:55:39.379" v="360" actId="478"/>
          <ac:picMkLst>
            <pc:docMk/>
            <pc:sldMk cId="3597308759" sldId="507"/>
            <ac:picMk id="6" creationId="{3D642C9C-5236-4664-A52E-CE50534D23BA}"/>
          </ac:picMkLst>
        </pc:picChg>
        <pc:picChg chg="add mod">
          <ac:chgData name="Clayton Silva" userId="29ef9a7b83f2ddc4" providerId="LiveId" clId="{E0D6CF48-95C4-4F83-9D4D-9AFD6DA0BA2B}" dt="2020-09-03T12:55:59.478" v="367" actId="1076"/>
          <ac:picMkLst>
            <pc:docMk/>
            <pc:sldMk cId="3597308759" sldId="507"/>
            <ac:picMk id="10" creationId="{0B2445BE-C384-4DE9-BBB1-FBEDADFCA04A}"/>
          </ac:picMkLst>
        </pc:picChg>
        <pc:picChg chg="add">
          <ac:chgData name="Clayton Silva" userId="29ef9a7b83f2ddc4" providerId="LiveId" clId="{E0D6CF48-95C4-4F83-9D4D-9AFD6DA0BA2B}" dt="2020-09-03T12:53:53.628" v="359" actId="26606"/>
          <ac:picMkLst>
            <pc:docMk/>
            <pc:sldMk cId="3597308759" sldId="507"/>
            <ac:picMk id="13" creationId="{227F50A4-96DC-44F7-8805-D1713FA4CA49}"/>
          </ac:picMkLst>
        </pc:picChg>
        <pc:picChg chg="add del mod">
          <ac:chgData name="Clayton Silva" userId="29ef9a7b83f2ddc4" providerId="LiveId" clId="{E0D6CF48-95C4-4F83-9D4D-9AFD6DA0BA2B}" dt="2020-09-03T14:57:57.535" v="2138" actId="478"/>
          <ac:picMkLst>
            <pc:docMk/>
            <pc:sldMk cId="3597308759" sldId="507"/>
            <ac:picMk id="14" creationId="{37583EC5-8E3E-445E-AF19-08760712ADE8}"/>
          </ac:picMkLst>
        </pc:picChg>
        <pc:picChg chg="add mod">
          <ac:chgData name="Clayton Silva" userId="29ef9a7b83f2ddc4" providerId="LiveId" clId="{E0D6CF48-95C4-4F83-9D4D-9AFD6DA0BA2B}" dt="2020-09-03T14:58:13.006" v="2142" actId="14100"/>
          <ac:picMkLst>
            <pc:docMk/>
            <pc:sldMk cId="3597308759" sldId="507"/>
            <ac:picMk id="18" creationId="{3F9D5046-3322-4294-97A3-8AB982C3B918}"/>
          </ac:picMkLst>
        </pc:picChg>
      </pc:sldChg>
      <pc:sldChg chg="addSp delSp modSp new mod setBg">
        <pc:chgData name="Clayton Silva" userId="29ef9a7b83f2ddc4" providerId="LiveId" clId="{E0D6CF48-95C4-4F83-9D4D-9AFD6DA0BA2B}" dt="2020-09-03T13:08:41.764" v="422" actId="26606"/>
        <pc:sldMkLst>
          <pc:docMk/>
          <pc:sldMk cId="3162715805" sldId="508"/>
        </pc:sldMkLst>
        <pc:spChg chg="del">
          <ac:chgData name="Clayton Silva" userId="29ef9a7b83f2ddc4" providerId="LiveId" clId="{E0D6CF48-95C4-4F83-9D4D-9AFD6DA0BA2B}" dt="2020-09-03T13:08:31.070" v="418" actId="478"/>
          <ac:spMkLst>
            <pc:docMk/>
            <pc:sldMk cId="3162715805" sldId="508"/>
            <ac:spMk id="2" creationId="{0FEFE942-FDBF-4050-B462-8011398C07D2}"/>
          </ac:spMkLst>
        </pc:spChg>
        <pc:spChg chg="del">
          <ac:chgData name="Clayton Silva" userId="29ef9a7b83f2ddc4" providerId="LiveId" clId="{E0D6CF48-95C4-4F83-9D4D-9AFD6DA0BA2B}" dt="2020-09-03T13:08:33.457" v="419" actId="478"/>
          <ac:spMkLst>
            <pc:docMk/>
            <pc:sldMk cId="3162715805" sldId="508"/>
            <ac:spMk id="3" creationId="{1AA8A017-22E7-407C-AD5F-4CEDF31BD925}"/>
          </ac:spMkLst>
        </pc:spChg>
        <pc:spChg chg="del">
          <ac:chgData name="Clayton Silva" userId="29ef9a7b83f2ddc4" providerId="LiveId" clId="{E0D6CF48-95C4-4F83-9D4D-9AFD6DA0BA2B}" dt="2020-09-03T13:08:38.600" v="421" actId="478"/>
          <ac:spMkLst>
            <pc:docMk/>
            <pc:sldMk cId="3162715805" sldId="508"/>
            <ac:spMk id="4" creationId="{790E90C8-470D-4D11-92E4-1D800463BDF3}"/>
          </ac:spMkLst>
        </pc:spChg>
        <pc:spChg chg="add">
          <ac:chgData name="Clayton Silva" userId="29ef9a7b83f2ddc4" providerId="LiveId" clId="{E0D6CF48-95C4-4F83-9D4D-9AFD6DA0BA2B}" dt="2020-09-03T13:08:41.764" v="422" actId="26606"/>
          <ac:spMkLst>
            <pc:docMk/>
            <pc:sldMk cId="3162715805" sldId="508"/>
            <ac:spMk id="11" creationId="{32BC26D8-82FB-445E-AA49-62A77D7C1EE0}"/>
          </ac:spMkLst>
        </pc:spChg>
        <pc:spChg chg="add">
          <ac:chgData name="Clayton Silva" userId="29ef9a7b83f2ddc4" providerId="LiveId" clId="{E0D6CF48-95C4-4F83-9D4D-9AFD6DA0BA2B}" dt="2020-09-03T13:08:41.764" v="422" actId="26606"/>
          <ac:spMkLst>
            <pc:docMk/>
            <pc:sldMk cId="3162715805" sldId="508"/>
            <ac:spMk id="13" creationId="{CB44330D-EA18-4254-AA95-EB49948539B8}"/>
          </ac:spMkLst>
        </pc:spChg>
        <pc:picChg chg="add mod">
          <ac:chgData name="Clayton Silva" userId="29ef9a7b83f2ddc4" providerId="LiveId" clId="{E0D6CF48-95C4-4F83-9D4D-9AFD6DA0BA2B}" dt="2020-09-03T13:08:41.764" v="422" actId="26606"/>
          <ac:picMkLst>
            <pc:docMk/>
            <pc:sldMk cId="3162715805" sldId="508"/>
            <ac:picMk id="6" creationId="{D8E3F498-03BD-4921-8AF2-18F958E5C87B}"/>
          </ac:picMkLst>
        </pc:picChg>
      </pc:sldChg>
      <pc:sldChg chg="modSp add mod">
        <pc:chgData name="Clayton Silva" userId="29ef9a7b83f2ddc4" providerId="LiveId" clId="{E0D6CF48-95C4-4F83-9D4D-9AFD6DA0BA2B}" dt="2020-09-03T13:33:13.569" v="577" actId="20577"/>
        <pc:sldMkLst>
          <pc:docMk/>
          <pc:sldMk cId="4134700388" sldId="509"/>
        </pc:sldMkLst>
        <pc:spChg chg="mod">
          <ac:chgData name="Clayton Silva" userId="29ef9a7b83f2ddc4" providerId="LiveId" clId="{E0D6CF48-95C4-4F83-9D4D-9AFD6DA0BA2B}" dt="2020-09-03T13:33:13.569" v="577" actId="20577"/>
          <ac:spMkLst>
            <pc:docMk/>
            <pc:sldMk cId="4134700388" sldId="509"/>
            <ac:spMk id="10" creationId="{CB9FE34A-1F7B-4D16-830A-161E2642C761}"/>
          </ac:spMkLst>
        </pc:spChg>
        <pc:cxnChg chg="mod">
          <ac:chgData name="Clayton Silva" userId="29ef9a7b83f2ddc4" providerId="LiveId" clId="{E0D6CF48-95C4-4F83-9D4D-9AFD6DA0BA2B}" dt="2020-09-03T13:32:58.484" v="550" actId="6549"/>
          <ac:cxnSpMkLst>
            <pc:docMk/>
            <pc:sldMk cId="4134700388" sldId="509"/>
            <ac:cxnSpMk id="12" creationId="{5F8DE463-FAAD-4037-A257-37D48B4B35A9}"/>
          </ac:cxnSpMkLst>
        </pc:cxnChg>
      </pc:sldChg>
      <pc:sldChg chg="modSp new del mod">
        <pc:chgData name="Clayton Silva" userId="29ef9a7b83f2ddc4" providerId="LiveId" clId="{E0D6CF48-95C4-4F83-9D4D-9AFD6DA0BA2B}" dt="2020-09-03T14:03:30.428" v="898" actId="47"/>
        <pc:sldMkLst>
          <pc:docMk/>
          <pc:sldMk cId="909647127" sldId="510"/>
        </pc:sldMkLst>
        <pc:spChg chg="mod">
          <ac:chgData name="Clayton Silva" userId="29ef9a7b83f2ddc4" providerId="LiveId" clId="{E0D6CF48-95C4-4F83-9D4D-9AFD6DA0BA2B}" dt="2020-09-03T13:34:46.536" v="596" actId="20577"/>
          <ac:spMkLst>
            <pc:docMk/>
            <pc:sldMk cId="909647127" sldId="510"/>
            <ac:spMk id="2" creationId="{770E6932-F0B3-421C-AAAA-D97995884C25}"/>
          </ac:spMkLst>
        </pc:spChg>
        <pc:spChg chg="mod">
          <ac:chgData name="Clayton Silva" userId="29ef9a7b83f2ddc4" providerId="LiveId" clId="{E0D6CF48-95C4-4F83-9D4D-9AFD6DA0BA2B}" dt="2020-09-03T13:52:58.212" v="792" actId="113"/>
          <ac:spMkLst>
            <pc:docMk/>
            <pc:sldMk cId="909647127" sldId="510"/>
            <ac:spMk id="3" creationId="{32EE83F0-B326-4CF3-82F1-1FE01E7A5743}"/>
          </ac:spMkLst>
        </pc:spChg>
      </pc:sldChg>
      <pc:sldChg chg="addSp delSp modSp add mod">
        <pc:chgData name="Clayton Silva" userId="29ef9a7b83f2ddc4" providerId="LiveId" clId="{E0D6CF48-95C4-4F83-9D4D-9AFD6DA0BA2B}" dt="2020-09-03T14:42:01.608" v="1854" actId="14100"/>
        <pc:sldMkLst>
          <pc:docMk/>
          <pc:sldMk cId="254165751" sldId="511"/>
        </pc:sldMkLst>
        <pc:spChg chg="add mod">
          <ac:chgData name="Clayton Silva" userId="29ef9a7b83f2ddc4" providerId="LiveId" clId="{E0D6CF48-95C4-4F83-9D4D-9AFD6DA0BA2B}" dt="2020-09-03T14:42:01.608" v="1854" actId="14100"/>
          <ac:spMkLst>
            <pc:docMk/>
            <pc:sldMk cId="254165751" sldId="511"/>
            <ac:spMk id="2" creationId="{BB93C2AE-4D98-4085-B311-2BAB89E81C0F}"/>
          </ac:spMkLst>
        </pc:spChg>
        <pc:spChg chg="add del mod">
          <ac:chgData name="Clayton Silva" userId="29ef9a7b83f2ddc4" providerId="LiveId" clId="{E0D6CF48-95C4-4F83-9D4D-9AFD6DA0BA2B}" dt="2020-09-03T14:24:51.663" v="1352" actId="478"/>
          <ac:spMkLst>
            <pc:docMk/>
            <pc:sldMk cId="254165751" sldId="511"/>
            <ac:spMk id="3" creationId="{87C373BD-E1D0-4F6B-BE38-DD013EDE4713}"/>
          </ac:spMkLst>
        </pc:spChg>
        <pc:spChg chg="add del mod">
          <ac:chgData name="Clayton Silva" userId="29ef9a7b83f2ddc4" providerId="LiveId" clId="{E0D6CF48-95C4-4F83-9D4D-9AFD6DA0BA2B}" dt="2020-09-03T14:26:00.721" v="1381" actId="478"/>
          <ac:spMkLst>
            <pc:docMk/>
            <pc:sldMk cId="254165751" sldId="511"/>
            <ac:spMk id="4" creationId="{467FCC7D-D761-4AD9-930D-BC24086E12A6}"/>
          </ac:spMkLst>
        </pc:spChg>
        <pc:spChg chg="add mod">
          <ac:chgData name="Clayton Silva" userId="29ef9a7b83f2ddc4" providerId="LiveId" clId="{E0D6CF48-95C4-4F83-9D4D-9AFD6DA0BA2B}" dt="2020-09-03T14:26:31.554" v="1403" actId="208"/>
          <ac:spMkLst>
            <pc:docMk/>
            <pc:sldMk cId="254165751" sldId="511"/>
            <ac:spMk id="5" creationId="{0F77DCBF-EB9D-4427-BD7C-DF49E9BDA923}"/>
          </ac:spMkLst>
        </pc:spChg>
        <pc:picChg chg="mod">
          <ac:chgData name="Clayton Silva" userId="29ef9a7b83f2ddc4" providerId="LiveId" clId="{E0D6CF48-95C4-4F83-9D4D-9AFD6DA0BA2B}" dt="2020-09-03T14:25:50.759" v="1379" actId="1076"/>
          <ac:picMkLst>
            <pc:docMk/>
            <pc:sldMk cId="254165751" sldId="511"/>
            <ac:picMk id="8" creationId="{BEFC784E-6574-4CD3-BB3E-A9B2DE297BA2}"/>
          </ac:picMkLst>
        </pc:picChg>
        <pc:cxnChg chg="add mod">
          <ac:chgData name="Clayton Silva" userId="29ef9a7b83f2ddc4" providerId="LiveId" clId="{E0D6CF48-95C4-4F83-9D4D-9AFD6DA0BA2B}" dt="2020-09-03T14:26:57.745" v="1406"/>
          <ac:cxnSpMkLst>
            <pc:docMk/>
            <pc:sldMk cId="254165751" sldId="511"/>
            <ac:cxnSpMk id="7" creationId="{22880A4A-BB6B-44C7-B4A5-C34E7C6A6871}"/>
          </ac:cxnSpMkLst>
        </pc:cxnChg>
      </pc:sldChg>
      <pc:sldChg chg="addSp delSp modSp add del mod ord">
        <pc:chgData name="Clayton Silva" userId="29ef9a7b83f2ddc4" providerId="LiveId" clId="{E0D6CF48-95C4-4F83-9D4D-9AFD6DA0BA2B}" dt="2020-09-03T14:07:03.431" v="997" actId="47"/>
        <pc:sldMkLst>
          <pc:docMk/>
          <pc:sldMk cId="2045878852" sldId="512"/>
        </pc:sldMkLst>
        <pc:spChg chg="mod">
          <ac:chgData name="Clayton Silva" userId="29ef9a7b83f2ddc4" providerId="LiveId" clId="{E0D6CF48-95C4-4F83-9D4D-9AFD6DA0BA2B}" dt="2020-09-03T14:02:28.073" v="847" actId="27636"/>
          <ac:spMkLst>
            <pc:docMk/>
            <pc:sldMk cId="2045878852" sldId="512"/>
            <ac:spMk id="2" creationId="{770E6932-F0B3-421C-AAAA-D97995884C25}"/>
          </ac:spMkLst>
        </pc:spChg>
        <pc:spChg chg="del mod">
          <ac:chgData name="Clayton Silva" userId="29ef9a7b83f2ddc4" providerId="LiveId" clId="{E0D6CF48-95C4-4F83-9D4D-9AFD6DA0BA2B}" dt="2020-09-03T14:06:21.895" v="994" actId="478"/>
          <ac:spMkLst>
            <pc:docMk/>
            <pc:sldMk cId="2045878852" sldId="512"/>
            <ac:spMk id="3" creationId="{32EE83F0-B326-4CF3-82F1-1FE01E7A5743}"/>
          </ac:spMkLst>
        </pc:spChg>
        <pc:spChg chg="add mod">
          <ac:chgData name="Clayton Silva" userId="29ef9a7b83f2ddc4" providerId="LiveId" clId="{E0D6CF48-95C4-4F83-9D4D-9AFD6DA0BA2B}" dt="2020-09-03T14:03:04.308" v="893" actId="1038"/>
          <ac:spMkLst>
            <pc:docMk/>
            <pc:sldMk cId="2045878852" sldId="512"/>
            <ac:spMk id="5" creationId="{FCFD8CE3-9AE7-4514-B174-AE3A478B7BB6}"/>
          </ac:spMkLst>
        </pc:spChg>
        <pc:spChg chg="add del mod">
          <ac:chgData name="Clayton Silva" userId="29ef9a7b83f2ddc4" providerId="LiveId" clId="{E0D6CF48-95C4-4F83-9D4D-9AFD6DA0BA2B}" dt="2020-09-03T14:06:29.396" v="995" actId="3680"/>
          <ac:spMkLst>
            <pc:docMk/>
            <pc:sldMk cId="2045878852" sldId="512"/>
            <ac:spMk id="7" creationId="{A43A7D85-BF05-4345-9250-00E06CEDE772}"/>
          </ac:spMkLst>
        </pc:spChg>
        <pc:spChg chg="add mod">
          <ac:chgData name="Clayton Silva" userId="29ef9a7b83f2ddc4" providerId="LiveId" clId="{E0D6CF48-95C4-4F83-9D4D-9AFD6DA0BA2B}" dt="2020-09-03T14:07:00.226" v="996" actId="478"/>
          <ac:spMkLst>
            <pc:docMk/>
            <pc:sldMk cId="2045878852" sldId="512"/>
            <ac:spMk id="10" creationId="{1954C9BC-CA8B-4258-965D-2FB8E59CE105}"/>
          </ac:spMkLst>
        </pc:spChg>
        <pc:graphicFrameChg chg="add del mod ord modGraphic">
          <ac:chgData name="Clayton Silva" userId="29ef9a7b83f2ddc4" providerId="LiveId" clId="{E0D6CF48-95C4-4F83-9D4D-9AFD6DA0BA2B}" dt="2020-09-03T14:07:00.226" v="996" actId="478"/>
          <ac:graphicFrameMkLst>
            <pc:docMk/>
            <pc:sldMk cId="2045878852" sldId="512"/>
            <ac:graphicFrameMk id="8" creationId="{BD9412AF-4402-46FC-8C19-C5B624042283}"/>
          </ac:graphicFrameMkLst>
        </pc:graphicFrameChg>
      </pc:sldChg>
      <pc:sldChg chg="addSp delSp modSp add mod ord">
        <pc:chgData name="Clayton Silva" userId="29ef9a7b83f2ddc4" providerId="LiveId" clId="{E0D6CF48-95C4-4F83-9D4D-9AFD6DA0BA2B}" dt="2020-09-04T12:18:26.939" v="2609" actId="20577"/>
        <pc:sldMkLst>
          <pc:docMk/>
          <pc:sldMk cId="731318775" sldId="513"/>
        </pc:sldMkLst>
        <pc:spChg chg="mod">
          <ac:chgData name="Clayton Silva" userId="29ef9a7b83f2ddc4" providerId="LiveId" clId="{E0D6CF48-95C4-4F83-9D4D-9AFD6DA0BA2B}" dt="2020-09-04T12:18:26.939" v="2609" actId="20577"/>
          <ac:spMkLst>
            <pc:docMk/>
            <pc:sldMk cId="731318775" sldId="513"/>
            <ac:spMk id="3" creationId="{32EE83F0-B326-4CF3-82F1-1FE01E7A5743}"/>
          </ac:spMkLst>
        </pc:spChg>
        <pc:spChg chg="add del mod">
          <ac:chgData name="Clayton Silva" userId="29ef9a7b83f2ddc4" providerId="LiveId" clId="{E0D6CF48-95C4-4F83-9D4D-9AFD6DA0BA2B}" dt="2020-09-03T14:07:40.499" v="1007"/>
          <ac:spMkLst>
            <pc:docMk/>
            <pc:sldMk cId="731318775" sldId="513"/>
            <ac:spMk id="6" creationId="{CBA525EA-C6CC-4FD8-9DB6-641555C9E5BB}"/>
          </ac:spMkLst>
        </pc:spChg>
      </pc:sldChg>
      <pc:sldChg chg="addSp delSp modSp add mod">
        <pc:chgData name="Clayton Silva" userId="29ef9a7b83f2ddc4" providerId="LiveId" clId="{E0D6CF48-95C4-4F83-9D4D-9AFD6DA0BA2B}" dt="2020-09-03T14:18:00.427" v="1302" actId="20577"/>
        <pc:sldMkLst>
          <pc:docMk/>
          <pc:sldMk cId="740225815" sldId="514"/>
        </pc:sldMkLst>
        <pc:spChg chg="del">
          <ac:chgData name="Clayton Silva" userId="29ef9a7b83f2ddc4" providerId="LiveId" clId="{E0D6CF48-95C4-4F83-9D4D-9AFD6DA0BA2B}" dt="2020-09-03T14:09:04.287" v="1012" actId="478"/>
          <ac:spMkLst>
            <pc:docMk/>
            <pc:sldMk cId="740225815" sldId="514"/>
            <ac:spMk id="3" creationId="{32EE83F0-B326-4CF3-82F1-1FE01E7A5743}"/>
          </ac:spMkLst>
        </pc:spChg>
        <pc:spChg chg="add mod">
          <ac:chgData name="Clayton Silva" userId="29ef9a7b83f2ddc4" providerId="LiveId" clId="{E0D6CF48-95C4-4F83-9D4D-9AFD6DA0BA2B}" dt="2020-09-03T14:18:00.427" v="1302" actId="20577"/>
          <ac:spMkLst>
            <pc:docMk/>
            <pc:sldMk cId="740225815" sldId="514"/>
            <ac:spMk id="7" creationId="{18AEC518-40BA-44A8-84C4-C6F18EF5CB06}"/>
          </ac:spMkLst>
        </pc:spChg>
        <pc:picChg chg="add mod">
          <ac:chgData name="Clayton Silva" userId="29ef9a7b83f2ddc4" providerId="LiveId" clId="{E0D6CF48-95C4-4F83-9D4D-9AFD6DA0BA2B}" dt="2020-09-03T14:09:22.225" v="1017" actId="14100"/>
          <ac:picMkLst>
            <pc:docMk/>
            <pc:sldMk cId="740225815" sldId="514"/>
            <ac:picMk id="8" creationId="{A1E5EC90-44EA-4DB5-9C6C-49B421A4F11F}"/>
          </ac:picMkLst>
        </pc:picChg>
      </pc:sldChg>
      <pc:sldChg chg="new del">
        <pc:chgData name="Clayton Silva" userId="29ef9a7b83f2ddc4" providerId="LiveId" clId="{E0D6CF48-95C4-4F83-9D4D-9AFD6DA0BA2B}" dt="2020-09-03T14:08:57.522" v="1010" actId="680"/>
        <pc:sldMkLst>
          <pc:docMk/>
          <pc:sldMk cId="889480326" sldId="514"/>
        </pc:sldMkLst>
      </pc:sldChg>
      <pc:sldChg chg="addSp modSp add mod">
        <pc:chgData name="Clayton Silva" userId="29ef9a7b83f2ddc4" providerId="LiveId" clId="{E0D6CF48-95C4-4F83-9D4D-9AFD6DA0BA2B}" dt="2020-09-04T12:07:24.669" v="2432" actId="1036"/>
        <pc:sldMkLst>
          <pc:docMk/>
          <pc:sldMk cId="2478349370" sldId="515"/>
        </pc:sldMkLst>
        <pc:spChg chg="mod">
          <ac:chgData name="Clayton Silva" userId="29ef9a7b83f2ddc4" providerId="LiveId" clId="{E0D6CF48-95C4-4F83-9D4D-9AFD6DA0BA2B}" dt="2020-09-04T12:06:26.350" v="2398" actId="14100"/>
          <ac:spMkLst>
            <pc:docMk/>
            <pc:sldMk cId="2478349370" sldId="515"/>
            <ac:spMk id="7" creationId="{18AEC518-40BA-44A8-84C4-C6F18EF5CB06}"/>
          </ac:spMkLst>
        </pc:spChg>
        <pc:spChg chg="add mod">
          <ac:chgData name="Clayton Silva" userId="29ef9a7b83f2ddc4" providerId="LiveId" clId="{E0D6CF48-95C4-4F83-9D4D-9AFD6DA0BA2B}" dt="2020-09-04T12:07:24.669" v="2432" actId="1036"/>
          <ac:spMkLst>
            <pc:docMk/>
            <pc:sldMk cId="2478349370" sldId="515"/>
            <ac:spMk id="9" creationId="{8496D4EA-0E0A-4ADC-B468-CFFC716B0047}"/>
          </ac:spMkLst>
        </pc:spChg>
        <pc:picChg chg="add mod">
          <ac:chgData name="Clayton Silva" userId="29ef9a7b83f2ddc4" providerId="LiveId" clId="{E0D6CF48-95C4-4F83-9D4D-9AFD6DA0BA2B}" dt="2020-09-04T12:06:18.101" v="2397" actId="1076"/>
          <ac:picMkLst>
            <pc:docMk/>
            <pc:sldMk cId="2478349370" sldId="515"/>
            <ac:picMk id="6" creationId="{D2DAE216-9885-4F58-BD88-4C6B80FCC032}"/>
          </ac:picMkLst>
        </pc:picChg>
      </pc:sldChg>
      <pc:sldChg chg="addSp delSp modSp add mod">
        <pc:chgData name="Clayton Silva" userId="29ef9a7b83f2ddc4" providerId="LiveId" clId="{E0D6CF48-95C4-4F83-9D4D-9AFD6DA0BA2B}" dt="2020-09-04T12:15:39.673" v="2588" actId="22"/>
        <pc:sldMkLst>
          <pc:docMk/>
          <pc:sldMk cId="610138928" sldId="516"/>
        </pc:sldMkLst>
        <pc:spChg chg="mod">
          <ac:chgData name="Clayton Silva" userId="29ef9a7b83f2ddc4" providerId="LiveId" clId="{E0D6CF48-95C4-4F83-9D4D-9AFD6DA0BA2B}" dt="2020-09-03T14:12:12.798" v="1076" actId="113"/>
          <ac:spMkLst>
            <pc:docMk/>
            <pc:sldMk cId="610138928" sldId="516"/>
            <ac:spMk id="7" creationId="{18AEC518-40BA-44A8-84C4-C6F18EF5CB06}"/>
          </ac:spMkLst>
        </pc:spChg>
        <pc:spChg chg="add del">
          <ac:chgData name="Clayton Silva" userId="29ef9a7b83f2ddc4" providerId="LiveId" clId="{E0D6CF48-95C4-4F83-9D4D-9AFD6DA0BA2B}" dt="2020-09-04T12:15:39.673" v="2588" actId="22"/>
          <ac:spMkLst>
            <pc:docMk/>
            <pc:sldMk cId="610138928" sldId="516"/>
            <ac:spMk id="9" creationId="{A9109E8F-5513-4F8A-B8CD-D359DEF46F2E}"/>
          </ac:spMkLst>
        </pc:spChg>
      </pc:sldChg>
      <pc:sldChg chg="modSp add mod">
        <pc:chgData name="Clayton Silva" userId="29ef9a7b83f2ddc4" providerId="LiveId" clId="{E0D6CF48-95C4-4F83-9D4D-9AFD6DA0BA2B}" dt="2020-09-04T12:18:01.417" v="2605" actId="113"/>
        <pc:sldMkLst>
          <pc:docMk/>
          <pc:sldMk cId="2979928600" sldId="517"/>
        </pc:sldMkLst>
        <pc:spChg chg="mod">
          <ac:chgData name="Clayton Silva" userId="29ef9a7b83f2ddc4" providerId="LiveId" clId="{E0D6CF48-95C4-4F83-9D4D-9AFD6DA0BA2B}" dt="2020-09-04T12:18:01.417" v="2605" actId="113"/>
          <ac:spMkLst>
            <pc:docMk/>
            <pc:sldMk cId="2979928600" sldId="517"/>
            <ac:spMk id="7" creationId="{18AEC518-40BA-44A8-84C4-C6F18EF5CB06}"/>
          </ac:spMkLst>
        </pc:spChg>
      </pc:sldChg>
      <pc:sldChg chg="modSp add mod">
        <pc:chgData name="Clayton Silva" userId="29ef9a7b83f2ddc4" providerId="LiveId" clId="{E0D6CF48-95C4-4F83-9D4D-9AFD6DA0BA2B}" dt="2020-09-03T14:13:40.224" v="1096" actId="113"/>
        <pc:sldMkLst>
          <pc:docMk/>
          <pc:sldMk cId="1020651361" sldId="518"/>
        </pc:sldMkLst>
        <pc:spChg chg="mod">
          <ac:chgData name="Clayton Silva" userId="29ef9a7b83f2ddc4" providerId="LiveId" clId="{E0D6CF48-95C4-4F83-9D4D-9AFD6DA0BA2B}" dt="2020-09-03T14:13:40.224" v="1096" actId="113"/>
          <ac:spMkLst>
            <pc:docMk/>
            <pc:sldMk cId="1020651361" sldId="518"/>
            <ac:spMk id="7" creationId="{18AEC518-40BA-44A8-84C4-C6F18EF5CB06}"/>
          </ac:spMkLst>
        </pc:spChg>
      </pc:sldChg>
      <pc:sldChg chg="modSp add mod">
        <pc:chgData name="Clayton Silva" userId="29ef9a7b83f2ddc4" providerId="LiveId" clId="{E0D6CF48-95C4-4F83-9D4D-9AFD6DA0BA2B}" dt="2020-09-04T12:18:16.358" v="2606" actId="113"/>
        <pc:sldMkLst>
          <pc:docMk/>
          <pc:sldMk cId="3547700773" sldId="519"/>
        </pc:sldMkLst>
        <pc:spChg chg="mod">
          <ac:chgData name="Clayton Silva" userId="29ef9a7b83f2ddc4" providerId="LiveId" clId="{E0D6CF48-95C4-4F83-9D4D-9AFD6DA0BA2B}" dt="2020-09-04T12:18:16.358" v="2606" actId="113"/>
          <ac:spMkLst>
            <pc:docMk/>
            <pc:sldMk cId="3547700773" sldId="519"/>
            <ac:spMk id="7" creationId="{18AEC518-40BA-44A8-84C4-C6F18EF5CB06}"/>
          </ac:spMkLst>
        </pc:spChg>
      </pc:sldChg>
      <pc:sldChg chg="add">
        <pc:chgData name="Clayton Silva" userId="29ef9a7b83f2ddc4" providerId="LiveId" clId="{E0D6CF48-95C4-4F83-9D4D-9AFD6DA0BA2B}" dt="2020-09-03T14:15:03.607" v="1109" actId="2890"/>
        <pc:sldMkLst>
          <pc:docMk/>
          <pc:sldMk cId="2727718878" sldId="520"/>
        </pc:sldMkLst>
      </pc:sldChg>
      <pc:sldChg chg="addSp delSp modSp add mod ord">
        <pc:chgData name="Clayton Silva" userId="29ef9a7b83f2ddc4" providerId="LiveId" clId="{E0D6CF48-95C4-4F83-9D4D-9AFD6DA0BA2B}" dt="2020-09-03T14:31:24.300" v="1507" actId="14100"/>
        <pc:sldMkLst>
          <pc:docMk/>
          <pc:sldMk cId="404555711" sldId="521"/>
        </pc:sldMkLst>
        <pc:spChg chg="del mod">
          <ac:chgData name="Clayton Silva" userId="29ef9a7b83f2ddc4" providerId="LiveId" clId="{E0D6CF48-95C4-4F83-9D4D-9AFD6DA0BA2B}" dt="2020-09-03T14:21:31.191" v="1307" actId="478"/>
          <ac:spMkLst>
            <pc:docMk/>
            <pc:sldMk cId="404555711" sldId="521"/>
            <ac:spMk id="2" creationId="{BB93C2AE-4D98-4085-B311-2BAB89E81C0F}"/>
          </ac:spMkLst>
        </pc:spChg>
        <pc:spChg chg="add mod">
          <ac:chgData name="Clayton Silva" userId="29ef9a7b83f2ddc4" providerId="LiveId" clId="{E0D6CF48-95C4-4F83-9D4D-9AFD6DA0BA2B}" dt="2020-09-03T14:22:08.150" v="1312" actId="1582"/>
          <ac:spMkLst>
            <pc:docMk/>
            <pc:sldMk cId="404555711" sldId="521"/>
            <ac:spMk id="3" creationId="{1A43A0EA-2A10-47BC-8747-C50511406382}"/>
          </ac:spMkLst>
        </pc:spChg>
        <pc:spChg chg="add mod">
          <ac:chgData name="Clayton Silva" userId="29ef9a7b83f2ddc4" providerId="LiveId" clId="{E0D6CF48-95C4-4F83-9D4D-9AFD6DA0BA2B}" dt="2020-09-03T14:22:21.424" v="1314" actId="1076"/>
          <ac:spMkLst>
            <pc:docMk/>
            <pc:sldMk cId="404555711" sldId="521"/>
            <ac:spMk id="4" creationId="{0A1E7734-B861-4DDF-8521-C295BBAD71AC}"/>
          </ac:spMkLst>
        </pc:spChg>
        <pc:spChg chg="add mod">
          <ac:chgData name="Clayton Silva" userId="29ef9a7b83f2ddc4" providerId="LiveId" clId="{E0D6CF48-95C4-4F83-9D4D-9AFD6DA0BA2B}" dt="2020-09-03T14:28:21.449" v="1430" actId="14100"/>
          <ac:spMkLst>
            <pc:docMk/>
            <pc:sldMk cId="404555711" sldId="521"/>
            <ac:spMk id="7" creationId="{3AF214CA-F928-4B51-A3AE-6789ACC8D2E6}"/>
          </ac:spMkLst>
        </pc:spChg>
        <pc:cxnChg chg="add mod">
          <ac:chgData name="Clayton Silva" userId="29ef9a7b83f2ddc4" providerId="LiveId" clId="{E0D6CF48-95C4-4F83-9D4D-9AFD6DA0BA2B}" dt="2020-09-03T14:28:26.778" v="1432" actId="14100"/>
          <ac:cxnSpMkLst>
            <pc:docMk/>
            <pc:sldMk cId="404555711" sldId="521"/>
            <ac:cxnSpMk id="9" creationId="{3F05AC34-6796-4384-A6B7-02EC6FD73722}"/>
          </ac:cxnSpMkLst>
        </pc:cxnChg>
        <pc:cxnChg chg="add mod">
          <ac:chgData name="Clayton Silva" userId="29ef9a7b83f2ddc4" providerId="LiveId" clId="{E0D6CF48-95C4-4F83-9D4D-9AFD6DA0BA2B}" dt="2020-09-03T14:31:24.300" v="1507" actId="14100"/>
          <ac:cxnSpMkLst>
            <pc:docMk/>
            <pc:sldMk cId="404555711" sldId="521"/>
            <ac:cxnSpMk id="10" creationId="{CD5CC2F0-28D8-467F-9C43-6E6BB66FE701}"/>
          </ac:cxnSpMkLst>
        </pc:cxnChg>
      </pc:sldChg>
      <pc:sldChg chg="addSp delSp modSp add mod">
        <pc:chgData name="Clayton Silva" userId="29ef9a7b83f2ddc4" providerId="LiveId" clId="{E0D6CF48-95C4-4F83-9D4D-9AFD6DA0BA2B}" dt="2020-09-03T14:36:42.416" v="1643" actId="20577"/>
        <pc:sldMkLst>
          <pc:docMk/>
          <pc:sldMk cId="708132130" sldId="522"/>
        </pc:sldMkLst>
        <pc:spChg chg="del">
          <ac:chgData name="Clayton Silva" userId="29ef9a7b83f2ddc4" providerId="LiveId" clId="{E0D6CF48-95C4-4F83-9D4D-9AFD6DA0BA2B}" dt="2020-09-03T14:29:15.122" v="1435" actId="478"/>
          <ac:spMkLst>
            <pc:docMk/>
            <pc:sldMk cId="708132130" sldId="522"/>
            <ac:spMk id="3" creationId="{1A43A0EA-2A10-47BC-8747-C50511406382}"/>
          </ac:spMkLst>
        </pc:spChg>
        <pc:spChg chg="del">
          <ac:chgData name="Clayton Silva" userId="29ef9a7b83f2ddc4" providerId="LiveId" clId="{E0D6CF48-95C4-4F83-9D4D-9AFD6DA0BA2B}" dt="2020-09-03T14:29:18.070" v="1436" actId="478"/>
          <ac:spMkLst>
            <pc:docMk/>
            <pc:sldMk cId="708132130" sldId="522"/>
            <ac:spMk id="4" creationId="{0A1E7734-B861-4DDF-8521-C295BBAD71AC}"/>
          </ac:spMkLst>
        </pc:spChg>
        <pc:spChg chg="mod">
          <ac:chgData name="Clayton Silva" userId="29ef9a7b83f2ddc4" providerId="LiveId" clId="{E0D6CF48-95C4-4F83-9D4D-9AFD6DA0BA2B}" dt="2020-09-03T14:36:42.416" v="1643" actId="20577"/>
          <ac:spMkLst>
            <pc:docMk/>
            <pc:sldMk cId="708132130" sldId="522"/>
            <ac:spMk id="7" creationId="{3AF214CA-F928-4B51-A3AE-6789ACC8D2E6}"/>
          </ac:spMkLst>
        </pc:spChg>
        <pc:spChg chg="add mod">
          <ac:chgData name="Clayton Silva" userId="29ef9a7b83f2ddc4" providerId="LiveId" clId="{E0D6CF48-95C4-4F83-9D4D-9AFD6DA0BA2B}" dt="2020-09-03T14:32:25.089" v="1514"/>
          <ac:spMkLst>
            <pc:docMk/>
            <pc:sldMk cId="708132130" sldId="522"/>
            <ac:spMk id="11" creationId="{7BEE13A7-49B0-4BD9-8F0C-6A4A819C98CD}"/>
          </ac:spMkLst>
        </pc:spChg>
        <pc:cxnChg chg="del">
          <ac:chgData name="Clayton Silva" userId="29ef9a7b83f2ddc4" providerId="LiveId" clId="{E0D6CF48-95C4-4F83-9D4D-9AFD6DA0BA2B}" dt="2020-09-03T14:29:25.978" v="1438" actId="478"/>
          <ac:cxnSpMkLst>
            <pc:docMk/>
            <pc:sldMk cId="708132130" sldId="522"/>
            <ac:cxnSpMk id="9" creationId="{3F05AC34-6796-4384-A6B7-02EC6FD73722}"/>
          </ac:cxnSpMkLst>
        </pc:cxnChg>
        <pc:cxnChg chg="mod">
          <ac:chgData name="Clayton Silva" userId="29ef9a7b83f2ddc4" providerId="LiveId" clId="{E0D6CF48-95C4-4F83-9D4D-9AFD6DA0BA2B}" dt="2020-09-03T14:31:45.848" v="1508" actId="14100"/>
          <ac:cxnSpMkLst>
            <pc:docMk/>
            <pc:sldMk cId="708132130" sldId="522"/>
            <ac:cxnSpMk id="10" creationId="{CD5CC2F0-28D8-467F-9C43-6E6BB66FE701}"/>
          </ac:cxnSpMkLst>
        </pc:cxnChg>
      </pc:sldChg>
      <pc:sldChg chg="addSp delSp modSp add mod">
        <pc:chgData name="Clayton Silva" userId="29ef9a7b83f2ddc4" providerId="LiveId" clId="{E0D6CF48-95C4-4F83-9D4D-9AFD6DA0BA2B}" dt="2020-09-03T14:39:03.110" v="1742" actId="948"/>
        <pc:sldMkLst>
          <pc:docMk/>
          <pc:sldMk cId="1006064290" sldId="523"/>
        </pc:sldMkLst>
        <pc:spChg chg="add mod">
          <ac:chgData name="Clayton Silva" userId="29ef9a7b83f2ddc4" providerId="LiveId" clId="{E0D6CF48-95C4-4F83-9D4D-9AFD6DA0BA2B}" dt="2020-09-03T14:34:45.382" v="1519" actId="207"/>
          <ac:spMkLst>
            <pc:docMk/>
            <pc:sldMk cId="1006064290" sldId="523"/>
            <ac:spMk id="2" creationId="{C4726D8A-1315-4E71-9AEB-8C01BAA0DE43}"/>
          </ac:spMkLst>
        </pc:spChg>
        <pc:spChg chg="add del">
          <ac:chgData name="Clayton Silva" userId="29ef9a7b83f2ddc4" providerId="LiveId" clId="{E0D6CF48-95C4-4F83-9D4D-9AFD6DA0BA2B}" dt="2020-09-03T14:36:12.467" v="1546" actId="22"/>
          <ac:spMkLst>
            <pc:docMk/>
            <pc:sldMk cId="1006064290" sldId="523"/>
            <ac:spMk id="5" creationId="{5FF564CE-F9C7-46D3-B283-96285D3996F9}"/>
          </ac:spMkLst>
        </pc:spChg>
        <pc:spChg chg="add mod">
          <ac:chgData name="Clayton Silva" userId="29ef9a7b83f2ddc4" providerId="LiveId" clId="{E0D6CF48-95C4-4F83-9D4D-9AFD6DA0BA2B}" dt="2020-09-03T14:39:03.110" v="1742" actId="948"/>
          <ac:spMkLst>
            <pc:docMk/>
            <pc:sldMk cId="1006064290" sldId="523"/>
            <ac:spMk id="6" creationId="{9EC971B0-E6C1-4183-9F00-A62D0145B921}"/>
          </ac:spMkLst>
        </pc:spChg>
        <pc:spChg chg="mod">
          <ac:chgData name="Clayton Silva" userId="29ef9a7b83f2ddc4" providerId="LiveId" clId="{E0D6CF48-95C4-4F83-9D4D-9AFD6DA0BA2B}" dt="2020-09-03T14:35:36.466" v="1540" actId="20577"/>
          <ac:spMkLst>
            <pc:docMk/>
            <pc:sldMk cId="1006064290" sldId="523"/>
            <ac:spMk id="7" creationId="{3AF214CA-F928-4B51-A3AE-6789ACC8D2E6}"/>
          </ac:spMkLst>
        </pc:spChg>
        <pc:spChg chg="del">
          <ac:chgData name="Clayton Silva" userId="29ef9a7b83f2ddc4" providerId="LiveId" clId="{E0D6CF48-95C4-4F83-9D4D-9AFD6DA0BA2B}" dt="2020-09-03T14:34:28.011" v="1516" actId="478"/>
          <ac:spMkLst>
            <pc:docMk/>
            <pc:sldMk cId="1006064290" sldId="523"/>
            <ac:spMk id="11" creationId="{7BEE13A7-49B0-4BD9-8F0C-6A4A819C98CD}"/>
          </ac:spMkLst>
        </pc:spChg>
        <pc:picChg chg="mod">
          <ac:chgData name="Clayton Silva" userId="29ef9a7b83f2ddc4" providerId="LiveId" clId="{E0D6CF48-95C4-4F83-9D4D-9AFD6DA0BA2B}" dt="2020-09-03T14:36:10.438" v="1545" actId="1076"/>
          <ac:picMkLst>
            <pc:docMk/>
            <pc:sldMk cId="1006064290" sldId="523"/>
            <ac:picMk id="8" creationId="{BEFC784E-6574-4CD3-BB3E-A9B2DE297BA2}"/>
          </ac:picMkLst>
        </pc:picChg>
        <pc:cxnChg chg="mod">
          <ac:chgData name="Clayton Silva" userId="29ef9a7b83f2ddc4" providerId="LiveId" clId="{E0D6CF48-95C4-4F83-9D4D-9AFD6DA0BA2B}" dt="2020-09-03T14:34:57.018" v="1522" actId="14100"/>
          <ac:cxnSpMkLst>
            <pc:docMk/>
            <pc:sldMk cId="1006064290" sldId="523"/>
            <ac:cxnSpMk id="10" creationId="{CD5CC2F0-28D8-467F-9C43-6E6BB66FE701}"/>
          </ac:cxnSpMkLst>
        </pc:cxnChg>
      </pc:sldChg>
      <pc:sldChg chg="addSp delSp modSp add mod ord">
        <pc:chgData name="Clayton Silva" userId="29ef9a7b83f2ddc4" providerId="LiveId" clId="{E0D6CF48-95C4-4F83-9D4D-9AFD6DA0BA2B}" dt="2020-09-03T14:41:02.427" v="1787" actId="14100"/>
        <pc:sldMkLst>
          <pc:docMk/>
          <pc:sldMk cId="3362410754" sldId="524"/>
        </pc:sldMkLst>
        <pc:spChg chg="add mod">
          <ac:chgData name="Clayton Silva" userId="29ef9a7b83f2ddc4" providerId="LiveId" clId="{E0D6CF48-95C4-4F83-9D4D-9AFD6DA0BA2B}" dt="2020-09-03T14:40:57.339" v="1786" actId="207"/>
          <ac:spMkLst>
            <pc:docMk/>
            <pc:sldMk cId="3362410754" sldId="524"/>
            <ac:spMk id="2" creationId="{FEECC445-D4B8-41F1-890C-939949DD209A}"/>
          </ac:spMkLst>
        </pc:spChg>
        <pc:spChg chg="mod">
          <ac:chgData name="Clayton Silva" userId="29ef9a7b83f2ddc4" providerId="LiveId" clId="{E0D6CF48-95C4-4F83-9D4D-9AFD6DA0BA2B}" dt="2020-09-03T14:40:23.418" v="1781" actId="20577"/>
          <ac:spMkLst>
            <pc:docMk/>
            <pc:sldMk cId="3362410754" sldId="524"/>
            <ac:spMk id="7" creationId="{3AF214CA-F928-4B51-A3AE-6789ACC8D2E6}"/>
          </ac:spMkLst>
        </pc:spChg>
        <pc:spChg chg="del">
          <ac:chgData name="Clayton Silva" userId="29ef9a7b83f2ddc4" providerId="LiveId" clId="{E0D6CF48-95C4-4F83-9D4D-9AFD6DA0BA2B}" dt="2020-09-03T14:40:27.660" v="1782" actId="478"/>
          <ac:spMkLst>
            <pc:docMk/>
            <pc:sldMk cId="3362410754" sldId="524"/>
            <ac:spMk id="11" creationId="{7BEE13A7-49B0-4BD9-8F0C-6A4A819C98CD}"/>
          </ac:spMkLst>
        </pc:spChg>
        <pc:cxnChg chg="mod">
          <ac:chgData name="Clayton Silva" userId="29ef9a7b83f2ddc4" providerId="LiveId" clId="{E0D6CF48-95C4-4F83-9D4D-9AFD6DA0BA2B}" dt="2020-09-03T14:41:02.427" v="1787" actId="14100"/>
          <ac:cxnSpMkLst>
            <pc:docMk/>
            <pc:sldMk cId="3362410754" sldId="524"/>
            <ac:cxnSpMk id="10" creationId="{CD5CC2F0-28D8-467F-9C43-6E6BB66FE701}"/>
          </ac:cxnSpMkLst>
        </pc:cxnChg>
      </pc:sldChg>
      <pc:sldChg chg="addSp delSp modSp new mod setBg modClrScheme setClrOvrMap chgLayout">
        <pc:chgData name="Clayton Silva" userId="29ef9a7b83f2ddc4" providerId="LiveId" clId="{E0D6CF48-95C4-4F83-9D4D-9AFD6DA0BA2B}" dt="2020-09-03T14:59:39.163" v="2149" actId="115"/>
        <pc:sldMkLst>
          <pc:docMk/>
          <pc:sldMk cId="2500925427" sldId="525"/>
        </pc:sldMkLst>
        <pc:spChg chg="del mod ord">
          <ac:chgData name="Clayton Silva" userId="29ef9a7b83f2ddc4" providerId="LiveId" clId="{E0D6CF48-95C4-4F83-9D4D-9AFD6DA0BA2B}" dt="2020-09-03T14:42:49.468" v="1856" actId="700"/>
          <ac:spMkLst>
            <pc:docMk/>
            <pc:sldMk cId="2500925427" sldId="525"/>
            <ac:spMk id="2" creationId="{688868E5-5736-4B28-93D5-5FCD22FF1CFF}"/>
          </ac:spMkLst>
        </pc:spChg>
        <pc:spChg chg="del mod ord">
          <ac:chgData name="Clayton Silva" userId="29ef9a7b83f2ddc4" providerId="LiveId" clId="{E0D6CF48-95C4-4F83-9D4D-9AFD6DA0BA2B}" dt="2020-09-03T14:42:49.468" v="1856" actId="700"/>
          <ac:spMkLst>
            <pc:docMk/>
            <pc:sldMk cId="2500925427" sldId="525"/>
            <ac:spMk id="3" creationId="{89F740C3-D86D-4A61-8459-5EFD7B81223E}"/>
          </ac:spMkLst>
        </pc:spChg>
        <pc:spChg chg="del mod ord">
          <ac:chgData name="Clayton Silva" userId="29ef9a7b83f2ddc4" providerId="LiveId" clId="{E0D6CF48-95C4-4F83-9D4D-9AFD6DA0BA2B}" dt="2020-09-03T14:43:17.971" v="1889" actId="478"/>
          <ac:spMkLst>
            <pc:docMk/>
            <pc:sldMk cId="2500925427" sldId="525"/>
            <ac:spMk id="4" creationId="{C5F9FCD6-CD36-434B-8110-CBF03C46E472}"/>
          </ac:spMkLst>
        </pc:spChg>
        <pc:spChg chg="add mod ord">
          <ac:chgData name="Clayton Silva" userId="29ef9a7b83f2ddc4" providerId="LiveId" clId="{E0D6CF48-95C4-4F83-9D4D-9AFD6DA0BA2B}" dt="2020-09-03T14:44:00.964" v="1915" actId="1076"/>
          <ac:spMkLst>
            <pc:docMk/>
            <pc:sldMk cId="2500925427" sldId="525"/>
            <ac:spMk id="5" creationId="{3AB39F27-DEA0-4064-8EDE-9D7097179DBA}"/>
          </ac:spMkLst>
        </pc:spChg>
        <pc:spChg chg="add del mod ord">
          <ac:chgData name="Clayton Silva" userId="29ef9a7b83f2ddc4" providerId="LiveId" clId="{E0D6CF48-95C4-4F83-9D4D-9AFD6DA0BA2B}" dt="2020-09-03T14:42:53.035" v="1857" actId="478"/>
          <ac:spMkLst>
            <pc:docMk/>
            <pc:sldMk cId="2500925427" sldId="525"/>
            <ac:spMk id="6" creationId="{30228CE8-41DA-47C0-B30D-7B5A69D86FCA}"/>
          </ac:spMkLst>
        </pc:spChg>
        <pc:spChg chg="add mod">
          <ac:chgData name="Clayton Silva" userId="29ef9a7b83f2ddc4" providerId="LiveId" clId="{E0D6CF48-95C4-4F83-9D4D-9AFD6DA0BA2B}" dt="2020-09-03T14:59:39.163" v="2149" actId="115"/>
          <ac:spMkLst>
            <pc:docMk/>
            <pc:sldMk cId="2500925427" sldId="525"/>
            <ac:spMk id="7" creationId="{E7A75FA9-16DB-4CBF-A51B-72CD74FC0C0D}"/>
          </ac:spMkLst>
        </pc:spChg>
        <pc:spChg chg="add del">
          <ac:chgData name="Clayton Silva" userId="29ef9a7b83f2ddc4" providerId="LiveId" clId="{E0D6CF48-95C4-4F83-9D4D-9AFD6DA0BA2B}" dt="2020-09-03T14:43:36.563" v="1892" actId="26606"/>
          <ac:spMkLst>
            <pc:docMk/>
            <pc:sldMk cId="2500925427" sldId="525"/>
            <ac:spMk id="10" creationId="{66B332A4-D438-4773-A77F-5ED49A448D9D}"/>
          </ac:spMkLst>
        </pc:spChg>
        <pc:spChg chg="add del">
          <ac:chgData name="Clayton Silva" userId="29ef9a7b83f2ddc4" providerId="LiveId" clId="{E0D6CF48-95C4-4F83-9D4D-9AFD6DA0BA2B}" dt="2020-09-03T14:43:36.563" v="1892" actId="26606"/>
          <ac:spMkLst>
            <pc:docMk/>
            <pc:sldMk cId="2500925427" sldId="525"/>
            <ac:spMk id="12" creationId="{DF9AD32D-FF05-44F4-BD4D-9CEE89B71EB9}"/>
          </ac:spMkLst>
        </pc:spChg>
        <pc:spChg chg="add">
          <ac:chgData name="Clayton Silva" userId="29ef9a7b83f2ddc4" providerId="LiveId" clId="{E0D6CF48-95C4-4F83-9D4D-9AFD6DA0BA2B}" dt="2020-09-03T14:43:36.563" v="1892" actId="26606"/>
          <ac:spMkLst>
            <pc:docMk/>
            <pc:sldMk cId="2500925427" sldId="525"/>
            <ac:spMk id="17" creationId="{66B332A4-D438-4773-A77F-5ED49A448D9D}"/>
          </ac:spMkLst>
        </pc:spChg>
        <pc:spChg chg="add">
          <ac:chgData name="Clayton Silva" userId="29ef9a7b83f2ddc4" providerId="LiveId" clId="{E0D6CF48-95C4-4F83-9D4D-9AFD6DA0BA2B}" dt="2020-09-03T14:43:36.563" v="1892" actId="26606"/>
          <ac:spMkLst>
            <pc:docMk/>
            <pc:sldMk cId="2500925427" sldId="525"/>
            <ac:spMk id="19" creationId="{DF9AD32D-FF05-44F4-BD4D-9CEE89B71EB9}"/>
          </ac:spMkLst>
        </pc:spChg>
      </pc:sldChg>
      <pc:sldChg chg="addSp modSp add mod">
        <pc:chgData name="Clayton Silva" userId="29ef9a7b83f2ddc4" providerId="LiveId" clId="{E0D6CF48-95C4-4F83-9D4D-9AFD6DA0BA2B}" dt="2020-09-03T14:54:42.319" v="2137" actId="14100"/>
        <pc:sldMkLst>
          <pc:docMk/>
          <pc:sldMk cId="4154096065" sldId="526"/>
        </pc:sldMkLst>
        <pc:spChg chg="mod">
          <ac:chgData name="Clayton Silva" userId="29ef9a7b83f2ddc4" providerId="LiveId" clId="{E0D6CF48-95C4-4F83-9D4D-9AFD6DA0BA2B}" dt="2020-09-03T14:53:37.542" v="2123" actId="14100"/>
          <ac:spMkLst>
            <pc:docMk/>
            <pc:sldMk cId="4154096065" sldId="526"/>
            <ac:spMk id="2" creationId="{FEECC445-D4B8-41F1-890C-939949DD209A}"/>
          </ac:spMkLst>
        </pc:spChg>
        <pc:spChg chg="mod">
          <ac:chgData name="Clayton Silva" userId="29ef9a7b83f2ddc4" providerId="LiveId" clId="{E0D6CF48-95C4-4F83-9D4D-9AFD6DA0BA2B}" dt="2020-09-03T14:53:20.680" v="2107" actId="20577"/>
          <ac:spMkLst>
            <pc:docMk/>
            <pc:sldMk cId="4154096065" sldId="526"/>
            <ac:spMk id="7" creationId="{3AF214CA-F928-4B51-A3AE-6789ACC8D2E6}"/>
          </ac:spMkLst>
        </pc:spChg>
        <pc:spChg chg="add mod">
          <ac:chgData name="Clayton Silva" userId="29ef9a7b83f2ddc4" providerId="LiveId" clId="{E0D6CF48-95C4-4F83-9D4D-9AFD6DA0BA2B}" dt="2020-09-03T14:54:21.900" v="2136" actId="1037"/>
          <ac:spMkLst>
            <pc:docMk/>
            <pc:sldMk cId="4154096065" sldId="526"/>
            <ac:spMk id="14" creationId="{4BFA4085-97FE-40C2-B04A-42B0BFCA54FC}"/>
          </ac:spMkLst>
        </pc:spChg>
        <pc:cxnChg chg="mod">
          <ac:chgData name="Clayton Silva" userId="29ef9a7b83f2ddc4" providerId="LiveId" clId="{E0D6CF48-95C4-4F83-9D4D-9AFD6DA0BA2B}" dt="2020-09-03T14:54:42.319" v="2137" actId="14100"/>
          <ac:cxnSpMkLst>
            <pc:docMk/>
            <pc:sldMk cId="4154096065" sldId="526"/>
            <ac:cxnSpMk id="10" creationId="{CD5CC2F0-28D8-467F-9C43-6E6BB66FE701}"/>
          </ac:cxnSpMkLst>
        </pc:cxnChg>
        <pc:cxnChg chg="add mod">
          <ac:chgData name="Clayton Silva" userId="29ef9a7b83f2ddc4" providerId="LiveId" clId="{E0D6CF48-95C4-4F83-9D4D-9AFD6DA0BA2B}" dt="2020-09-03T14:53:53.854" v="2127" actId="14100"/>
          <ac:cxnSpMkLst>
            <pc:docMk/>
            <pc:sldMk cId="4154096065" sldId="526"/>
            <ac:cxnSpMk id="11" creationId="{F5546C6D-E35F-4C2B-8800-658889C7BAE7}"/>
          </ac:cxnSpMkLst>
        </pc:cxnChg>
      </pc:sldChg>
      <pc:sldChg chg="addSp delSp modSp add mod ord setBg">
        <pc:chgData name="Clayton Silva" userId="29ef9a7b83f2ddc4" providerId="LiveId" clId="{E0D6CF48-95C4-4F83-9D4D-9AFD6DA0BA2B}" dt="2020-09-03T15:09:00.692" v="2297" actId="1038"/>
        <pc:sldMkLst>
          <pc:docMk/>
          <pc:sldMk cId="3873412452" sldId="527"/>
        </pc:sldMkLst>
        <pc:spChg chg="add del mod">
          <ac:chgData name="Clayton Silva" userId="29ef9a7b83f2ddc4" providerId="LiveId" clId="{E0D6CF48-95C4-4F83-9D4D-9AFD6DA0BA2B}" dt="2020-09-03T15:06:42.946" v="2201" actId="478"/>
          <ac:spMkLst>
            <pc:docMk/>
            <pc:sldMk cId="3873412452" sldId="527"/>
            <ac:spMk id="2" creationId="{1375BD34-709D-473E-A6D7-A2DE11C9DF89}"/>
          </ac:spMkLst>
        </pc:spChg>
        <pc:spChg chg="add mod">
          <ac:chgData name="Clayton Silva" userId="29ef9a7b83f2ddc4" providerId="LiveId" clId="{E0D6CF48-95C4-4F83-9D4D-9AFD6DA0BA2B}" dt="2020-09-03T15:08:47.634" v="2283" actId="404"/>
          <ac:spMkLst>
            <pc:docMk/>
            <pc:sldMk cId="3873412452" sldId="527"/>
            <ac:spMk id="7" creationId="{44AD2A47-214E-4705-A057-47767C315768}"/>
          </ac:spMkLst>
        </pc:spChg>
        <pc:spChg chg="add">
          <ac:chgData name="Clayton Silva" userId="29ef9a7b83f2ddc4" providerId="LiveId" clId="{E0D6CF48-95C4-4F83-9D4D-9AFD6DA0BA2B}" dt="2020-09-03T15:08:29.004" v="2279" actId="26606"/>
          <ac:spMkLst>
            <pc:docMk/>
            <pc:sldMk cId="3873412452" sldId="527"/>
            <ac:spMk id="12" creationId="{CDA1A2E9-63FE-408D-A803-8E306ECAB4B3}"/>
          </ac:spMkLst>
        </pc:spChg>
        <pc:spChg chg="add">
          <ac:chgData name="Clayton Silva" userId="29ef9a7b83f2ddc4" providerId="LiveId" clId="{E0D6CF48-95C4-4F83-9D4D-9AFD6DA0BA2B}" dt="2020-09-03T15:08:29.004" v="2279" actId="26606"/>
          <ac:spMkLst>
            <pc:docMk/>
            <pc:sldMk cId="3873412452" sldId="527"/>
            <ac:spMk id="14" creationId="{FBE9F90C-C163-435B-9A68-D15C92D1CF2B}"/>
          </ac:spMkLst>
        </pc:spChg>
        <pc:spChg chg="add">
          <ac:chgData name="Clayton Silva" userId="29ef9a7b83f2ddc4" providerId="LiveId" clId="{E0D6CF48-95C4-4F83-9D4D-9AFD6DA0BA2B}" dt="2020-09-03T15:08:29.004" v="2279" actId="26606"/>
          <ac:spMkLst>
            <pc:docMk/>
            <pc:sldMk cId="3873412452" sldId="527"/>
            <ac:spMk id="16" creationId="{1A882A9F-F4E9-4E23-8F0B-20B5DF42EAA9}"/>
          </ac:spMkLst>
        </pc:spChg>
        <pc:picChg chg="add del">
          <ac:chgData name="Clayton Silva" userId="29ef9a7b83f2ddc4" providerId="LiveId" clId="{E0D6CF48-95C4-4F83-9D4D-9AFD6DA0BA2B}" dt="2020-09-03T15:06:47.633" v="2203" actId="22"/>
          <ac:picMkLst>
            <pc:docMk/>
            <pc:sldMk cId="3873412452" sldId="527"/>
            <ac:picMk id="3" creationId="{8D65F27D-A723-4831-AEA5-D5F0736F03CF}"/>
          </ac:picMkLst>
        </pc:picChg>
        <pc:picChg chg="add mod ord">
          <ac:chgData name="Clayton Silva" userId="29ef9a7b83f2ddc4" providerId="LiveId" clId="{E0D6CF48-95C4-4F83-9D4D-9AFD6DA0BA2B}" dt="2020-09-03T15:09:00.692" v="2297" actId="1038"/>
          <ac:picMkLst>
            <pc:docMk/>
            <pc:sldMk cId="3873412452" sldId="527"/>
            <ac:picMk id="6" creationId="{ECBAC967-4578-407B-AE7C-55EEF8EFDCFE}"/>
          </ac:picMkLst>
        </pc:picChg>
        <pc:picChg chg="del mod">
          <ac:chgData name="Clayton Silva" userId="29ef9a7b83f2ddc4" providerId="LiveId" clId="{E0D6CF48-95C4-4F83-9D4D-9AFD6DA0BA2B}" dt="2020-09-03T15:06:38.756" v="2200" actId="478"/>
          <ac:picMkLst>
            <pc:docMk/>
            <pc:sldMk cId="3873412452" sldId="527"/>
            <ac:picMk id="8" creationId="{BEFC784E-6574-4CD3-BB3E-A9B2DE297BA2}"/>
          </ac:picMkLst>
        </pc:picChg>
      </pc:sldChg>
      <pc:sldChg chg="add ord">
        <pc:chgData name="Clayton Silva" userId="29ef9a7b83f2ddc4" providerId="LiveId" clId="{E0D6CF48-95C4-4F83-9D4D-9AFD6DA0BA2B}" dt="2020-09-03T15:10:17.116" v="2300"/>
        <pc:sldMkLst>
          <pc:docMk/>
          <pc:sldMk cId="1557290789" sldId="528"/>
        </pc:sldMkLst>
      </pc:sldChg>
      <pc:sldChg chg="addSp delSp modSp new mod">
        <pc:chgData name="Clayton Silva" userId="29ef9a7b83f2ddc4" providerId="LiveId" clId="{E0D6CF48-95C4-4F83-9D4D-9AFD6DA0BA2B}" dt="2020-09-04T02:33:42.710" v="2334" actId="242"/>
        <pc:sldMkLst>
          <pc:docMk/>
          <pc:sldMk cId="1671125911" sldId="529"/>
        </pc:sldMkLst>
        <pc:spChg chg="mod">
          <ac:chgData name="Clayton Silva" userId="29ef9a7b83f2ddc4" providerId="LiveId" clId="{E0D6CF48-95C4-4F83-9D4D-9AFD6DA0BA2B}" dt="2020-09-04T02:33:42.710" v="2334" actId="242"/>
          <ac:spMkLst>
            <pc:docMk/>
            <pc:sldMk cId="1671125911" sldId="529"/>
            <ac:spMk id="2" creationId="{6F0DF715-57B3-4FCA-9DA8-A9475ABDCCFB}"/>
          </ac:spMkLst>
        </pc:spChg>
        <pc:spChg chg="del">
          <ac:chgData name="Clayton Silva" userId="29ef9a7b83f2ddc4" providerId="LiveId" clId="{E0D6CF48-95C4-4F83-9D4D-9AFD6DA0BA2B}" dt="2020-09-04T02:33:22.405" v="2329"/>
          <ac:spMkLst>
            <pc:docMk/>
            <pc:sldMk cId="1671125911" sldId="529"/>
            <ac:spMk id="3" creationId="{A7D799A4-DD8A-41A7-96C1-7AA1F24EFC77}"/>
          </ac:spMkLst>
        </pc:spChg>
        <pc:spChg chg="del">
          <ac:chgData name="Clayton Silva" userId="29ef9a7b83f2ddc4" providerId="LiveId" clId="{E0D6CF48-95C4-4F83-9D4D-9AFD6DA0BA2B}" dt="2020-09-04T02:33:32.515" v="2331" actId="478"/>
          <ac:spMkLst>
            <pc:docMk/>
            <pc:sldMk cId="1671125911" sldId="529"/>
            <ac:spMk id="4" creationId="{F8DA1D9E-EF69-47A1-B77C-32C1ABBE5F32}"/>
          </ac:spMkLst>
        </pc:spChg>
        <pc:picChg chg="add mod">
          <ac:chgData name="Clayton Silva" userId="29ef9a7b83f2ddc4" providerId="LiveId" clId="{E0D6CF48-95C4-4F83-9D4D-9AFD6DA0BA2B}" dt="2020-09-04T02:33:38.609" v="2333" actId="1076"/>
          <ac:picMkLst>
            <pc:docMk/>
            <pc:sldMk cId="1671125911" sldId="529"/>
            <ac:picMk id="5" creationId="{C85E492F-8EF3-4B30-A365-5F11AC89F9BD}"/>
          </ac:picMkLst>
        </pc:picChg>
      </pc:sldChg>
      <pc:sldChg chg="add del">
        <pc:chgData name="Clayton Silva" userId="29ef9a7b83f2ddc4" providerId="LiveId" clId="{E0D6CF48-95C4-4F83-9D4D-9AFD6DA0BA2B}" dt="2020-09-04T12:07:59.578" v="2433" actId="47"/>
        <pc:sldMkLst>
          <pc:docMk/>
          <pc:sldMk cId="761598276" sldId="530"/>
        </pc:sldMkLst>
      </pc:sldChg>
      <pc:sldChg chg="addSp modSp new mod setBg">
        <pc:chgData name="Clayton Silva" userId="29ef9a7b83f2ddc4" providerId="LiveId" clId="{E0D6CF48-95C4-4F83-9D4D-9AFD6DA0BA2B}" dt="2020-09-04T12:16:58.279" v="2600" actId="14100"/>
        <pc:sldMkLst>
          <pc:docMk/>
          <pc:sldMk cId="4061920623" sldId="530"/>
        </pc:sldMkLst>
        <pc:spChg chg="mod">
          <ac:chgData name="Clayton Silva" userId="29ef9a7b83f2ddc4" providerId="LiveId" clId="{E0D6CF48-95C4-4F83-9D4D-9AFD6DA0BA2B}" dt="2020-09-04T12:16:18.370" v="2591" actId="26606"/>
          <ac:spMkLst>
            <pc:docMk/>
            <pc:sldMk cId="4061920623" sldId="530"/>
            <ac:spMk id="2" creationId="{16853D4C-8053-4770-B377-CE5A46F2FC40}"/>
          </ac:spMkLst>
        </pc:spChg>
        <pc:spChg chg="mod">
          <ac:chgData name="Clayton Silva" userId="29ef9a7b83f2ddc4" providerId="LiveId" clId="{E0D6CF48-95C4-4F83-9D4D-9AFD6DA0BA2B}" dt="2020-09-04T12:16:58.279" v="2600" actId="14100"/>
          <ac:spMkLst>
            <pc:docMk/>
            <pc:sldMk cId="4061920623" sldId="530"/>
            <ac:spMk id="3" creationId="{C8DCEE2A-D85F-4D0B-9BC8-D2755E94225A}"/>
          </ac:spMkLst>
        </pc:spChg>
        <pc:spChg chg="mod ord">
          <ac:chgData name="Clayton Silva" userId="29ef9a7b83f2ddc4" providerId="LiveId" clId="{E0D6CF48-95C4-4F83-9D4D-9AFD6DA0BA2B}" dt="2020-09-04T12:16:18.370" v="2591" actId="26606"/>
          <ac:spMkLst>
            <pc:docMk/>
            <pc:sldMk cId="4061920623" sldId="530"/>
            <ac:spMk id="4" creationId="{599855C2-C70B-48A8-9288-C996ECCCAE94}"/>
          </ac:spMkLst>
        </pc:spChg>
        <pc:spChg chg="add">
          <ac:chgData name="Clayton Silva" userId="29ef9a7b83f2ddc4" providerId="LiveId" clId="{E0D6CF48-95C4-4F83-9D4D-9AFD6DA0BA2B}" dt="2020-09-04T12:16:18.370" v="2591" actId="26606"/>
          <ac:spMkLst>
            <pc:docMk/>
            <pc:sldMk cId="4061920623" sldId="530"/>
            <ac:spMk id="11" creationId="{201CC55D-ED54-4C5C-95E6-10947BD1103B}"/>
          </ac:spMkLst>
        </pc:spChg>
        <pc:spChg chg="add">
          <ac:chgData name="Clayton Silva" userId="29ef9a7b83f2ddc4" providerId="LiveId" clId="{E0D6CF48-95C4-4F83-9D4D-9AFD6DA0BA2B}" dt="2020-09-04T12:16:18.370" v="2591" actId="26606"/>
          <ac:spMkLst>
            <pc:docMk/>
            <pc:sldMk cId="4061920623" sldId="530"/>
            <ac:spMk id="17" creationId="{3873B707-463F-40B0-8227-E8CC6C67EB25}"/>
          </ac:spMkLst>
        </pc:spChg>
        <pc:spChg chg="add">
          <ac:chgData name="Clayton Silva" userId="29ef9a7b83f2ddc4" providerId="LiveId" clId="{E0D6CF48-95C4-4F83-9D4D-9AFD6DA0BA2B}" dt="2020-09-04T12:16:18.370" v="2591" actId="26606"/>
          <ac:spMkLst>
            <pc:docMk/>
            <pc:sldMk cId="4061920623" sldId="530"/>
            <ac:spMk id="19" creationId="{C13237C8-E62C-4F0D-A318-BD6FB6C2D138}"/>
          </ac:spMkLst>
        </pc:spChg>
        <pc:spChg chg="add">
          <ac:chgData name="Clayton Silva" userId="29ef9a7b83f2ddc4" providerId="LiveId" clId="{E0D6CF48-95C4-4F83-9D4D-9AFD6DA0BA2B}" dt="2020-09-04T12:16:18.370" v="2591" actId="26606"/>
          <ac:spMkLst>
            <pc:docMk/>
            <pc:sldMk cId="4061920623" sldId="530"/>
            <ac:spMk id="21" creationId="{19C9EAEA-39D0-4B0E-A0EB-51E7B26740B1}"/>
          </ac:spMkLst>
        </pc:spChg>
        <pc:grpChg chg="add">
          <ac:chgData name="Clayton Silva" userId="29ef9a7b83f2ddc4" providerId="LiveId" clId="{E0D6CF48-95C4-4F83-9D4D-9AFD6DA0BA2B}" dt="2020-09-04T12:16:18.370" v="2591" actId="26606"/>
          <ac:grpSpMkLst>
            <pc:docMk/>
            <pc:sldMk cId="4061920623" sldId="530"/>
            <ac:grpSpMk id="13" creationId="{1DE889C7-FAD6-4397-98E2-05D503484459}"/>
          </ac:grpSpMkLst>
        </pc:grpChg>
        <pc:picChg chg="add mod">
          <ac:chgData name="Clayton Silva" userId="29ef9a7b83f2ddc4" providerId="LiveId" clId="{E0D6CF48-95C4-4F83-9D4D-9AFD6DA0BA2B}" dt="2020-09-04T12:16:24.679" v="2592" actId="14100"/>
          <ac:picMkLst>
            <pc:docMk/>
            <pc:sldMk cId="4061920623" sldId="530"/>
            <ac:picMk id="6" creationId="{A6C72F28-C5B6-4F8F-A495-BE88439DA739}"/>
          </ac:picMkLst>
        </pc:picChg>
      </pc:sldChg>
      <pc:sldChg chg="add del ord">
        <pc:chgData name="Clayton Silva" userId="29ef9a7b83f2ddc4" providerId="LiveId" clId="{E0D6CF48-95C4-4F83-9D4D-9AFD6DA0BA2B}" dt="2020-09-04T12:17:53.484" v="2604" actId="47"/>
        <pc:sldMkLst>
          <pc:docMk/>
          <pc:sldMk cId="548524177" sldId="531"/>
        </pc:sldMkLst>
      </pc:sldChg>
    </pc:docChg>
  </pc:docChgLst>
  <pc:docChgLst>
    <pc:chgData name="Clayton Silva" userId="29ef9a7b83f2ddc4" providerId="LiveId" clId="{F1A0CCF2-7999-4E52-8AF9-DFF17236EF50}"/>
    <pc:docChg chg="undo custSel addSld delSld modSld sldOrd delMainMaster">
      <pc:chgData name="Clayton Silva" userId="29ef9a7b83f2ddc4" providerId="LiveId" clId="{F1A0CCF2-7999-4E52-8AF9-DFF17236EF50}" dt="2024-11-06T16:13:39.767" v="629" actId="1036"/>
      <pc:docMkLst>
        <pc:docMk/>
      </pc:docMkLst>
      <pc:sldChg chg="modSp mod">
        <pc:chgData name="Clayton Silva" userId="29ef9a7b83f2ddc4" providerId="LiveId" clId="{F1A0CCF2-7999-4E52-8AF9-DFF17236EF50}" dt="2024-10-30T02:10:25.195" v="94" actId="20577"/>
        <pc:sldMkLst>
          <pc:docMk/>
          <pc:sldMk cId="0" sldId="256"/>
        </pc:sldMkLst>
        <pc:spChg chg="mod">
          <ac:chgData name="Clayton Silva" userId="29ef9a7b83f2ddc4" providerId="LiveId" clId="{F1A0CCF2-7999-4E52-8AF9-DFF17236EF50}" dt="2024-10-30T02:10:25.195" v="94" actId="20577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Clayton Silva" userId="29ef9a7b83f2ddc4" providerId="LiveId" clId="{F1A0CCF2-7999-4E52-8AF9-DFF17236EF50}" dt="2024-10-30T02:10:11.041" v="43" actId="20577"/>
          <ac:spMkLst>
            <pc:docMk/>
            <pc:sldMk cId="0" sldId="256"/>
            <ac:spMk id="121" creationId="{00000000-0000-0000-0000-000000000000}"/>
          </ac:spMkLst>
        </pc:spChg>
      </pc:sldChg>
      <pc:sldChg chg="del">
        <pc:chgData name="Clayton Silva" userId="29ef9a7b83f2ddc4" providerId="LiveId" clId="{F1A0CCF2-7999-4E52-8AF9-DFF17236EF50}" dt="2024-10-30T03:27:21.976" v="619" actId="47"/>
        <pc:sldMkLst>
          <pc:docMk/>
          <pc:sldMk cId="1501597433" sldId="485"/>
        </pc:sldMkLst>
      </pc:sldChg>
      <pc:sldChg chg="del">
        <pc:chgData name="Clayton Silva" userId="29ef9a7b83f2ddc4" providerId="LiveId" clId="{F1A0CCF2-7999-4E52-8AF9-DFF17236EF50}" dt="2024-10-30T03:27:23.044" v="621" actId="47"/>
        <pc:sldMkLst>
          <pc:docMk/>
          <pc:sldMk cId="3324034660" sldId="491"/>
        </pc:sldMkLst>
      </pc:sldChg>
      <pc:sldChg chg="del">
        <pc:chgData name="Clayton Silva" userId="29ef9a7b83f2ddc4" providerId="LiveId" clId="{F1A0CCF2-7999-4E52-8AF9-DFF17236EF50}" dt="2024-10-30T03:27:25.635" v="625" actId="47"/>
        <pc:sldMkLst>
          <pc:docMk/>
          <pc:sldMk cId="2614266852" sldId="500"/>
        </pc:sldMkLst>
      </pc:sldChg>
      <pc:sldChg chg="add del">
        <pc:chgData name="Clayton Silva" userId="29ef9a7b83f2ddc4" providerId="LiveId" clId="{F1A0CCF2-7999-4E52-8AF9-DFF17236EF50}" dt="2024-10-30T03:27:41.560" v="628" actId="47"/>
        <pc:sldMkLst>
          <pc:docMk/>
          <pc:sldMk cId="667232601" sldId="501"/>
        </pc:sldMkLst>
      </pc:sldChg>
      <pc:sldChg chg="del">
        <pc:chgData name="Clayton Silva" userId="29ef9a7b83f2ddc4" providerId="LiveId" clId="{F1A0CCF2-7999-4E52-8AF9-DFF17236EF50}" dt="2024-10-30T03:27:24.253" v="623" actId="47"/>
        <pc:sldMkLst>
          <pc:docMk/>
          <pc:sldMk cId="2715660767" sldId="681"/>
        </pc:sldMkLst>
      </pc:sldChg>
      <pc:sldChg chg="del">
        <pc:chgData name="Clayton Silva" userId="29ef9a7b83f2ddc4" providerId="LiveId" clId="{F1A0CCF2-7999-4E52-8AF9-DFF17236EF50}" dt="2024-10-30T03:27:23.656" v="622" actId="47"/>
        <pc:sldMkLst>
          <pc:docMk/>
          <pc:sldMk cId="3469155593" sldId="682"/>
        </pc:sldMkLst>
      </pc:sldChg>
      <pc:sldChg chg="del">
        <pc:chgData name="Clayton Silva" userId="29ef9a7b83f2ddc4" providerId="LiveId" clId="{F1A0CCF2-7999-4E52-8AF9-DFF17236EF50}" dt="2024-10-30T03:27:16.355" v="608" actId="47"/>
        <pc:sldMkLst>
          <pc:docMk/>
          <pc:sldMk cId="4254697087" sldId="688"/>
        </pc:sldMkLst>
      </pc:sldChg>
      <pc:sldChg chg="addSp delSp modSp mod">
        <pc:chgData name="Clayton Silva" userId="29ef9a7b83f2ddc4" providerId="LiveId" clId="{F1A0CCF2-7999-4E52-8AF9-DFF17236EF50}" dt="2024-10-30T02:15:12.627" v="141" actId="1038"/>
        <pc:sldMkLst>
          <pc:docMk/>
          <pc:sldMk cId="176947051" sldId="705"/>
        </pc:sldMkLst>
        <pc:spChg chg="del">
          <ac:chgData name="Clayton Silva" userId="29ef9a7b83f2ddc4" providerId="LiveId" clId="{F1A0CCF2-7999-4E52-8AF9-DFF17236EF50}" dt="2024-10-30T02:10:33.140" v="96" actId="478"/>
          <ac:spMkLst>
            <pc:docMk/>
            <pc:sldMk cId="176947051" sldId="705"/>
            <ac:spMk id="2" creationId="{1741F836-F980-0BE2-C826-8EAB3219F282}"/>
          </ac:spMkLst>
        </pc:spChg>
        <pc:spChg chg="add del mod">
          <ac:chgData name="Clayton Silva" userId="29ef9a7b83f2ddc4" providerId="LiveId" clId="{F1A0CCF2-7999-4E52-8AF9-DFF17236EF50}" dt="2024-10-30T02:13:52.025" v="97" actId="478"/>
          <ac:spMkLst>
            <pc:docMk/>
            <pc:sldMk cId="176947051" sldId="705"/>
            <ac:spMk id="5" creationId="{84ECAEDD-2405-58C9-0557-148D2F29F04D}"/>
          </ac:spMkLst>
        </pc:spChg>
        <pc:picChg chg="add mod modCrop">
          <ac:chgData name="Clayton Silva" userId="29ef9a7b83f2ddc4" providerId="LiveId" clId="{F1A0CCF2-7999-4E52-8AF9-DFF17236EF50}" dt="2024-10-30T02:15:12.627" v="141" actId="1038"/>
          <ac:picMkLst>
            <pc:docMk/>
            <pc:sldMk cId="176947051" sldId="705"/>
            <ac:picMk id="7" creationId="{88A81069-8B18-7D47-F632-8D8FCCD653AA}"/>
          </ac:picMkLst>
        </pc:picChg>
        <pc:picChg chg="del">
          <ac:chgData name="Clayton Silva" userId="29ef9a7b83f2ddc4" providerId="LiveId" clId="{F1A0CCF2-7999-4E52-8AF9-DFF17236EF50}" dt="2024-10-30T02:10:29.912" v="95" actId="478"/>
          <ac:picMkLst>
            <pc:docMk/>
            <pc:sldMk cId="176947051" sldId="705"/>
            <ac:picMk id="8" creationId="{7BFFECD5-F0F3-0A07-8A60-2BF3F350B4D0}"/>
          </ac:picMkLst>
        </pc:picChg>
      </pc:sldChg>
      <pc:sldChg chg="del">
        <pc:chgData name="Clayton Silva" userId="29ef9a7b83f2ddc4" providerId="LiveId" clId="{F1A0CCF2-7999-4E52-8AF9-DFF17236EF50}" dt="2024-10-30T03:27:17.043" v="609" actId="47"/>
        <pc:sldMkLst>
          <pc:docMk/>
          <pc:sldMk cId="1071487193" sldId="706"/>
        </pc:sldMkLst>
      </pc:sldChg>
      <pc:sldChg chg="del">
        <pc:chgData name="Clayton Silva" userId="29ef9a7b83f2ddc4" providerId="LiveId" clId="{F1A0CCF2-7999-4E52-8AF9-DFF17236EF50}" dt="2024-10-30T03:27:17.593" v="610" actId="47"/>
        <pc:sldMkLst>
          <pc:docMk/>
          <pc:sldMk cId="709478166" sldId="711"/>
        </pc:sldMkLst>
      </pc:sldChg>
      <pc:sldChg chg="del">
        <pc:chgData name="Clayton Silva" userId="29ef9a7b83f2ddc4" providerId="LiveId" clId="{F1A0CCF2-7999-4E52-8AF9-DFF17236EF50}" dt="2024-10-30T03:27:18.976" v="612" actId="47"/>
        <pc:sldMkLst>
          <pc:docMk/>
          <pc:sldMk cId="323402831" sldId="712"/>
        </pc:sldMkLst>
      </pc:sldChg>
      <pc:sldChg chg="del">
        <pc:chgData name="Clayton Silva" userId="29ef9a7b83f2ddc4" providerId="LiveId" clId="{F1A0CCF2-7999-4E52-8AF9-DFF17236EF50}" dt="2024-10-30T03:27:19.369" v="613" actId="47"/>
        <pc:sldMkLst>
          <pc:docMk/>
          <pc:sldMk cId="2200776134" sldId="713"/>
        </pc:sldMkLst>
      </pc:sldChg>
      <pc:sldChg chg="del">
        <pc:chgData name="Clayton Silva" userId="29ef9a7b83f2ddc4" providerId="LiveId" clId="{F1A0CCF2-7999-4E52-8AF9-DFF17236EF50}" dt="2024-10-30T03:27:19.746" v="614" actId="47"/>
        <pc:sldMkLst>
          <pc:docMk/>
          <pc:sldMk cId="3429769260" sldId="714"/>
        </pc:sldMkLst>
      </pc:sldChg>
      <pc:sldChg chg="del">
        <pc:chgData name="Clayton Silva" userId="29ef9a7b83f2ddc4" providerId="LiveId" clId="{F1A0CCF2-7999-4E52-8AF9-DFF17236EF50}" dt="2024-10-30T03:27:18.426" v="611" actId="47"/>
        <pc:sldMkLst>
          <pc:docMk/>
          <pc:sldMk cId="2317523014" sldId="715"/>
        </pc:sldMkLst>
      </pc:sldChg>
      <pc:sldChg chg="del">
        <pc:chgData name="Clayton Silva" userId="29ef9a7b83f2ddc4" providerId="LiveId" clId="{F1A0CCF2-7999-4E52-8AF9-DFF17236EF50}" dt="2024-10-30T03:27:20.327" v="615" actId="47"/>
        <pc:sldMkLst>
          <pc:docMk/>
          <pc:sldMk cId="3022706297" sldId="716"/>
        </pc:sldMkLst>
      </pc:sldChg>
      <pc:sldChg chg="del">
        <pc:chgData name="Clayton Silva" userId="29ef9a7b83f2ddc4" providerId="LiveId" clId="{F1A0CCF2-7999-4E52-8AF9-DFF17236EF50}" dt="2024-10-30T03:27:20.845" v="616" actId="47"/>
        <pc:sldMkLst>
          <pc:docMk/>
          <pc:sldMk cId="1787075974" sldId="717"/>
        </pc:sldMkLst>
      </pc:sldChg>
      <pc:sldChg chg="del">
        <pc:chgData name="Clayton Silva" userId="29ef9a7b83f2ddc4" providerId="LiveId" clId="{F1A0CCF2-7999-4E52-8AF9-DFF17236EF50}" dt="2024-10-30T03:27:21.285" v="617" actId="47"/>
        <pc:sldMkLst>
          <pc:docMk/>
          <pc:sldMk cId="3157699959" sldId="718"/>
        </pc:sldMkLst>
      </pc:sldChg>
      <pc:sldChg chg="del">
        <pc:chgData name="Clayton Silva" userId="29ef9a7b83f2ddc4" providerId="LiveId" clId="{F1A0CCF2-7999-4E52-8AF9-DFF17236EF50}" dt="2024-10-30T03:27:21.667" v="618" actId="47"/>
        <pc:sldMkLst>
          <pc:docMk/>
          <pc:sldMk cId="2856595827" sldId="719"/>
        </pc:sldMkLst>
      </pc:sldChg>
      <pc:sldChg chg="del">
        <pc:chgData name="Clayton Silva" userId="29ef9a7b83f2ddc4" providerId="LiveId" clId="{F1A0CCF2-7999-4E52-8AF9-DFF17236EF50}" dt="2024-10-30T03:27:22.541" v="620" actId="47"/>
        <pc:sldMkLst>
          <pc:docMk/>
          <pc:sldMk cId="3404517348" sldId="720"/>
        </pc:sldMkLst>
      </pc:sldChg>
      <pc:sldChg chg="del">
        <pc:chgData name="Clayton Silva" userId="29ef9a7b83f2ddc4" providerId="LiveId" clId="{F1A0CCF2-7999-4E52-8AF9-DFF17236EF50}" dt="2024-10-30T03:27:24.882" v="624" actId="47"/>
        <pc:sldMkLst>
          <pc:docMk/>
          <pc:sldMk cId="512719466" sldId="721"/>
        </pc:sldMkLst>
      </pc:sldChg>
      <pc:sldChg chg="addSp delSp modSp add mod">
        <pc:chgData name="Clayton Silva" userId="29ef9a7b83f2ddc4" providerId="LiveId" clId="{F1A0CCF2-7999-4E52-8AF9-DFF17236EF50}" dt="2024-10-30T02:16:39.288" v="162" actId="1036"/>
        <pc:sldMkLst>
          <pc:docMk/>
          <pc:sldMk cId="1133750072" sldId="722"/>
        </pc:sldMkLst>
        <pc:picChg chg="add mod modCrop">
          <ac:chgData name="Clayton Silva" userId="29ef9a7b83f2ddc4" providerId="LiveId" clId="{F1A0CCF2-7999-4E52-8AF9-DFF17236EF50}" dt="2024-10-30T02:16:39.288" v="162" actId="1036"/>
          <ac:picMkLst>
            <pc:docMk/>
            <pc:sldMk cId="1133750072" sldId="722"/>
            <ac:picMk id="3" creationId="{2734CD6C-2C4E-3871-D1C7-2243FB8A4F12}"/>
          </ac:picMkLst>
        </pc:picChg>
        <pc:picChg chg="del">
          <ac:chgData name="Clayton Silva" userId="29ef9a7b83f2ddc4" providerId="LiveId" clId="{F1A0CCF2-7999-4E52-8AF9-DFF17236EF50}" dt="2024-10-30T02:15:59.477" v="143" actId="478"/>
          <ac:picMkLst>
            <pc:docMk/>
            <pc:sldMk cId="1133750072" sldId="722"/>
            <ac:picMk id="7" creationId="{D7468107-3A40-BBE8-53D8-740822D3F992}"/>
          </ac:picMkLst>
        </pc:picChg>
      </pc:sldChg>
      <pc:sldChg chg="addSp delSp modSp add mod">
        <pc:chgData name="Clayton Silva" userId="29ef9a7b83f2ddc4" providerId="LiveId" clId="{F1A0CCF2-7999-4E52-8AF9-DFF17236EF50}" dt="2024-11-06T16:13:39.767" v="629" actId="1036"/>
        <pc:sldMkLst>
          <pc:docMk/>
          <pc:sldMk cId="3642662158" sldId="723"/>
        </pc:sldMkLst>
        <pc:spChg chg="add mod">
          <ac:chgData name="Clayton Silva" userId="29ef9a7b83f2ddc4" providerId="LiveId" clId="{F1A0CCF2-7999-4E52-8AF9-DFF17236EF50}" dt="2024-10-30T02:57:15.085" v="460" actId="20577"/>
          <ac:spMkLst>
            <pc:docMk/>
            <pc:sldMk cId="3642662158" sldId="723"/>
            <ac:spMk id="6" creationId="{9C1171AA-AE9E-6DD8-AC84-33C26ED68E06}"/>
          </ac:spMkLst>
        </pc:spChg>
        <pc:picChg chg="del">
          <ac:chgData name="Clayton Silva" userId="29ef9a7b83f2ddc4" providerId="LiveId" clId="{F1A0CCF2-7999-4E52-8AF9-DFF17236EF50}" dt="2024-10-30T02:16:53.853" v="164" actId="478"/>
          <ac:picMkLst>
            <pc:docMk/>
            <pc:sldMk cId="3642662158" sldId="723"/>
            <ac:picMk id="3" creationId="{FA637241-ACD4-07EC-DA42-99E405F59DD5}"/>
          </ac:picMkLst>
        </pc:picChg>
        <pc:picChg chg="add mod modCrop">
          <ac:chgData name="Clayton Silva" userId="29ef9a7b83f2ddc4" providerId="LiveId" clId="{F1A0CCF2-7999-4E52-8AF9-DFF17236EF50}" dt="2024-11-06T16:13:39.767" v="629" actId="1036"/>
          <ac:picMkLst>
            <pc:docMk/>
            <pc:sldMk cId="3642662158" sldId="723"/>
            <ac:picMk id="5" creationId="{AE5EF2C1-0633-201B-F2A5-B22F2219CB96}"/>
          </ac:picMkLst>
        </pc:picChg>
      </pc:sldChg>
      <pc:sldChg chg="addSp delSp modSp add mod">
        <pc:chgData name="Clayton Silva" userId="29ef9a7b83f2ddc4" providerId="LiveId" clId="{F1A0CCF2-7999-4E52-8AF9-DFF17236EF50}" dt="2024-10-30T02:20:44.036" v="264" actId="1076"/>
        <pc:sldMkLst>
          <pc:docMk/>
          <pc:sldMk cId="2359426601" sldId="724"/>
        </pc:sldMkLst>
        <pc:spChg chg="mod">
          <ac:chgData name="Clayton Silva" userId="29ef9a7b83f2ddc4" providerId="LiveId" clId="{F1A0CCF2-7999-4E52-8AF9-DFF17236EF50}" dt="2024-10-30T02:20:44.036" v="264" actId="1076"/>
          <ac:spMkLst>
            <pc:docMk/>
            <pc:sldMk cId="2359426601" sldId="724"/>
            <ac:spMk id="6" creationId="{571DB271-53F8-B5C0-B9A8-59A547207CA4}"/>
          </ac:spMkLst>
        </pc:spChg>
        <pc:picChg chg="add mod ord modCrop">
          <ac:chgData name="Clayton Silva" userId="29ef9a7b83f2ddc4" providerId="LiveId" clId="{F1A0CCF2-7999-4E52-8AF9-DFF17236EF50}" dt="2024-10-30T02:20:39.627" v="263" actId="1076"/>
          <ac:picMkLst>
            <pc:docMk/>
            <pc:sldMk cId="2359426601" sldId="724"/>
            <ac:picMk id="3" creationId="{7BEF1496-9287-5908-85E6-6E41468DBDB7}"/>
          </ac:picMkLst>
        </pc:picChg>
        <pc:picChg chg="del">
          <ac:chgData name="Clayton Silva" userId="29ef9a7b83f2ddc4" providerId="LiveId" clId="{F1A0CCF2-7999-4E52-8AF9-DFF17236EF50}" dt="2024-10-30T02:19:27.190" v="216" actId="478"/>
          <ac:picMkLst>
            <pc:docMk/>
            <pc:sldMk cId="2359426601" sldId="724"/>
            <ac:picMk id="5" creationId="{65F99C7F-74C8-533F-E969-8883635BEFA7}"/>
          </ac:picMkLst>
        </pc:picChg>
      </pc:sldChg>
      <pc:sldChg chg="addSp delSp modSp add mod">
        <pc:chgData name="Clayton Silva" userId="29ef9a7b83f2ddc4" providerId="LiveId" clId="{F1A0CCF2-7999-4E52-8AF9-DFF17236EF50}" dt="2024-10-30T02:31:24.350" v="302" actId="1076"/>
        <pc:sldMkLst>
          <pc:docMk/>
          <pc:sldMk cId="1258968490" sldId="725"/>
        </pc:sldMkLst>
        <pc:spChg chg="mod ord">
          <ac:chgData name="Clayton Silva" userId="29ef9a7b83f2ddc4" providerId="LiveId" clId="{F1A0CCF2-7999-4E52-8AF9-DFF17236EF50}" dt="2024-10-30T02:31:24.350" v="302" actId="1076"/>
          <ac:spMkLst>
            <pc:docMk/>
            <pc:sldMk cId="1258968490" sldId="725"/>
            <ac:spMk id="6" creationId="{9A27BFA1-54A3-3A2C-452E-E0E8476E1211}"/>
          </ac:spMkLst>
        </pc:spChg>
        <pc:picChg chg="del">
          <ac:chgData name="Clayton Silva" userId="29ef9a7b83f2ddc4" providerId="LiveId" clId="{F1A0CCF2-7999-4E52-8AF9-DFF17236EF50}" dt="2024-10-30T02:30:27.939" v="266" actId="478"/>
          <ac:picMkLst>
            <pc:docMk/>
            <pc:sldMk cId="1258968490" sldId="725"/>
            <ac:picMk id="3" creationId="{474E1824-6A7B-61E1-2391-664D5380B782}"/>
          </ac:picMkLst>
        </pc:picChg>
        <pc:picChg chg="add mod modCrop">
          <ac:chgData name="Clayton Silva" userId="29ef9a7b83f2ddc4" providerId="LiveId" clId="{F1A0CCF2-7999-4E52-8AF9-DFF17236EF50}" dt="2024-10-30T02:31:00.037" v="273" actId="14100"/>
          <ac:picMkLst>
            <pc:docMk/>
            <pc:sldMk cId="1258968490" sldId="725"/>
            <ac:picMk id="5" creationId="{EEC0D020-8CCB-1B33-E780-81A48BAF073C}"/>
          </ac:picMkLst>
        </pc:picChg>
      </pc:sldChg>
      <pc:sldChg chg="addSp delSp modSp add mod">
        <pc:chgData name="Clayton Silva" userId="29ef9a7b83f2ddc4" providerId="LiveId" clId="{F1A0CCF2-7999-4E52-8AF9-DFF17236EF50}" dt="2024-10-30T02:38:23.851" v="405" actId="20577"/>
        <pc:sldMkLst>
          <pc:docMk/>
          <pc:sldMk cId="2871442061" sldId="726"/>
        </pc:sldMkLst>
        <pc:spChg chg="mod">
          <ac:chgData name="Clayton Silva" userId="29ef9a7b83f2ddc4" providerId="LiveId" clId="{F1A0CCF2-7999-4E52-8AF9-DFF17236EF50}" dt="2024-10-30T02:38:23.851" v="405" actId="20577"/>
          <ac:spMkLst>
            <pc:docMk/>
            <pc:sldMk cId="2871442061" sldId="726"/>
            <ac:spMk id="6" creationId="{93860B5D-586D-D47F-A3E0-4301FC893103}"/>
          </ac:spMkLst>
        </pc:spChg>
        <pc:picChg chg="add mod ord modCrop">
          <ac:chgData name="Clayton Silva" userId="29ef9a7b83f2ddc4" providerId="LiveId" clId="{F1A0CCF2-7999-4E52-8AF9-DFF17236EF50}" dt="2024-10-30T02:36:07.511" v="345" actId="1037"/>
          <ac:picMkLst>
            <pc:docMk/>
            <pc:sldMk cId="2871442061" sldId="726"/>
            <ac:picMk id="3" creationId="{8979312B-16EC-53DE-9C8F-44C208B72173}"/>
          </ac:picMkLst>
        </pc:picChg>
        <pc:picChg chg="del">
          <ac:chgData name="Clayton Silva" userId="29ef9a7b83f2ddc4" providerId="LiveId" clId="{F1A0CCF2-7999-4E52-8AF9-DFF17236EF50}" dt="2024-10-30T02:35:13.390" v="304" actId="478"/>
          <ac:picMkLst>
            <pc:docMk/>
            <pc:sldMk cId="2871442061" sldId="726"/>
            <ac:picMk id="5" creationId="{96E37E26-9C5A-36D6-A225-E606F2E6F100}"/>
          </ac:picMkLst>
        </pc:picChg>
      </pc:sldChg>
      <pc:sldChg chg="addSp delSp modSp add mod ord">
        <pc:chgData name="Clayton Silva" userId="29ef9a7b83f2ddc4" providerId="LiveId" clId="{F1A0CCF2-7999-4E52-8AF9-DFF17236EF50}" dt="2024-10-30T02:58:10.559" v="468" actId="20577"/>
        <pc:sldMkLst>
          <pc:docMk/>
          <pc:sldMk cId="3973803148" sldId="727"/>
        </pc:sldMkLst>
        <pc:spChg chg="del mod">
          <ac:chgData name="Clayton Silva" userId="29ef9a7b83f2ddc4" providerId="LiveId" clId="{F1A0CCF2-7999-4E52-8AF9-DFF17236EF50}" dt="2024-10-30T02:58:00.594" v="463" actId="478"/>
          <ac:spMkLst>
            <pc:docMk/>
            <pc:sldMk cId="3973803148" sldId="727"/>
            <ac:spMk id="6" creationId="{CFE7F295-05D1-FB27-754E-50FAF2647B35}"/>
          </ac:spMkLst>
        </pc:spChg>
        <pc:spChg chg="add del mod">
          <ac:chgData name="Clayton Silva" userId="29ef9a7b83f2ddc4" providerId="LiveId" clId="{F1A0CCF2-7999-4E52-8AF9-DFF17236EF50}" dt="2024-10-30T02:58:03.051" v="464" actId="478"/>
          <ac:spMkLst>
            <pc:docMk/>
            <pc:sldMk cId="3973803148" sldId="727"/>
            <ac:spMk id="12" creationId="{1D95C47B-371D-B108-E316-E6C0B504ABE0}"/>
          </ac:spMkLst>
        </pc:spChg>
        <pc:spChg chg="add mod">
          <ac:chgData name="Clayton Silva" userId="29ef9a7b83f2ddc4" providerId="LiveId" clId="{F1A0CCF2-7999-4E52-8AF9-DFF17236EF50}" dt="2024-10-30T02:58:10.559" v="468" actId="20577"/>
          <ac:spMkLst>
            <pc:docMk/>
            <pc:sldMk cId="3973803148" sldId="727"/>
            <ac:spMk id="13" creationId="{31290EE5-52DC-D786-6A87-FCF0D8BC7D91}"/>
          </ac:spMkLst>
        </pc:spChg>
        <pc:picChg chg="del">
          <ac:chgData name="Clayton Silva" userId="29ef9a7b83f2ddc4" providerId="LiveId" clId="{F1A0CCF2-7999-4E52-8AF9-DFF17236EF50}" dt="2024-10-30T02:44:39.788" v="407" actId="478"/>
          <ac:picMkLst>
            <pc:docMk/>
            <pc:sldMk cId="3973803148" sldId="727"/>
            <ac:picMk id="3" creationId="{FBED2D37-0D77-86E7-62B4-F929AC4CEAFC}"/>
          </ac:picMkLst>
        </pc:picChg>
        <pc:picChg chg="add del mod modCrop">
          <ac:chgData name="Clayton Silva" userId="29ef9a7b83f2ddc4" providerId="LiveId" clId="{F1A0CCF2-7999-4E52-8AF9-DFF17236EF50}" dt="2024-10-30T02:53:53.474" v="431" actId="478"/>
          <ac:picMkLst>
            <pc:docMk/>
            <pc:sldMk cId="3973803148" sldId="727"/>
            <ac:picMk id="5" creationId="{40C6FFF7-30DD-BC2C-27E3-AADA0C7BA120}"/>
          </ac:picMkLst>
        </pc:picChg>
        <pc:picChg chg="add mod modCrop">
          <ac:chgData name="Clayton Silva" userId="29ef9a7b83f2ddc4" providerId="LiveId" clId="{F1A0CCF2-7999-4E52-8AF9-DFF17236EF50}" dt="2024-10-30T02:54:52.004" v="439" actId="1076"/>
          <ac:picMkLst>
            <pc:docMk/>
            <pc:sldMk cId="3973803148" sldId="727"/>
            <ac:picMk id="8" creationId="{C60187CE-8E0D-6B7B-13D5-B498356E48CA}"/>
          </ac:picMkLst>
        </pc:picChg>
        <pc:picChg chg="add mod modCrop">
          <ac:chgData name="Clayton Silva" userId="29ef9a7b83f2ddc4" providerId="LiveId" clId="{F1A0CCF2-7999-4E52-8AF9-DFF17236EF50}" dt="2024-10-30T02:55:27.674" v="446" actId="1076"/>
          <ac:picMkLst>
            <pc:docMk/>
            <pc:sldMk cId="3973803148" sldId="727"/>
            <ac:picMk id="10" creationId="{B4760F24-00BE-4629-D811-5E3D4E128879}"/>
          </ac:picMkLst>
        </pc:picChg>
      </pc:sldChg>
      <pc:sldChg chg="addSp delSp modSp add mod">
        <pc:chgData name="Clayton Silva" userId="29ef9a7b83f2ddc4" providerId="LiveId" clId="{F1A0CCF2-7999-4E52-8AF9-DFF17236EF50}" dt="2024-10-30T03:02:24.944" v="485" actId="14100"/>
        <pc:sldMkLst>
          <pc:docMk/>
          <pc:sldMk cId="1169518150" sldId="728"/>
        </pc:sldMkLst>
        <pc:picChg chg="del">
          <ac:chgData name="Clayton Silva" userId="29ef9a7b83f2ddc4" providerId="LiveId" clId="{F1A0CCF2-7999-4E52-8AF9-DFF17236EF50}" dt="2024-10-30T03:01:11.989" v="470" actId="478"/>
          <ac:picMkLst>
            <pc:docMk/>
            <pc:sldMk cId="1169518150" sldId="728"/>
            <ac:picMk id="3" creationId="{09C0A254-715A-8CFD-3985-5700129CF83A}"/>
          </ac:picMkLst>
        </pc:picChg>
        <pc:picChg chg="add mod ord modCrop">
          <ac:chgData name="Clayton Silva" userId="29ef9a7b83f2ddc4" providerId="LiveId" clId="{F1A0CCF2-7999-4E52-8AF9-DFF17236EF50}" dt="2024-10-30T03:02:24.944" v="485" actId="14100"/>
          <ac:picMkLst>
            <pc:docMk/>
            <pc:sldMk cId="1169518150" sldId="728"/>
            <ac:picMk id="5" creationId="{2D12213A-4BEA-5294-0B22-B0478083F219}"/>
          </ac:picMkLst>
        </pc:picChg>
      </pc:sldChg>
      <pc:sldChg chg="add">
        <pc:chgData name="Clayton Silva" userId="29ef9a7b83f2ddc4" providerId="LiveId" clId="{F1A0CCF2-7999-4E52-8AF9-DFF17236EF50}" dt="2024-10-30T03:13:25.701" v="486" actId="2890"/>
        <pc:sldMkLst>
          <pc:docMk/>
          <pc:sldMk cId="3504740769" sldId="729"/>
        </pc:sldMkLst>
      </pc:sldChg>
      <pc:sldChg chg="addSp delSp modSp add mod">
        <pc:chgData name="Clayton Silva" userId="29ef9a7b83f2ddc4" providerId="LiveId" clId="{F1A0CCF2-7999-4E52-8AF9-DFF17236EF50}" dt="2024-10-30T03:19:43.476" v="578" actId="1037"/>
        <pc:sldMkLst>
          <pc:docMk/>
          <pc:sldMk cId="1007321494" sldId="730"/>
        </pc:sldMkLst>
        <pc:spChg chg="mod">
          <ac:chgData name="Clayton Silva" userId="29ef9a7b83f2ddc4" providerId="LiveId" clId="{F1A0CCF2-7999-4E52-8AF9-DFF17236EF50}" dt="2024-10-30T03:15:06.841" v="547" actId="20577"/>
          <ac:spMkLst>
            <pc:docMk/>
            <pc:sldMk cId="1007321494" sldId="730"/>
            <ac:spMk id="6" creationId="{8E9C6A00-060B-C247-6222-BCD61169B48E}"/>
          </ac:spMkLst>
        </pc:spChg>
        <pc:picChg chg="del">
          <ac:chgData name="Clayton Silva" userId="29ef9a7b83f2ddc4" providerId="LiveId" clId="{F1A0CCF2-7999-4E52-8AF9-DFF17236EF50}" dt="2024-10-30T03:13:38.501" v="488" actId="478"/>
          <ac:picMkLst>
            <pc:docMk/>
            <pc:sldMk cId="1007321494" sldId="730"/>
            <ac:picMk id="3" creationId="{827B916F-69C6-D8B6-7F92-5D93B7C92952}"/>
          </ac:picMkLst>
        </pc:picChg>
        <pc:picChg chg="add del mod modCrop">
          <ac:chgData name="Clayton Silva" userId="29ef9a7b83f2ddc4" providerId="LiveId" clId="{F1A0CCF2-7999-4E52-8AF9-DFF17236EF50}" dt="2024-10-30T03:19:38.042" v="548" actId="478"/>
          <ac:picMkLst>
            <pc:docMk/>
            <pc:sldMk cId="1007321494" sldId="730"/>
            <ac:picMk id="5" creationId="{C3AB498E-1706-02BD-A9BE-CCB2E6804F89}"/>
          </ac:picMkLst>
        </pc:picChg>
        <pc:picChg chg="add mod">
          <ac:chgData name="Clayton Silva" userId="29ef9a7b83f2ddc4" providerId="LiveId" clId="{F1A0CCF2-7999-4E52-8AF9-DFF17236EF50}" dt="2024-10-30T03:19:43.476" v="578" actId="1037"/>
          <ac:picMkLst>
            <pc:docMk/>
            <pc:sldMk cId="1007321494" sldId="730"/>
            <ac:picMk id="8" creationId="{ACA53A61-C29D-2035-19BA-31F5E014E578}"/>
          </ac:picMkLst>
        </pc:picChg>
      </pc:sldChg>
      <pc:sldChg chg="addSp delSp modSp add mod">
        <pc:chgData name="Clayton Silva" userId="29ef9a7b83f2ddc4" providerId="LiveId" clId="{F1A0CCF2-7999-4E52-8AF9-DFF17236EF50}" dt="2024-10-30T03:21:49.066" v="607" actId="14100"/>
        <pc:sldMkLst>
          <pc:docMk/>
          <pc:sldMk cId="898761181" sldId="731"/>
        </pc:sldMkLst>
        <pc:spChg chg="mod ord">
          <ac:chgData name="Clayton Silva" userId="29ef9a7b83f2ddc4" providerId="LiveId" clId="{F1A0CCF2-7999-4E52-8AF9-DFF17236EF50}" dt="2024-10-30T03:21:49.066" v="607" actId="14100"/>
          <ac:spMkLst>
            <pc:docMk/>
            <pc:sldMk cId="898761181" sldId="731"/>
            <ac:spMk id="6" creationId="{43194979-4461-40CE-9474-7D9690FEE27F}"/>
          </ac:spMkLst>
        </pc:spChg>
        <pc:picChg chg="add mod modCrop">
          <ac:chgData name="Clayton Silva" userId="29ef9a7b83f2ddc4" providerId="LiveId" clId="{F1A0CCF2-7999-4E52-8AF9-DFF17236EF50}" dt="2024-10-30T03:21:22.645" v="587" actId="14100"/>
          <ac:picMkLst>
            <pc:docMk/>
            <pc:sldMk cId="898761181" sldId="731"/>
            <ac:picMk id="3" creationId="{3B57962B-4AC2-714A-4FE5-AD4293497629}"/>
          </ac:picMkLst>
        </pc:picChg>
        <pc:picChg chg="del">
          <ac:chgData name="Clayton Silva" userId="29ef9a7b83f2ddc4" providerId="LiveId" clId="{F1A0CCF2-7999-4E52-8AF9-DFF17236EF50}" dt="2024-10-30T03:20:04.330" v="580" actId="478"/>
          <ac:picMkLst>
            <pc:docMk/>
            <pc:sldMk cId="898761181" sldId="731"/>
            <ac:picMk id="8" creationId="{FEB52C73-50A2-BA31-105F-A02567433C64}"/>
          </ac:picMkLst>
        </pc:picChg>
      </pc:sldChg>
      <pc:sldMasterChg chg="del delSldLayout">
        <pc:chgData name="Clayton Silva" userId="29ef9a7b83f2ddc4" providerId="LiveId" clId="{F1A0CCF2-7999-4E52-8AF9-DFF17236EF50}" dt="2024-10-30T03:27:23.044" v="621" actId="47"/>
        <pc:sldMasterMkLst>
          <pc:docMk/>
          <pc:sldMasterMk cId="704151985" sldId="2147483662"/>
        </pc:sldMasterMkLst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589265127" sldId="2147483663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4050198233" sldId="2147483664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2545491316" sldId="2147483665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2100476208" sldId="2147483666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2567312753" sldId="2147483667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2412020976" sldId="2147483668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1971209941" sldId="2147483669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1074214377" sldId="2147483670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1176999227" sldId="2147483671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2192959759" sldId="2147483672"/>
          </pc:sldLayoutMkLst>
        </pc:sldLayoutChg>
        <pc:sldLayoutChg chg="del">
          <pc:chgData name="Clayton Silva" userId="29ef9a7b83f2ddc4" providerId="LiveId" clId="{F1A0CCF2-7999-4E52-8AF9-DFF17236EF50}" dt="2024-10-30T03:27:23.044" v="621" actId="47"/>
          <pc:sldLayoutMkLst>
            <pc:docMk/>
            <pc:sldMasterMk cId="704151985" sldId="2147483662"/>
            <pc:sldLayoutMk cId="119227575" sldId="2147483673"/>
          </pc:sldLayoutMkLst>
        </pc:sldLayoutChg>
      </pc:sldMasterChg>
    </pc:docChg>
  </pc:docChgLst>
  <pc:docChgLst>
    <pc:chgData name="Clayton Silva" userId="29ef9a7b83f2ddc4" providerId="LiveId" clId="{B89F14CD-7184-4DF9-A546-150E793F6878}"/>
    <pc:docChg chg="undo redo custSel mod addSld delSld modSld">
      <pc:chgData name="Clayton Silva" userId="29ef9a7b83f2ddc4" providerId="LiveId" clId="{B89F14CD-7184-4DF9-A546-150E793F6878}" dt="2019-02-11T21:27:48.633" v="1432" actId="2696"/>
      <pc:docMkLst>
        <pc:docMk/>
      </pc:docMkLst>
      <pc:sldChg chg="modSp">
        <pc:chgData name="Clayton Silva" userId="29ef9a7b83f2ddc4" providerId="LiveId" clId="{B89F14CD-7184-4DF9-A546-150E793F6878}" dt="2019-02-11T20:08:21.511" v="107" actId="20577"/>
        <pc:sldMkLst>
          <pc:docMk/>
          <pc:sldMk cId="0" sldId="256"/>
        </pc:sldMkLst>
        <pc:spChg chg="mod">
          <ac:chgData name="Clayton Silva" userId="29ef9a7b83f2ddc4" providerId="LiveId" clId="{B89F14CD-7184-4DF9-A546-150E793F6878}" dt="2019-02-11T20:08:21.511" v="107" actId="20577"/>
          <ac:spMkLst>
            <pc:docMk/>
            <pc:sldMk cId="0" sldId="256"/>
            <ac:spMk id="6" creationId="{131A6E28-DDE7-4181-9277-2BEF8AA242AD}"/>
          </ac:spMkLst>
        </pc:spChg>
        <pc:spChg chg="mod">
          <ac:chgData name="Clayton Silva" userId="29ef9a7b83f2ddc4" providerId="LiveId" clId="{B89F14CD-7184-4DF9-A546-150E793F6878}" dt="2019-02-11T20:07:51.753" v="15" actId="20577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08:03.086" v="54" actId="20577"/>
          <ac:spMkLst>
            <pc:docMk/>
            <pc:sldMk cId="0" sldId="256"/>
            <ac:spMk id="121" creationId="{00000000-0000-0000-0000-000000000000}"/>
          </ac:spMkLst>
        </pc:spChg>
      </pc:sldChg>
      <pc:sldChg chg="modSp">
        <pc:chgData name="Clayton Silva" userId="29ef9a7b83f2ddc4" providerId="LiveId" clId="{B89F14CD-7184-4DF9-A546-150E793F6878}" dt="2019-02-11T20:08:46.048" v="112" actId="403"/>
        <pc:sldMkLst>
          <pc:docMk/>
          <pc:sldMk cId="3923553548" sldId="257"/>
        </pc:sldMkLst>
        <pc:spChg chg="mod">
          <ac:chgData name="Clayton Silva" userId="29ef9a7b83f2ddc4" providerId="LiveId" clId="{B89F14CD-7184-4DF9-A546-150E793F6878}" dt="2019-02-11T20:08:46.048" v="112" actId="403"/>
          <ac:spMkLst>
            <pc:docMk/>
            <pc:sldMk cId="3923553548" sldId="257"/>
            <ac:spMk id="3" creationId="{00000000-0000-0000-0000-000000000000}"/>
          </ac:spMkLst>
        </pc:spChg>
      </pc:sldChg>
      <pc:sldChg chg="modSp">
        <pc:chgData name="Clayton Silva" userId="29ef9a7b83f2ddc4" providerId="LiveId" clId="{B89F14CD-7184-4DF9-A546-150E793F6878}" dt="2019-02-11T20:09:56.903" v="138" actId="20577"/>
        <pc:sldMkLst>
          <pc:docMk/>
          <pc:sldMk cId="2441328118" sldId="260"/>
        </pc:sldMkLst>
        <pc:spChg chg="mod">
          <ac:chgData name="Clayton Silva" userId="29ef9a7b83f2ddc4" providerId="LiveId" clId="{B89F14CD-7184-4DF9-A546-150E793F6878}" dt="2019-02-11T20:09:32.876" v="133" actId="6549"/>
          <ac:spMkLst>
            <pc:docMk/>
            <pc:sldMk cId="2441328118" sldId="260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09:56.903" v="138" actId="20577"/>
          <ac:spMkLst>
            <pc:docMk/>
            <pc:sldMk cId="2441328118" sldId="260"/>
            <ac:spMk id="3" creationId="{00000000-0000-0000-0000-000000000000}"/>
          </ac:spMkLst>
        </pc:spChg>
      </pc:sldChg>
      <pc:sldChg chg="del">
        <pc:chgData name="Clayton Silva" userId="29ef9a7b83f2ddc4" providerId="LiveId" clId="{B89F14CD-7184-4DF9-A546-150E793F6878}" dt="2019-02-11T20:10:04.736" v="139" actId="2696"/>
        <pc:sldMkLst>
          <pc:docMk/>
          <pc:sldMk cId="3641900122" sldId="261"/>
        </pc:sldMkLst>
      </pc:sldChg>
      <pc:sldChg chg="del">
        <pc:chgData name="Clayton Silva" userId="29ef9a7b83f2ddc4" providerId="LiveId" clId="{B89F14CD-7184-4DF9-A546-150E793F6878}" dt="2019-02-11T20:10:14.561" v="140" actId="2696"/>
        <pc:sldMkLst>
          <pc:docMk/>
          <pc:sldMk cId="204383134" sldId="262"/>
        </pc:sldMkLst>
      </pc:sldChg>
      <pc:sldChg chg="del">
        <pc:chgData name="Clayton Silva" userId="29ef9a7b83f2ddc4" providerId="LiveId" clId="{B89F14CD-7184-4DF9-A546-150E793F6878}" dt="2019-02-11T20:10:15.100" v="141" actId="2696"/>
        <pc:sldMkLst>
          <pc:docMk/>
          <pc:sldMk cId="2454896812" sldId="263"/>
        </pc:sldMkLst>
      </pc:sldChg>
      <pc:sldChg chg="delSp modSp">
        <pc:chgData name="Clayton Silva" userId="29ef9a7b83f2ddc4" providerId="LiveId" clId="{B89F14CD-7184-4DF9-A546-150E793F6878}" dt="2019-02-11T20:17:18.806" v="723" actId="20577"/>
        <pc:sldMkLst>
          <pc:docMk/>
          <pc:sldMk cId="3310034269" sldId="264"/>
        </pc:sldMkLst>
        <pc:spChg chg="del">
          <ac:chgData name="Clayton Silva" userId="29ef9a7b83f2ddc4" providerId="LiveId" clId="{B89F14CD-7184-4DF9-A546-150E793F6878}" dt="2019-02-11T20:17:05.318" v="705" actId="478"/>
          <ac:spMkLst>
            <pc:docMk/>
            <pc:sldMk cId="3310034269" sldId="264"/>
            <ac:spMk id="3" creationId="{61C7DBB7-48AD-4C85-B394-5B85EB6FFB31}"/>
          </ac:spMkLst>
        </pc:spChg>
        <pc:spChg chg="mod">
          <ac:chgData name="Clayton Silva" userId="29ef9a7b83f2ddc4" providerId="LiveId" clId="{B89F14CD-7184-4DF9-A546-150E793F6878}" dt="2019-02-11T20:17:18.806" v="723" actId="20577"/>
          <ac:spMkLst>
            <pc:docMk/>
            <pc:sldMk cId="3310034269" sldId="264"/>
            <ac:spMk id="4" creationId="{4D95FF0F-F271-48E7-A204-C5656918B6A3}"/>
          </ac:spMkLst>
        </pc:spChg>
        <pc:spChg chg="del">
          <ac:chgData name="Clayton Silva" userId="29ef9a7b83f2ddc4" providerId="LiveId" clId="{B89F14CD-7184-4DF9-A546-150E793F6878}" dt="2019-02-11T20:17:08.201" v="706" actId="478"/>
          <ac:spMkLst>
            <pc:docMk/>
            <pc:sldMk cId="3310034269" sldId="264"/>
            <ac:spMk id="9" creationId="{7C8E816E-3EB9-4101-A793-25975DB72842}"/>
          </ac:spMkLst>
        </pc:spChg>
      </pc:sldChg>
      <pc:sldChg chg="modSp">
        <pc:chgData name="Clayton Silva" userId="29ef9a7b83f2ddc4" providerId="LiveId" clId="{B89F14CD-7184-4DF9-A546-150E793F6878}" dt="2019-02-11T20:17:53.468" v="729" actId="403"/>
        <pc:sldMkLst>
          <pc:docMk/>
          <pc:sldMk cId="3498711493" sldId="265"/>
        </pc:sldMkLst>
        <pc:spChg chg="mod">
          <ac:chgData name="Clayton Silva" userId="29ef9a7b83f2ddc4" providerId="LiveId" clId="{B89F14CD-7184-4DF9-A546-150E793F6878}" dt="2019-02-11T20:17:35.465" v="724"/>
          <ac:spMkLst>
            <pc:docMk/>
            <pc:sldMk cId="3498711493" sldId="265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17:53.468" v="729" actId="403"/>
          <ac:spMkLst>
            <pc:docMk/>
            <pc:sldMk cId="3498711493" sldId="265"/>
            <ac:spMk id="3" creationId="{00000000-0000-0000-0000-000000000000}"/>
          </ac:spMkLst>
        </pc:spChg>
      </pc:sldChg>
      <pc:sldChg chg="addSp delSp modSp mod setBg setClrOvrMap">
        <pc:chgData name="Clayton Silva" userId="29ef9a7b83f2ddc4" providerId="LiveId" clId="{B89F14CD-7184-4DF9-A546-150E793F6878}" dt="2019-02-11T20:18:34.680" v="738" actId="26606"/>
        <pc:sldMkLst>
          <pc:docMk/>
          <pc:sldMk cId="3048851855" sldId="266"/>
        </pc:sldMkLst>
        <pc:spChg chg="mod">
          <ac:chgData name="Clayton Silva" userId="29ef9a7b83f2ddc4" providerId="LiveId" clId="{B89F14CD-7184-4DF9-A546-150E793F6878}" dt="2019-02-11T20:18:34.680" v="738" actId="26606"/>
          <ac:spMkLst>
            <pc:docMk/>
            <pc:sldMk cId="3048851855" sldId="266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0:18:13.496" v="731" actId="478"/>
          <ac:spMkLst>
            <pc:docMk/>
            <pc:sldMk cId="3048851855" sldId="266"/>
            <ac:spMk id="3" creationId="{00000000-0000-0000-0000-000000000000}"/>
          </ac:spMkLst>
        </pc:spChg>
        <pc:spChg chg="mod ord">
          <ac:chgData name="Clayton Silva" userId="29ef9a7b83f2ddc4" providerId="LiveId" clId="{B89F14CD-7184-4DF9-A546-150E793F6878}" dt="2019-02-11T20:18:34.680" v="738" actId="26606"/>
          <ac:spMkLst>
            <pc:docMk/>
            <pc:sldMk cId="3048851855" sldId="266"/>
            <ac:spMk id="4" creationId="{3C5ADF77-FFEE-44F5-9BFB-29100D65494B}"/>
          </ac:spMkLst>
        </pc:spChg>
        <pc:spChg chg="add del mod">
          <ac:chgData name="Clayton Silva" userId="29ef9a7b83f2ddc4" providerId="LiveId" clId="{B89F14CD-7184-4DF9-A546-150E793F6878}" dt="2019-02-11T20:18:15.824" v="732" actId="478"/>
          <ac:spMkLst>
            <pc:docMk/>
            <pc:sldMk cId="3048851855" sldId="266"/>
            <ac:spMk id="6" creationId="{EFB0148F-7573-40BA-A65C-FA16BAC5CED1}"/>
          </ac:spMkLst>
        </pc:spChg>
        <pc:spChg chg="add">
          <ac:chgData name="Clayton Silva" userId="29ef9a7b83f2ddc4" providerId="LiveId" clId="{B89F14CD-7184-4DF9-A546-150E793F6878}" dt="2019-02-11T20:18:34.680" v="738" actId="26606"/>
          <ac:spMkLst>
            <pc:docMk/>
            <pc:sldMk cId="3048851855" sldId="266"/>
            <ac:spMk id="17" creationId="{7383B190-6BFB-422F-B667-06B7B25F096A}"/>
          </ac:spMkLst>
        </pc:spChg>
        <pc:picChg chg="add mod ord">
          <ac:chgData name="Clayton Silva" userId="29ef9a7b83f2ddc4" providerId="LiveId" clId="{B89F14CD-7184-4DF9-A546-150E793F6878}" dt="2019-02-11T20:18:34.680" v="738" actId="26606"/>
          <ac:picMkLst>
            <pc:docMk/>
            <pc:sldMk cId="3048851855" sldId="266"/>
            <ac:picMk id="7" creationId="{D683E3BB-2223-4BEF-AD04-46545899717B}"/>
          </ac:picMkLst>
        </pc:picChg>
        <pc:picChg chg="add mod ord">
          <ac:chgData name="Clayton Silva" userId="29ef9a7b83f2ddc4" providerId="LiveId" clId="{B89F14CD-7184-4DF9-A546-150E793F6878}" dt="2019-02-11T20:18:34.680" v="738" actId="26606"/>
          <ac:picMkLst>
            <pc:docMk/>
            <pc:sldMk cId="3048851855" sldId="266"/>
            <ac:picMk id="8" creationId="{9941E4A5-9C5F-4B46-9B6F-23007D10230A}"/>
          </ac:picMkLst>
        </pc:picChg>
        <pc:picChg chg="add mod ord">
          <ac:chgData name="Clayton Silva" userId="29ef9a7b83f2ddc4" providerId="LiveId" clId="{B89F14CD-7184-4DF9-A546-150E793F6878}" dt="2019-02-11T20:18:34.680" v="738" actId="26606"/>
          <ac:picMkLst>
            <pc:docMk/>
            <pc:sldMk cId="3048851855" sldId="266"/>
            <ac:picMk id="9" creationId="{7E7B6EB8-F160-433A-82E9-487E1AB2410F}"/>
          </ac:picMkLst>
        </pc:picChg>
        <pc:cxnChg chg="add del">
          <ac:chgData name="Clayton Silva" userId="29ef9a7b83f2ddc4" providerId="LiveId" clId="{B89F14CD-7184-4DF9-A546-150E793F6878}" dt="2019-02-11T20:18:34.680" v="737" actId="26606"/>
          <ac:cxnSpMkLst>
            <pc:docMk/>
            <pc:sldMk cId="3048851855" sldId="266"/>
            <ac:cxnSpMk id="14" creationId="{60188E89-AF78-40F6-B787-E9BD9C625686}"/>
          </ac:cxnSpMkLst>
        </pc:cxnChg>
        <pc:cxnChg chg="add">
          <ac:chgData name="Clayton Silva" userId="29ef9a7b83f2ddc4" providerId="LiveId" clId="{B89F14CD-7184-4DF9-A546-150E793F6878}" dt="2019-02-11T20:18:34.680" v="738" actId="26606"/>
          <ac:cxnSpMkLst>
            <pc:docMk/>
            <pc:sldMk cId="3048851855" sldId="266"/>
            <ac:cxnSpMk id="16" creationId="{ED28E597-4AF8-4D69-A9AB-A1EDC6156B04}"/>
          </ac:cxnSpMkLst>
        </pc:cxnChg>
      </pc:sldChg>
      <pc:sldChg chg="addSp delSp modSp">
        <pc:chgData name="Clayton Silva" userId="29ef9a7b83f2ddc4" providerId="LiveId" clId="{B89F14CD-7184-4DF9-A546-150E793F6878}" dt="2019-02-11T20:31:18.041" v="750" actId="403"/>
        <pc:sldMkLst>
          <pc:docMk/>
          <pc:sldMk cId="675027452" sldId="267"/>
        </pc:sldMkLst>
        <pc:spChg chg="del">
          <ac:chgData name="Clayton Silva" userId="29ef9a7b83f2ddc4" providerId="LiveId" clId="{B89F14CD-7184-4DF9-A546-150E793F6878}" dt="2019-02-11T20:31:01.727" v="739" actId="478"/>
          <ac:spMkLst>
            <pc:docMk/>
            <pc:sldMk cId="675027452" sldId="267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31:18.041" v="750" actId="403"/>
          <ac:spMkLst>
            <pc:docMk/>
            <pc:sldMk cId="675027452" sldId="267"/>
            <ac:spMk id="3" creationId="{00000000-0000-0000-0000-000000000000}"/>
          </ac:spMkLst>
        </pc:spChg>
        <pc:spChg chg="add del mod">
          <ac:chgData name="Clayton Silva" userId="29ef9a7b83f2ddc4" providerId="LiveId" clId="{B89F14CD-7184-4DF9-A546-150E793F6878}" dt="2019-02-11T20:31:04.235" v="740" actId="478"/>
          <ac:spMkLst>
            <pc:docMk/>
            <pc:sldMk cId="675027452" sldId="267"/>
            <ac:spMk id="6" creationId="{4C25322D-276C-4492-A671-A96EE85C9466}"/>
          </ac:spMkLst>
        </pc:spChg>
      </pc:sldChg>
      <pc:sldChg chg="addSp delSp modSp">
        <pc:chgData name="Clayton Silva" userId="29ef9a7b83f2ddc4" providerId="LiveId" clId="{B89F14CD-7184-4DF9-A546-150E793F6878}" dt="2019-02-11T20:32:19.130" v="761" actId="403"/>
        <pc:sldMkLst>
          <pc:docMk/>
          <pc:sldMk cId="4253107765" sldId="269"/>
        </pc:sldMkLst>
        <pc:spChg chg="mod">
          <ac:chgData name="Clayton Silva" userId="29ef9a7b83f2ddc4" providerId="LiveId" clId="{B89F14CD-7184-4DF9-A546-150E793F6878}" dt="2019-02-11T20:31:43.980" v="752"/>
          <ac:spMkLst>
            <pc:docMk/>
            <pc:sldMk cId="4253107765" sldId="269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32:19.130" v="761" actId="403"/>
          <ac:spMkLst>
            <pc:docMk/>
            <pc:sldMk cId="4253107765" sldId="269"/>
            <ac:spMk id="3" creationId="{00000000-0000-0000-0000-000000000000}"/>
          </ac:spMkLst>
        </pc:spChg>
        <pc:grpChg chg="del">
          <ac:chgData name="Clayton Silva" userId="29ef9a7b83f2ddc4" providerId="LiveId" clId="{B89F14CD-7184-4DF9-A546-150E793F6878}" dt="2019-02-11T20:32:02.582" v="756" actId="478"/>
          <ac:grpSpMkLst>
            <pc:docMk/>
            <pc:sldMk cId="4253107765" sldId="269"/>
            <ac:grpSpMk id="8" creationId="{AC17CE68-0A65-4DDE-9D8D-4DBC00064B98}"/>
          </ac:grpSpMkLst>
        </pc:grpChg>
        <pc:picChg chg="add mod">
          <ac:chgData name="Clayton Silva" userId="29ef9a7b83f2ddc4" providerId="LiveId" clId="{B89F14CD-7184-4DF9-A546-150E793F6878}" dt="2019-02-11T20:31:55.457" v="754" actId="1076"/>
          <ac:picMkLst>
            <pc:docMk/>
            <pc:sldMk cId="4253107765" sldId="269"/>
            <ac:picMk id="9" creationId="{1A86E839-9526-4921-93A7-0FFA953FC704}"/>
          </ac:picMkLst>
        </pc:picChg>
      </pc:sldChg>
      <pc:sldChg chg="addSp delSp modSp">
        <pc:chgData name="Clayton Silva" userId="29ef9a7b83f2ddc4" providerId="LiveId" clId="{B89F14CD-7184-4DF9-A546-150E793F6878}" dt="2019-02-11T20:37:50.814" v="823" actId="478"/>
        <pc:sldMkLst>
          <pc:docMk/>
          <pc:sldMk cId="1041630277" sldId="270"/>
        </pc:sldMkLst>
        <pc:spChg chg="mod">
          <ac:chgData name="Clayton Silva" userId="29ef9a7b83f2ddc4" providerId="LiveId" clId="{B89F14CD-7184-4DF9-A546-150E793F6878}" dt="2019-02-11T20:32:37.900" v="762"/>
          <ac:spMkLst>
            <pc:docMk/>
            <pc:sldMk cId="1041630277" sldId="270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0:32:50.890" v="764" actId="478"/>
          <ac:spMkLst>
            <pc:docMk/>
            <pc:sldMk cId="1041630277" sldId="270"/>
            <ac:spMk id="3" creationId="{00000000-0000-0000-0000-000000000000}"/>
          </ac:spMkLst>
        </pc:spChg>
        <pc:spChg chg="add del mod">
          <ac:chgData name="Clayton Silva" userId="29ef9a7b83f2ddc4" providerId="LiveId" clId="{B89F14CD-7184-4DF9-A546-150E793F6878}" dt="2019-02-11T20:34:40.463" v="798" actId="478"/>
          <ac:spMkLst>
            <pc:docMk/>
            <pc:sldMk cId="1041630277" sldId="270"/>
            <ac:spMk id="6" creationId="{FAA3B26D-028C-4B60-8C31-996BBF99E2DF}"/>
          </ac:spMkLst>
        </pc:spChg>
        <pc:spChg chg="add mod">
          <ac:chgData name="Clayton Silva" userId="29ef9a7b83f2ddc4" providerId="LiveId" clId="{B89F14CD-7184-4DF9-A546-150E793F6878}" dt="2019-02-11T20:36:37.740" v="811" actId="1076"/>
          <ac:spMkLst>
            <pc:docMk/>
            <pc:sldMk cId="1041630277" sldId="270"/>
            <ac:spMk id="9" creationId="{E9A57615-DA36-42ED-B7FA-0978866779C4}"/>
          </ac:spMkLst>
        </pc:spChg>
        <pc:spChg chg="add mod">
          <ac:chgData name="Clayton Silva" userId="29ef9a7b83f2ddc4" providerId="LiveId" clId="{B89F14CD-7184-4DF9-A546-150E793F6878}" dt="2019-02-11T20:37:04.180" v="815" actId="113"/>
          <ac:spMkLst>
            <pc:docMk/>
            <pc:sldMk cId="1041630277" sldId="270"/>
            <ac:spMk id="13" creationId="{0D554088-92F3-4BAD-BAF0-42F1E8951A4C}"/>
          </ac:spMkLst>
        </pc:spChg>
        <pc:picChg chg="del">
          <ac:chgData name="Clayton Silva" userId="29ef9a7b83f2ddc4" providerId="LiveId" clId="{B89F14CD-7184-4DF9-A546-150E793F6878}" dt="2019-02-11T20:32:41.484" v="763" actId="478"/>
          <ac:picMkLst>
            <pc:docMk/>
            <pc:sldMk cId="1041630277" sldId="270"/>
            <ac:picMk id="8" creationId="{EC4BA461-754B-46D3-89B3-89018AC48572}"/>
          </ac:picMkLst>
        </pc:picChg>
        <pc:picChg chg="add mod">
          <ac:chgData name="Clayton Silva" userId="29ef9a7b83f2ddc4" providerId="LiveId" clId="{B89F14CD-7184-4DF9-A546-150E793F6878}" dt="2019-02-11T20:34:33.003" v="797" actId="14100"/>
          <ac:picMkLst>
            <pc:docMk/>
            <pc:sldMk cId="1041630277" sldId="270"/>
            <ac:picMk id="10" creationId="{6F46E8D1-C0F7-453B-A31F-83DDA99AE6D7}"/>
          </ac:picMkLst>
        </pc:picChg>
        <pc:picChg chg="add del mod">
          <ac:chgData name="Clayton Silva" userId="29ef9a7b83f2ddc4" providerId="LiveId" clId="{B89F14CD-7184-4DF9-A546-150E793F6878}" dt="2019-02-11T20:34:55.137" v="802" actId="1076"/>
          <ac:picMkLst>
            <pc:docMk/>
            <pc:sldMk cId="1041630277" sldId="270"/>
            <ac:picMk id="11" creationId="{4120191A-BB20-4A94-9A34-08B399675C5C}"/>
          </ac:picMkLst>
        </pc:picChg>
        <pc:picChg chg="add del mod">
          <ac:chgData name="Clayton Silva" userId="29ef9a7b83f2ddc4" providerId="LiveId" clId="{B89F14CD-7184-4DF9-A546-150E793F6878}" dt="2019-02-11T20:37:50.814" v="823" actId="478"/>
          <ac:picMkLst>
            <pc:docMk/>
            <pc:sldMk cId="1041630277" sldId="270"/>
            <ac:picMk id="12" creationId="{8AA55CB3-F644-45AC-8E95-004531E3CD9B}"/>
          </ac:picMkLst>
        </pc:picChg>
      </pc:sldChg>
      <pc:sldChg chg="addSp delSp modSp">
        <pc:chgData name="Clayton Silva" userId="29ef9a7b83f2ddc4" providerId="LiveId" clId="{B89F14CD-7184-4DF9-A546-150E793F6878}" dt="2019-02-11T20:51:42.030" v="1003" actId="1076"/>
        <pc:sldMkLst>
          <pc:docMk/>
          <pc:sldMk cId="1016530808" sldId="271"/>
        </pc:sldMkLst>
        <pc:spChg chg="mod">
          <ac:chgData name="Clayton Silva" userId="29ef9a7b83f2ddc4" providerId="LiveId" clId="{B89F14CD-7184-4DF9-A546-150E793F6878}" dt="2019-02-11T20:50:03.966" v="991"/>
          <ac:spMkLst>
            <pc:docMk/>
            <pc:sldMk cId="1016530808" sldId="271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0:50:26.998" v="993" actId="478"/>
          <ac:spMkLst>
            <pc:docMk/>
            <pc:sldMk cId="1016530808" sldId="271"/>
            <ac:spMk id="3" creationId="{00000000-0000-0000-0000-000000000000}"/>
          </ac:spMkLst>
        </pc:spChg>
        <pc:spChg chg="add del mod">
          <ac:chgData name="Clayton Silva" userId="29ef9a7b83f2ddc4" providerId="LiveId" clId="{B89F14CD-7184-4DF9-A546-150E793F6878}" dt="2019-02-11T20:50:29.236" v="994" actId="478"/>
          <ac:spMkLst>
            <pc:docMk/>
            <pc:sldMk cId="1016530808" sldId="271"/>
            <ac:spMk id="7" creationId="{D6E135FC-AF5C-4C79-B590-C1849CBA9487}"/>
          </ac:spMkLst>
        </pc:spChg>
        <pc:picChg chg="del">
          <ac:chgData name="Clayton Silva" userId="29ef9a7b83f2ddc4" providerId="LiveId" clId="{B89F14CD-7184-4DF9-A546-150E793F6878}" dt="2019-02-11T20:50:24.280" v="992" actId="478"/>
          <ac:picMkLst>
            <pc:docMk/>
            <pc:sldMk cId="1016530808" sldId="271"/>
            <ac:picMk id="5" creationId="{4DC999AA-924E-41FC-974D-63B709374E9E}"/>
          </ac:picMkLst>
        </pc:picChg>
        <pc:picChg chg="add mod modCrop">
          <ac:chgData name="Clayton Silva" userId="29ef9a7b83f2ddc4" providerId="LiveId" clId="{B89F14CD-7184-4DF9-A546-150E793F6878}" dt="2019-02-11T20:51:42.030" v="1003" actId="1076"/>
          <ac:picMkLst>
            <pc:docMk/>
            <pc:sldMk cId="1016530808" sldId="271"/>
            <ac:picMk id="8" creationId="{162DF08B-B11D-42F9-868E-0EF01CAA7DB6}"/>
          </ac:picMkLst>
        </pc:picChg>
      </pc:sldChg>
      <pc:sldChg chg="delSp modSp">
        <pc:chgData name="Clayton Silva" userId="29ef9a7b83f2ddc4" providerId="LiveId" clId="{B89F14CD-7184-4DF9-A546-150E793F6878}" dt="2019-02-11T20:53:44.516" v="1021" actId="113"/>
        <pc:sldMkLst>
          <pc:docMk/>
          <pc:sldMk cId="2387225758" sldId="273"/>
        </pc:sldMkLst>
        <pc:spChg chg="mod">
          <ac:chgData name="Clayton Silva" userId="29ef9a7b83f2ddc4" providerId="LiveId" clId="{B89F14CD-7184-4DF9-A546-150E793F6878}" dt="2019-02-11T20:52:08.257" v="1005"/>
          <ac:spMkLst>
            <pc:docMk/>
            <pc:sldMk cId="2387225758" sldId="273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53:44.516" v="1021" actId="113"/>
          <ac:spMkLst>
            <pc:docMk/>
            <pc:sldMk cId="2387225758" sldId="273"/>
            <ac:spMk id="3" creationId="{00000000-0000-0000-0000-000000000000}"/>
          </ac:spMkLst>
        </pc:spChg>
        <pc:picChg chg="del">
          <ac:chgData name="Clayton Silva" userId="29ef9a7b83f2ddc4" providerId="LiveId" clId="{B89F14CD-7184-4DF9-A546-150E793F6878}" dt="2019-02-11T20:52:10.369" v="1006" actId="478"/>
          <ac:picMkLst>
            <pc:docMk/>
            <pc:sldMk cId="2387225758" sldId="273"/>
            <ac:picMk id="5" creationId="{EB3117DE-C323-4C32-BC19-99D663F34B2F}"/>
          </ac:picMkLst>
        </pc:picChg>
      </pc:sldChg>
      <pc:sldChg chg="delSp modSp">
        <pc:chgData name="Clayton Silva" userId="29ef9a7b83f2ddc4" providerId="LiveId" clId="{B89F14CD-7184-4DF9-A546-150E793F6878}" dt="2019-02-11T20:39:23.528" v="869" actId="403"/>
        <pc:sldMkLst>
          <pc:docMk/>
          <pc:sldMk cId="2916762686" sldId="275"/>
        </pc:sldMkLst>
        <pc:spChg chg="mod">
          <ac:chgData name="Clayton Silva" userId="29ef9a7b83f2ddc4" providerId="LiveId" clId="{B89F14CD-7184-4DF9-A546-150E793F6878}" dt="2019-02-11T20:39:02.982" v="862"/>
          <ac:spMkLst>
            <pc:docMk/>
            <pc:sldMk cId="2916762686" sldId="275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39:23.528" v="869" actId="403"/>
          <ac:spMkLst>
            <pc:docMk/>
            <pc:sldMk cId="2916762686" sldId="275"/>
            <ac:spMk id="3" creationId="{00000000-0000-0000-0000-000000000000}"/>
          </ac:spMkLst>
        </pc:spChg>
        <pc:picChg chg="del">
          <ac:chgData name="Clayton Silva" userId="29ef9a7b83f2ddc4" providerId="LiveId" clId="{B89F14CD-7184-4DF9-A546-150E793F6878}" dt="2019-02-11T20:39:05.708" v="863" actId="478"/>
          <ac:picMkLst>
            <pc:docMk/>
            <pc:sldMk cId="2916762686" sldId="275"/>
            <ac:picMk id="5" creationId="{D6BA86F4-6DA1-4999-A33A-08D17E8070E6}"/>
          </ac:picMkLst>
        </pc:picChg>
        <pc:picChg chg="del">
          <ac:chgData name="Clayton Silva" userId="29ef9a7b83f2ddc4" providerId="LiveId" clId="{B89F14CD-7184-4DF9-A546-150E793F6878}" dt="2019-02-11T20:39:06.638" v="864" actId="478"/>
          <ac:picMkLst>
            <pc:docMk/>
            <pc:sldMk cId="2916762686" sldId="275"/>
            <ac:picMk id="7" creationId="{5B6D6311-CEE2-4E9D-8D02-45055ACAA095}"/>
          </ac:picMkLst>
        </pc:picChg>
      </pc:sldChg>
      <pc:sldChg chg="delSp modSp">
        <pc:chgData name="Clayton Silva" userId="29ef9a7b83f2ddc4" providerId="LiveId" clId="{B89F14CD-7184-4DF9-A546-150E793F6878}" dt="2019-02-11T20:40:14.931" v="908" actId="478"/>
        <pc:sldMkLst>
          <pc:docMk/>
          <pc:sldMk cId="2500524420" sldId="276"/>
        </pc:sldMkLst>
        <pc:spChg chg="mod">
          <ac:chgData name="Clayton Silva" userId="29ef9a7b83f2ddc4" providerId="LiveId" clId="{B89F14CD-7184-4DF9-A546-150E793F6878}" dt="2019-02-11T20:39:50.859" v="903" actId="20577"/>
          <ac:spMkLst>
            <pc:docMk/>
            <pc:sldMk cId="2500524420" sldId="276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40:12.708" v="907" actId="403"/>
          <ac:spMkLst>
            <pc:docMk/>
            <pc:sldMk cId="2500524420" sldId="276"/>
            <ac:spMk id="3" creationId="{00000000-0000-0000-0000-000000000000}"/>
          </ac:spMkLst>
        </pc:spChg>
        <pc:picChg chg="del">
          <ac:chgData name="Clayton Silva" userId="29ef9a7b83f2ddc4" providerId="LiveId" clId="{B89F14CD-7184-4DF9-A546-150E793F6878}" dt="2019-02-11T20:40:14.931" v="908" actId="478"/>
          <ac:picMkLst>
            <pc:docMk/>
            <pc:sldMk cId="2500524420" sldId="276"/>
            <ac:picMk id="6" creationId="{2E15D2D3-82CE-4380-BCA8-A29EC69A93F5}"/>
          </ac:picMkLst>
        </pc:picChg>
      </pc:sldChg>
      <pc:sldChg chg="delSp modSp">
        <pc:chgData name="Clayton Silva" userId="29ef9a7b83f2ddc4" providerId="LiveId" clId="{B89F14CD-7184-4DF9-A546-150E793F6878}" dt="2019-02-11T20:41:46.181" v="924" actId="403"/>
        <pc:sldMkLst>
          <pc:docMk/>
          <pc:sldMk cId="1519318085" sldId="277"/>
        </pc:sldMkLst>
        <pc:spChg chg="mod">
          <ac:chgData name="Clayton Silva" userId="29ef9a7b83f2ddc4" providerId="LiveId" clId="{B89F14CD-7184-4DF9-A546-150E793F6878}" dt="2019-02-11T20:41:13.417" v="914"/>
          <ac:spMkLst>
            <pc:docMk/>
            <pc:sldMk cId="1519318085" sldId="277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41:46.181" v="924" actId="403"/>
          <ac:spMkLst>
            <pc:docMk/>
            <pc:sldMk cId="1519318085" sldId="277"/>
            <ac:spMk id="3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0:41:19.243" v="916" actId="478"/>
          <ac:spMkLst>
            <pc:docMk/>
            <pc:sldMk cId="1519318085" sldId="277"/>
            <ac:spMk id="7" creationId="{C4489A82-023B-4B98-B92E-87FA6C9C26F7}"/>
          </ac:spMkLst>
        </pc:spChg>
        <pc:picChg chg="del">
          <ac:chgData name="Clayton Silva" userId="29ef9a7b83f2ddc4" providerId="LiveId" clId="{B89F14CD-7184-4DF9-A546-150E793F6878}" dt="2019-02-11T20:41:20.114" v="917" actId="478"/>
          <ac:picMkLst>
            <pc:docMk/>
            <pc:sldMk cId="1519318085" sldId="277"/>
            <ac:picMk id="5" creationId="{78634270-76D1-453F-B7D2-9CC207CFEB55}"/>
          </ac:picMkLst>
        </pc:picChg>
        <pc:picChg chg="del">
          <ac:chgData name="Clayton Silva" userId="29ef9a7b83f2ddc4" providerId="LiveId" clId="{B89F14CD-7184-4DF9-A546-150E793F6878}" dt="2019-02-11T20:41:17.864" v="915" actId="478"/>
          <ac:picMkLst>
            <pc:docMk/>
            <pc:sldMk cId="1519318085" sldId="277"/>
            <ac:picMk id="8" creationId="{84DA7B25-DD48-4A2D-A03B-0E7E111E1727}"/>
          </ac:picMkLst>
        </pc:picChg>
      </pc:sldChg>
      <pc:sldChg chg="addSp delSp modSp">
        <pc:chgData name="Clayton Silva" userId="29ef9a7b83f2ddc4" providerId="LiveId" clId="{B89F14CD-7184-4DF9-A546-150E793F6878}" dt="2019-02-11T20:43:43.296" v="962" actId="478"/>
        <pc:sldMkLst>
          <pc:docMk/>
          <pc:sldMk cId="1924916561" sldId="278"/>
        </pc:sldMkLst>
        <pc:spChg chg="mod">
          <ac:chgData name="Clayton Silva" userId="29ef9a7b83f2ddc4" providerId="LiveId" clId="{B89F14CD-7184-4DF9-A546-150E793F6878}" dt="2019-02-11T20:43:04.560" v="959" actId="114"/>
          <ac:spMkLst>
            <pc:docMk/>
            <pc:sldMk cId="1924916561" sldId="278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0:43:24.747" v="960" actId="478"/>
          <ac:spMkLst>
            <pc:docMk/>
            <pc:sldMk cId="1924916561" sldId="278"/>
            <ac:spMk id="3" creationId="{00000000-0000-0000-0000-000000000000}"/>
          </ac:spMkLst>
        </pc:spChg>
        <pc:spChg chg="add del mod">
          <ac:chgData name="Clayton Silva" userId="29ef9a7b83f2ddc4" providerId="LiveId" clId="{B89F14CD-7184-4DF9-A546-150E793F6878}" dt="2019-02-11T20:43:41.321" v="961" actId="478"/>
          <ac:spMkLst>
            <pc:docMk/>
            <pc:sldMk cId="1924916561" sldId="278"/>
            <ac:spMk id="6" creationId="{B059E5D8-D229-4380-833C-3ECADFF74478}"/>
          </ac:spMkLst>
        </pc:spChg>
        <pc:picChg chg="del">
          <ac:chgData name="Clayton Silva" userId="29ef9a7b83f2ddc4" providerId="LiveId" clId="{B89F14CD-7184-4DF9-A546-150E793F6878}" dt="2019-02-11T20:43:43.296" v="962" actId="478"/>
          <ac:picMkLst>
            <pc:docMk/>
            <pc:sldMk cId="1924916561" sldId="278"/>
            <ac:picMk id="9" creationId="{18AA7526-E688-4BEA-BFA7-AA0775705421}"/>
          </ac:picMkLst>
        </pc:picChg>
      </pc:sldChg>
      <pc:sldChg chg="modSp">
        <pc:chgData name="Clayton Silva" userId="29ef9a7b83f2ddc4" providerId="LiveId" clId="{B89F14CD-7184-4DF9-A546-150E793F6878}" dt="2019-02-11T20:45:23.163" v="971" actId="403"/>
        <pc:sldMkLst>
          <pc:docMk/>
          <pc:sldMk cId="1145994230" sldId="279"/>
        </pc:sldMkLst>
        <pc:spChg chg="mod">
          <ac:chgData name="Clayton Silva" userId="29ef9a7b83f2ddc4" providerId="LiveId" clId="{B89F14CD-7184-4DF9-A546-150E793F6878}" dt="2019-02-11T20:44:52.194" v="966" actId="14100"/>
          <ac:spMkLst>
            <pc:docMk/>
            <pc:sldMk cId="1145994230" sldId="279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45:23.163" v="971" actId="403"/>
          <ac:spMkLst>
            <pc:docMk/>
            <pc:sldMk cId="1145994230" sldId="279"/>
            <ac:spMk id="3" creationId="{00000000-0000-0000-0000-000000000000}"/>
          </ac:spMkLst>
        </pc:spChg>
      </pc:sldChg>
      <pc:sldChg chg="delSp modSp">
        <pc:chgData name="Clayton Silva" userId="29ef9a7b83f2ddc4" providerId="LiveId" clId="{B89F14CD-7184-4DF9-A546-150E793F6878}" dt="2019-02-11T20:49:31.799" v="990" actId="113"/>
        <pc:sldMkLst>
          <pc:docMk/>
          <pc:sldMk cId="1398506904" sldId="280"/>
        </pc:sldMkLst>
        <pc:spChg chg="mod">
          <ac:chgData name="Clayton Silva" userId="29ef9a7b83f2ddc4" providerId="LiveId" clId="{B89F14CD-7184-4DF9-A546-150E793F6878}" dt="2019-02-11T20:47:55.744" v="972"/>
          <ac:spMkLst>
            <pc:docMk/>
            <pc:sldMk cId="1398506904" sldId="280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49:31.799" v="990" actId="113"/>
          <ac:spMkLst>
            <pc:docMk/>
            <pc:sldMk cId="1398506904" sldId="280"/>
            <ac:spMk id="3" creationId="{00000000-0000-0000-0000-000000000000}"/>
          </ac:spMkLst>
        </pc:spChg>
        <pc:picChg chg="del">
          <ac:chgData name="Clayton Silva" userId="29ef9a7b83f2ddc4" providerId="LiveId" clId="{B89F14CD-7184-4DF9-A546-150E793F6878}" dt="2019-02-11T20:47:59.262" v="973" actId="478"/>
          <ac:picMkLst>
            <pc:docMk/>
            <pc:sldMk cId="1398506904" sldId="280"/>
            <ac:picMk id="5" creationId="{761A5BD5-79C9-4388-8023-4F735BE043C0}"/>
          </ac:picMkLst>
        </pc:picChg>
      </pc:sldChg>
      <pc:sldChg chg="delSp modSp del">
        <pc:chgData name="Clayton Silva" userId="29ef9a7b83f2ddc4" providerId="LiveId" clId="{B89F14CD-7184-4DF9-A546-150E793F6878}" dt="2019-02-11T21:14:05.962" v="1104" actId="2696"/>
        <pc:sldMkLst>
          <pc:docMk/>
          <pc:sldMk cId="2726101037" sldId="281"/>
        </pc:sldMkLst>
        <pc:spChg chg="mod">
          <ac:chgData name="Clayton Silva" userId="29ef9a7b83f2ddc4" providerId="LiveId" clId="{B89F14CD-7184-4DF9-A546-150E793F6878}" dt="2019-02-11T21:13:58.934" v="1102"/>
          <ac:spMkLst>
            <pc:docMk/>
            <pc:sldMk cId="2726101037" sldId="281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1:13:54.685" v="1101"/>
          <ac:spMkLst>
            <pc:docMk/>
            <pc:sldMk cId="2726101037" sldId="281"/>
            <ac:spMk id="3" creationId="{70B9FC9E-7E91-488D-AED1-0CABAD0677D3}"/>
          </ac:spMkLst>
        </pc:spChg>
        <pc:picChg chg="del">
          <ac:chgData name="Clayton Silva" userId="29ef9a7b83f2ddc4" providerId="LiveId" clId="{B89F14CD-7184-4DF9-A546-150E793F6878}" dt="2019-02-11T21:14:01.281" v="1103" actId="478"/>
          <ac:picMkLst>
            <pc:docMk/>
            <pc:sldMk cId="2726101037" sldId="281"/>
            <ac:picMk id="5" creationId="{2AE88B0B-9D74-4772-82EE-17CB00BDE17A}"/>
          </ac:picMkLst>
        </pc:picChg>
      </pc:sldChg>
      <pc:sldChg chg="delSp modSp">
        <pc:chgData name="Clayton Silva" userId="29ef9a7b83f2ddc4" providerId="LiveId" clId="{B89F14CD-7184-4DF9-A546-150E793F6878}" dt="2019-02-11T21:14:45.925" v="1110"/>
        <pc:sldMkLst>
          <pc:docMk/>
          <pc:sldMk cId="830315175" sldId="282"/>
        </pc:sldMkLst>
        <pc:spChg chg="mod">
          <ac:chgData name="Clayton Silva" userId="29ef9a7b83f2ddc4" providerId="LiveId" clId="{B89F14CD-7184-4DF9-A546-150E793F6878}" dt="2019-02-11T21:14:10.034" v="1105"/>
          <ac:spMkLst>
            <pc:docMk/>
            <pc:sldMk cId="830315175" sldId="282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1:14:45.925" v="1110"/>
          <ac:spMkLst>
            <pc:docMk/>
            <pc:sldMk cId="830315175" sldId="282"/>
            <ac:spMk id="3" creationId="{00000000-0000-0000-0000-000000000000}"/>
          </ac:spMkLst>
        </pc:spChg>
        <pc:picChg chg="del">
          <ac:chgData name="Clayton Silva" userId="29ef9a7b83f2ddc4" providerId="LiveId" clId="{B89F14CD-7184-4DF9-A546-150E793F6878}" dt="2019-02-11T21:14:12.579" v="1106" actId="478"/>
          <ac:picMkLst>
            <pc:docMk/>
            <pc:sldMk cId="830315175" sldId="282"/>
            <ac:picMk id="5" creationId="{3ADCB5B8-FD64-4932-A1D3-2E3760C8F1C8}"/>
          </ac:picMkLst>
        </pc:picChg>
        <pc:picChg chg="del">
          <ac:chgData name="Clayton Silva" userId="29ef9a7b83f2ddc4" providerId="LiveId" clId="{B89F14CD-7184-4DF9-A546-150E793F6878}" dt="2019-02-11T21:14:13.507" v="1107" actId="478"/>
          <ac:picMkLst>
            <pc:docMk/>
            <pc:sldMk cId="830315175" sldId="282"/>
            <ac:picMk id="6" creationId="{61D8DFA8-A091-41D1-9441-4B6BAA151B45}"/>
          </ac:picMkLst>
        </pc:picChg>
      </pc:sldChg>
      <pc:sldChg chg="addSp delSp modSp">
        <pc:chgData name="Clayton Silva" userId="29ef9a7b83f2ddc4" providerId="LiveId" clId="{B89F14CD-7184-4DF9-A546-150E793F6878}" dt="2019-02-11T21:16:50.523" v="1129" actId="1076"/>
        <pc:sldMkLst>
          <pc:docMk/>
          <pc:sldMk cId="2790085931" sldId="283"/>
        </pc:sldMkLst>
        <pc:spChg chg="del">
          <ac:chgData name="Clayton Silva" userId="29ef9a7b83f2ddc4" providerId="LiveId" clId="{B89F14CD-7184-4DF9-A546-150E793F6878}" dt="2019-02-11T21:16:08.265" v="1119" actId="478"/>
          <ac:spMkLst>
            <pc:docMk/>
            <pc:sldMk cId="2790085931" sldId="283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1:16:13.099" v="1121" actId="478"/>
          <ac:spMkLst>
            <pc:docMk/>
            <pc:sldMk cId="2790085931" sldId="283"/>
            <ac:spMk id="3" creationId="{00000000-0000-0000-0000-000000000000}"/>
          </ac:spMkLst>
        </pc:spChg>
        <pc:spChg chg="add del mod">
          <ac:chgData name="Clayton Silva" userId="29ef9a7b83f2ddc4" providerId="LiveId" clId="{B89F14CD-7184-4DF9-A546-150E793F6878}" dt="2019-02-11T21:16:10.793" v="1120" actId="478"/>
          <ac:spMkLst>
            <pc:docMk/>
            <pc:sldMk cId="2790085931" sldId="283"/>
            <ac:spMk id="6" creationId="{12407826-051B-40BD-ACB0-5A7A3FEC62FD}"/>
          </ac:spMkLst>
        </pc:spChg>
        <pc:spChg chg="add del mod">
          <ac:chgData name="Clayton Silva" userId="29ef9a7b83f2ddc4" providerId="LiveId" clId="{B89F14CD-7184-4DF9-A546-150E793F6878}" dt="2019-02-11T21:16:15.353" v="1122" actId="478"/>
          <ac:spMkLst>
            <pc:docMk/>
            <pc:sldMk cId="2790085931" sldId="283"/>
            <ac:spMk id="8" creationId="{4423B105-6734-4D78-A163-24B30A21ACAE}"/>
          </ac:spMkLst>
        </pc:spChg>
        <pc:spChg chg="add del">
          <ac:chgData name="Clayton Silva" userId="29ef9a7b83f2ddc4" providerId="LiveId" clId="{B89F14CD-7184-4DF9-A546-150E793F6878}" dt="2019-02-11T21:16:18.250" v="1124"/>
          <ac:spMkLst>
            <pc:docMk/>
            <pc:sldMk cId="2790085931" sldId="283"/>
            <ac:spMk id="9" creationId="{2036ECC7-0AD3-4172-BA63-BFBC458766EF}"/>
          </ac:spMkLst>
        </pc:spChg>
        <pc:picChg chg="mod">
          <ac:chgData name="Clayton Silva" userId="29ef9a7b83f2ddc4" providerId="LiveId" clId="{B89F14CD-7184-4DF9-A546-150E793F6878}" dt="2019-02-11T21:16:50.523" v="1129" actId="1076"/>
          <ac:picMkLst>
            <pc:docMk/>
            <pc:sldMk cId="2790085931" sldId="283"/>
            <ac:picMk id="10" creationId="{167AA46A-D7B4-4E30-B75F-2C8DC2E92314}"/>
          </ac:picMkLst>
        </pc:picChg>
      </pc:sldChg>
      <pc:sldChg chg="delSp modSp">
        <pc:chgData name="Clayton Silva" userId="29ef9a7b83f2ddc4" providerId="LiveId" clId="{B89F14CD-7184-4DF9-A546-150E793F6878}" dt="2019-02-11T21:22:42.001" v="1196" actId="403"/>
        <pc:sldMkLst>
          <pc:docMk/>
          <pc:sldMk cId="3610398831" sldId="284"/>
        </pc:sldMkLst>
        <pc:spChg chg="mod">
          <ac:chgData name="Clayton Silva" userId="29ef9a7b83f2ddc4" providerId="LiveId" clId="{B89F14CD-7184-4DF9-A546-150E793F6878}" dt="2019-02-11T21:19:45.801" v="1163" actId="20577"/>
          <ac:spMkLst>
            <pc:docMk/>
            <pc:sldMk cId="3610398831" sldId="284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1:22:42.001" v="1196" actId="403"/>
          <ac:spMkLst>
            <pc:docMk/>
            <pc:sldMk cId="3610398831" sldId="284"/>
            <ac:spMk id="3" creationId="{00000000-0000-0000-0000-000000000000}"/>
          </ac:spMkLst>
        </pc:spChg>
        <pc:picChg chg="del">
          <ac:chgData name="Clayton Silva" userId="29ef9a7b83f2ddc4" providerId="LiveId" clId="{B89F14CD-7184-4DF9-A546-150E793F6878}" dt="2019-02-11T21:19:48.685" v="1164" actId="478"/>
          <ac:picMkLst>
            <pc:docMk/>
            <pc:sldMk cId="3610398831" sldId="284"/>
            <ac:picMk id="5" creationId="{48E44ABF-9E12-4CBE-AB11-C5DF69A9633B}"/>
          </ac:picMkLst>
        </pc:picChg>
      </pc:sldChg>
      <pc:sldChg chg="del">
        <pc:chgData name="Clayton Silva" userId="29ef9a7b83f2ddc4" providerId="LiveId" clId="{B89F14CD-7184-4DF9-A546-150E793F6878}" dt="2019-02-11T21:27:46.064" v="1335" actId="2696"/>
        <pc:sldMkLst>
          <pc:docMk/>
          <pc:sldMk cId="3129027686" sldId="285"/>
        </pc:sldMkLst>
      </pc:sldChg>
      <pc:sldChg chg="del">
        <pc:chgData name="Clayton Silva" userId="29ef9a7b83f2ddc4" providerId="LiveId" clId="{B89F14CD-7184-4DF9-A546-150E793F6878}" dt="2019-02-11T21:27:46.083" v="1336" actId="2696"/>
        <pc:sldMkLst>
          <pc:docMk/>
          <pc:sldMk cId="974525496" sldId="286"/>
        </pc:sldMkLst>
      </pc:sldChg>
      <pc:sldChg chg="del">
        <pc:chgData name="Clayton Silva" userId="29ef9a7b83f2ddc4" providerId="LiveId" clId="{B89F14CD-7184-4DF9-A546-150E793F6878}" dt="2019-02-11T21:27:46.325" v="1338" actId="2696"/>
        <pc:sldMkLst>
          <pc:docMk/>
          <pc:sldMk cId="2790068028" sldId="288"/>
        </pc:sldMkLst>
      </pc:sldChg>
      <pc:sldChg chg="del">
        <pc:chgData name="Clayton Silva" userId="29ef9a7b83f2ddc4" providerId="LiveId" clId="{B89F14CD-7184-4DF9-A546-150E793F6878}" dt="2019-02-11T21:27:46.489" v="1339" actId="2696"/>
        <pc:sldMkLst>
          <pc:docMk/>
          <pc:sldMk cId="406043269" sldId="289"/>
        </pc:sldMkLst>
      </pc:sldChg>
      <pc:sldChg chg="del">
        <pc:chgData name="Clayton Silva" userId="29ef9a7b83f2ddc4" providerId="LiveId" clId="{B89F14CD-7184-4DF9-A546-150E793F6878}" dt="2019-02-11T21:27:46.743" v="1340" actId="2696"/>
        <pc:sldMkLst>
          <pc:docMk/>
          <pc:sldMk cId="1539582779" sldId="290"/>
        </pc:sldMkLst>
      </pc:sldChg>
      <pc:sldChg chg="del">
        <pc:chgData name="Clayton Silva" userId="29ef9a7b83f2ddc4" providerId="LiveId" clId="{B89F14CD-7184-4DF9-A546-150E793F6878}" dt="2019-02-11T21:27:46.800" v="1343" actId="2696"/>
        <pc:sldMkLst>
          <pc:docMk/>
          <pc:sldMk cId="3697887781" sldId="291"/>
        </pc:sldMkLst>
      </pc:sldChg>
      <pc:sldChg chg="del">
        <pc:chgData name="Clayton Silva" userId="29ef9a7b83f2ddc4" providerId="LiveId" clId="{B89F14CD-7184-4DF9-A546-150E793F6878}" dt="2019-02-11T21:27:46.814" v="1344" actId="2696"/>
        <pc:sldMkLst>
          <pc:docMk/>
          <pc:sldMk cId="1325719800" sldId="292"/>
        </pc:sldMkLst>
      </pc:sldChg>
      <pc:sldChg chg="del">
        <pc:chgData name="Clayton Silva" userId="29ef9a7b83f2ddc4" providerId="LiveId" clId="{B89F14CD-7184-4DF9-A546-150E793F6878}" dt="2019-02-11T21:27:46.761" v="1341" actId="2696"/>
        <pc:sldMkLst>
          <pc:docMk/>
          <pc:sldMk cId="1222156746" sldId="294"/>
        </pc:sldMkLst>
      </pc:sldChg>
      <pc:sldChg chg="del">
        <pc:chgData name="Clayton Silva" userId="29ef9a7b83f2ddc4" providerId="LiveId" clId="{B89F14CD-7184-4DF9-A546-150E793F6878}" dt="2019-02-11T21:27:46.784" v="1342" actId="2696"/>
        <pc:sldMkLst>
          <pc:docMk/>
          <pc:sldMk cId="729847481" sldId="295"/>
        </pc:sldMkLst>
      </pc:sldChg>
      <pc:sldChg chg="del">
        <pc:chgData name="Clayton Silva" userId="29ef9a7b83f2ddc4" providerId="LiveId" clId="{B89F14CD-7184-4DF9-A546-150E793F6878}" dt="2019-02-11T21:27:46.850" v="1346" actId="2696"/>
        <pc:sldMkLst>
          <pc:docMk/>
          <pc:sldMk cId="4260945188" sldId="297"/>
        </pc:sldMkLst>
      </pc:sldChg>
      <pc:sldChg chg="del">
        <pc:chgData name="Clayton Silva" userId="29ef9a7b83f2ddc4" providerId="LiveId" clId="{B89F14CD-7184-4DF9-A546-150E793F6878}" dt="2019-02-11T21:27:46.913" v="1350" actId="2696"/>
        <pc:sldMkLst>
          <pc:docMk/>
          <pc:sldMk cId="3824494643" sldId="298"/>
        </pc:sldMkLst>
      </pc:sldChg>
      <pc:sldChg chg="del">
        <pc:chgData name="Clayton Silva" userId="29ef9a7b83f2ddc4" providerId="LiveId" clId="{B89F14CD-7184-4DF9-A546-150E793F6878}" dt="2019-02-11T21:27:46.944" v="1352" actId="2696"/>
        <pc:sldMkLst>
          <pc:docMk/>
          <pc:sldMk cId="2807235451" sldId="299"/>
        </pc:sldMkLst>
      </pc:sldChg>
      <pc:sldChg chg="del">
        <pc:chgData name="Clayton Silva" userId="29ef9a7b83f2ddc4" providerId="LiveId" clId="{B89F14CD-7184-4DF9-A546-150E793F6878}" dt="2019-02-11T21:27:46.959" v="1353" actId="2696"/>
        <pc:sldMkLst>
          <pc:docMk/>
          <pc:sldMk cId="622329317" sldId="300"/>
        </pc:sldMkLst>
      </pc:sldChg>
      <pc:sldChg chg="del">
        <pc:chgData name="Clayton Silva" userId="29ef9a7b83f2ddc4" providerId="LiveId" clId="{B89F14CD-7184-4DF9-A546-150E793F6878}" dt="2019-02-11T21:27:46.881" v="1348" actId="2696"/>
        <pc:sldMkLst>
          <pc:docMk/>
          <pc:sldMk cId="819962216" sldId="311"/>
        </pc:sldMkLst>
      </pc:sldChg>
      <pc:sldChg chg="del">
        <pc:chgData name="Clayton Silva" userId="29ef9a7b83f2ddc4" providerId="LiveId" clId="{B89F14CD-7184-4DF9-A546-150E793F6878}" dt="2019-02-11T21:27:46.897" v="1349" actId="2696"/>
        <pc:sldMkLst>
          <pc:docMk/>
          <pc:sldMk cId="500678767" sldId="312"/>
        </pc:sldMkLst>
      </pc:sldChg>
      <pc:sldChg chg="del">
        <pc:chgData name="Clayton Silva" userId="29ef9a7b83f2ddc4" providerId="LiveId" clId="{B89F14CD-7184-4DF9-A546-150E793F6878}" dt="2019-02-11T21:27:46.866" v="1347" actId="2696"/>
        <pc:sldMkLst>
          <pc:docMk/>
          <pc:sldMk cId="3382998061" sldId="313"/>
        </pc:sldMkLst>
      </pc:sldChg>
      <pc:sldChg chg="del">
        <pc:chgData name="Clayton Silva" userId="29ef9a7b83f2ddc4" providerId="LiveId" clId="{B89F14CD-7184-4DF9-A546-150E793F6878}" dt="2019-02-11T21:27:46.928" v="1351" actId="2696"/>
        <pc:sldMkLst>
          <pc:docMk/>
          <pc:sldMk cId="3753002955" sldId="314"/>
        </pc:sldMkLst>
      </pc:sldChg>
      <pc:sldChg chg="del">
        <pc:chgData name="Clayton Silva" userId="29ef9a7b83f2ddc4" providerId="LiveId" clId="{B89F14CD-7184-4DF9-A546-150E793F6878}" dt="2019-02-11T21:27:46.997" v="1355" actId="2696"/>
        <pc:sldMkLst>
          <pc:docMk/>
          <pc:sldMk cId="3392892502" sldId="315"/>
        </pc:sldMkLst>
      </pc:sldChg>
      <pc:sldChg chg="del">
        <pc:chgData name="Clayton Silva" userId="29ef9a7b83f2ddc4" providerId="LiveId" clId="{B89F14CD-7184-4DF9-A546-150E793F6878}" dt="2019-02-11T21:27:47.025" v="1356" actId="2696"/>
        <pc:sldMkLst>
          <pc:docMk/>
          <pc:sldMk cId="1852393897" sldId="316"/>
        </pc:sldMkLst>
      </pc:sldChg>
      <pc:sldChg chg="del">
        <pc:chgData name="Clayton Silva" userId="29ef9a7b83f2ddc4" providerId="LiveId" clId="{B89F14CD-7184-4DF9-A546-150E793F6878}" dt="2019-02-11T21:27:47.162" v="1363" actId="2696"/>
        <pc:sldMkLst>
          <pc:docMk/>
          <pc:sldMk cId="1308095360" sldId="317"/>
        </pc:sldMkLst>
      </pc:sldChg>
      <pc:sldChg chg="del">
        <pc:chgData name="Clayton Silva" userId="29ef9a7b83f2ddc4" providerId="LiveId" clId="{B89F14CD-7184-4DF9-A546-150E793F6878}" dt="2019-02-11T21:27:47.226" v="1366" actId="2696"/>
        <pc:sldMkLst>
          <pc:docMk/>
          <pc:sldMk cId="3121152124" sldId="318"/>
        </pc:sldMkLst>
      </pc:sldChg>
      <pc:sldChg chg="del">
        <pc:chgData name="Clayton Silva" userId="29ef9a7b83f2ddc4" providerId="LiveId" clId="{B89F14CD-7184-4DF9-A546-150E793F6878}" dt="2019-02-11T21:27:47.313" v="1370" actId="2696"/>
        <pc:sldMkLst>
          <pc:docMk/>
          <pc:sldMk cId="2037178877" sldId="319"/>
        </pc:sldMkLst>
      </pc:sldChg>
      <pc:sldChg chg="del">
        <pc:chgData name="Clayton Silva" userId="29ef9a7b83f2ddc4" providerId="LiveId" clId="{B89F14CD-7184-4DF9-A546-150E793F6878}" dt="2019-02-11T21:27:47.345" v="1372" actId="2696"/>
        <pc:sldMkLst>
          <pc:docMk/>
          <pc:sldMk cId="1118563838" sldId="320"/>
        </pc:sldMkLst>
      </pc:sldChg>
      <pc:sldChg chg="del">
        <pc:chgData name="Clayton Silva" userId="29ef9a7b83f2ddc4" providerId="LiveId" clId="{B89F14CD-7184-4DF9-A546-150E793F6878}" dt="2019-02-11T21:27:47.384" v="1374" actId="2696"/>
        <pc:sldMkLst>
          <pc:docMk/>
          <pc:sldMk cId="880371052" sldId="321"/>
        </pc:sldMkLst>
      </pc:sldChg>
      <pc:sldChg chg="del">
        <pc:chgData name="Clayton Silva" userId="29ef9a7b83f2ddc4" providerId="LiveId" clId="{B89F14CD-7184-4DF9-A546-150E793F6878}" dt="2019-02-11T21:27:47.794" v="1379" actId="2696"/>
        <pc:sldMkLst>
          <pc:docMk/>
          <pc:sldMk cId="1203989551" sldId="322"/>
        </pc:sldMkLst>
      </pc:sldChg>
      <pc:sldChg chg="del">
        <pc:chgData name="Clayton Silva" userId="29ef9a7b83f2ddc4" providerId="LiveId" clId="{B89F14CD-7184-4DF9-A546-150E793F6878}" dt="2019-02-11T21:27:47.879" v="1383" actId="2696"/>
        <pc:sldMkLst>
          <pc:docMk/>
          <pc:sldMk cId="2397447848" sldId="323"/>
        </pc:sldMkLst>
      </pc:sldChg>
      <pc:sldChg chg="del">
        <pc:chgData name="Clayton Silva" userId="29ef9a7b83f2ddc4" providerId="LiveId" clId="{B89F14CD-7184-4DF9-A546-150E793F6878}" dt="2019-02-11T21:27:48.083" v="1391" actId="2696"/>
        <pc:sldMkLst>
          <pc:docMk/>
          <pc:sldMk cId="2362766337" sldId="324"/>
        </pc:sldMkLst>
      </pc:sldChg>
      <pc:sldChg chg="del">
        <pc:chgData name="Clayton Silva" userId="29ef9a7b83f2ddc4" providerId="LiveId" clId="{B89F14CD-7184-4DF9-A546-150E793F6878}" dt="2019-02-11T21:27:48.161" v="1396" actId="2696"/>
        <pc:sldMkLst>
          <pc:docMk/>
          <pc:sldMk cId="1771234310" sldId="325"/>
        </pc:sldMkLst>
      </pc:sldChg>
      <pc:sldChg chg="del">
        <pc:chgData name="Clayton Silva" userId="29ef9a7b83f2ddc4" providerId="LiveId" clId="{B89F14CD-7184-4DF9-A546-150E793F6878}" dt="2019-02-11T21:27:48.180" v="1397" actId="2696"/>
        <pc:sldMkLst>
          <pc:docMk/>
          <pc:sldMk cId="1583395328" sldId="326"/>
        </pc:sldMkLst>
      </pc:sldChg>
      <pc:sldChg chg="del">
        <pc:chgData name="Clayton Silva" userId="29ef9a7b83f2ddc4" providerId="LiveId" clId="{B89F14CD-7184-4DF9-A546-150E793F6878}" dt="2019-02-11T21:27:48.195" v="1398" actId="2696"/>
        <pc:sldMkLst>
          <pc:docMk/>
          <pc:sldMk cId="2299335622" sldId="327"/>
        </pc:sldMkLst>
      </pc:sldChg>
      <pc:sldChg chg="del">
        <pc:chgData name="Clayton Silva" userId="29ef9a7b83f2ddc4" providerId="LiveId" clId="{B89F14CD-7184-4DF9-A546-150E793F6878}" dt="2019-02-11T21:27:48.211" v="1400" actId="2696"/>
        <pc:sldMkLst>
          <pc:docMk/>
          <pc:sldMk cId="4226193716" sldId="328"/>
        </pc:sldMkLst>
      </pc:sldChg>
      <pc:sldChg chg="del">
        <pc:chgData name="Clayton Silva" userId="29ef9a7b83f2ddc4" providerId="LiveId" clId="{B89F14CD-7184-4DF9-A546-150E793F6878}" dt="2019-02-11T21:27:48.237" v="1401" actId="2696"/>
        <pc:sldMkLst>
          <pc:docMk/>
          <pc:sldMk cId="2947082859" sldId="329"/>
        </pc:sldMkLst>
      </pc:sldChg>
      <pc:sldChg chg="del">
        <pc:chgData name="Clayton Silva" userId="29ef9a7b83f2ddc4" providerId="LiveId" clId="{B89F14CD-7184-4DF9-A546-150E793F6878}" dt="2019-02-11T21:27:48.251" v="1402" actId="2696"/>
        <pc:sldMkLst>
          <pc:docMk/>
          <pc:sldMk cId="3902353257" sldId="330"/>
        </pc:sldMkLst>
      </pc:sldChg>
      <pc:sldChg chg="del">
        <pc:chgData name="Clayton Silva" userId="29ef9a7b83f2ddc4" providerId="LiveId" clId="{B89F14CD-7184-4DF9-A546-150E793F6878}" dt="2019-02-11T21:27:48.267" v="1403" actId="2696"/>
        <pc:sldMkLst>
          <pc:docMk/>
          <pc:sldMk cId="2859798218" sldId="331"/>
        </pc:sldMkLst>
      </pc:sldChg>
      <pc:sldChg chg="del">
        <pc:chgData name="Clayton Silva" userId="29ef9a7b83f2ddc4" providerId="LiveId" clId="{B89F14CD-7184-4DF9-A546-150E793F6878}" dt="2019-02-11T21:27:48.281" v="1404" actId="2696"/>
        <pc:sldMkLst>
          <pc:docMk/>
          <pc:sldMk cId="4267216031" sldId="332"/>
        </pc:sldMkLst>
      </pc:sldChg>
      <pc:sldChg chg="del">
        <pc:chgData name="Clayton Silva" userId="29ef9a7b83f2ddc4" providerId="LiveId" clId="{B89F14CD-7184-4DF9-A546-150E793F6878}" dt="2019-02-11T21:27:48.281" v="1405" actId="2696"/>
        <pc:sldMkLst>
          <pc:docMk/>
          <pc:sldMk cId="769006614" sldId="333"/>
        </pc:sldMkLst>
      </pc:sldChg>
      <pc:sldChg chg="del">
        <pc:chgData name="Clayton Silva" userId="29ef9a7b83f2ddc4" providerId="LiveId" clId="{B89F14CD-7184-4DF9-A546-150E793F6878}" dt="2019-02-11T21:27:48.296" v="1406" actId="2696"/>
        <pc:sldMkLst>
          <pc:docMk/>
          <pc:sldMk cId="532380155" sldId="334"/>
        </pc:sldMkLst>
      </pc:sldChg>
      <pc:sldChg chg="del">
        <pc:chgData name="Clayton Silva" userId="29ef9a7b83f2ddc4" providerId="LiveId" clId="{B89F14CD-7184-4DF9-A546-150E793F6878}" dt="2019-02-11T21:27:48.327" v="1408" actId="2696"/>
        <pc:sldMkLst>
          <pc:docMk/>
          <pc:sldMk cId="1214278550" sldId="335"/>
        </pc:sldMkLst>
      </pc:sldChg>
      <pc:sldChg chg="del">
        <pc:chgData name="Clayton Silva" userId="29ef9a7b83f2ddc4" providerId="LiveId" clId="{B89F14CD-7184-4DF9-A546-150E793F6878}" dt="2019-02-11T21:27:48.343" v="1409" actId="2696"/>
        <pc:sldMkLst>
          <pc:docMk/>
          <pc:sldMk cId="272575378" sldId="336"/>
        </pc:sldMkLst>
      </pc:sldChg>
      <pc:sldChg chg="del">
        <pc:chgData name="Clayton Silva" userId="29ef9a7b83f2ddc4" providerId="LiveId" clId="{B89F14CD-7184-4DF9-A546-150E793F6878}" dt="2019-02-11T21:27:48.380" v="1411" actId="2696"/>
        <pc:sldMkLst>
          <pc:docMk/>
          <pc:sldMk cId="3950578715" sldId="337"/>
        </pc:sldMkLst>
      </pc:sldChg>
      <pc:sldChg chg="del">
        <pc:chgData name="Clayton Silva" userId="29ef9a7b83f2ddc4" providerId="LiveId" clId="{B89F14CD-7184-4DF9-A546-150E793F6878}" dt="2019-02-11T21:27:48.396" v="1412" actId="2696"/>
        <pc:sldMkLst>
          <pc:docMk/>
          <pc:sldMk cId="1773944965" sldId="338"/>
        </pc:sldMkLst>
      </pc:sldChg>
      <pc:sldChg chg="del">
        <pc:chgData name="Clayton Silva" userId="29ef9a7b83f2ddc4" providerId="LiveId" clId="{B89F14CD-7184-4DF9-A546-150E793F6878}" dt="2019-02-11T21:27:48.412" v="1413" actId="2696"/>
        <pc:sldMkLst>
          <pc:docMk/>
          <pc:sldMk cId="2407941034" sldId="339"/>
        </pc:sldMkLst>
      </pc:sldChg>
      <pc:sldChg chg="del">
        <pc:chgData name="Clayton Silva" userId="29ef9a7b83f2ddc4" providerId="LiveId" clId="{B89F14CD-7184-4DF9-A546-150E793F6878}" dt="2019-02-11T21:27:48.421" v="1414" actId="2696"/>
        <pc:sldMkLst>
          <pc:docMk/>
          <pc:sldMk cId="512601246" sldId="340"/>
        </pc:sldMkLst>
      </pc:sldChg>
      <pc:sldChg chg="del">
        <pc:chgData name="Clayton Silva" userId="29ef9a7b83f2ddc4" providerId="LiveId" clId="{B89F14CD-7184-4DF9-A546-150E793F6878}" dt="2019-02-11T21:27:48.434" v="1415" actId="2696"/>
        <pc:sldMkLst>
          <pc:docMk/>
          <pc:sldMk cId="674341015" sldId="341"/>
        </pc:sldMkLst>
      </pc:sldChg>
      <pc:sldChg chg="del">
        <pc:chgData name="Clayton Silva" userId="29ef9a7b83f2ddc4" providerId="LiveId" clId="{B89F14CD-7184-4DF9-A546-150E793F6878}" dt="2019-02-11T21:27:48.450" v="1417" actId="2696"/>
        <pc:sldMkLst>
          <pc:docMk/>
          <pc:sldMk cId="2367802939" sldId="342"/>
        </pc:sldMkLst>
      </pc:sldChg>
      <pc:sldChg chg="del">
        <pc:chgData name="Clayton Silva" userId="29ef9a7b83f2ddc4" providerId="LiveId" clId="{B89F14CD-7184-4DF9-A546-150E793F6878}" dt="2019-02-11T21:27:48.465" v="1418" actId="2696"/>
        <pc:sldMkLst>
          <pc:docMk/>
          <pc:sldMk cId="3397630788" sldId="343"/>
        </pc:sldMkLst>
      </pc:sldChg>
      <pc:sldChg chg="del">
        <pc:chgData name="Clayton Silva" userId="29ef9a7b83f2ddc4" providerId="LiveId" clId="{B89F14CD-7184-4DF9-A546-150E793F6878}" dt="2019-02-11T21:27:48.480" v="1419" actId="2696"/>
        <pc:sldMkLst>
          <pc:docMk/>
          <pc:sldMk cId="2608154110" sldId="344"/>
        </pc:sldMkLst>
      </pc:sldChg>
      <pc:sldChg chg="del">
        <pc:chgData name="Clayton Silva" userId="29ef9a7b83f2ddc4" providerId="LiveId" clId="{B89F14CD-7184-4DF9-A546-150E793F6878}" dt="2019-02-11T21:27:48.496" v="1420" actId="2696"/>
        <pc:sldMkLst>
          <pc:docMk/>
          <pc:sldMk cId="583626319" sldId="345"/>
        </pc:sldMkLst>
      </pc:sldChg>
      <pc:sldChg chg="del">
        <pc:chgData name="Clayton Silva" userId="29ef9a7b83f2ddc4" providerId="LiveId" clId="{B89F14CD-7184-4DF9-A546-150E793F6878}" dt="2019-02-11T21:27:48.512" v="1421" actId="2696"/>
        <pc:sldMkLst>
          <pc:docMk/>
          <pc:sldMk cId="1522937102" sldId="346"/>
        </pc:sldMkLst>
      </pc:sldChg>
      <pc:sldChg chg="del">
        <pc:chgData name="Clayton Silva" userId="29ef9a7b83f2ddc4" providerId="LiveId" clId="{B89F14CD-7184-4DF9-A546-150E793F6878}" dt="2019-02-11T21:27:48.512" v="1422" actId="2696"/>
        <pc:sldMkLst>
          <pc:docMk/>
          <pc:sldMk cId="4253944131" sldId="347"/>
        </pc:sldMkLst>
      </pc:sldChg>
      <pc:sldChg chg="del">
        <pc:chgData name="Clayton Silva" userId="29ef9a7b83f2ddc4" providerId="LiveId" clId="{B89F14CD-7184-4DF9-A546-150E793F6878}" dt="2019-02-11T21:27:48.543" v="1424" actId="2696"/>
        <pc:sldMkLst>
          <pc:docMk/>
          <pc:sldMk cId="2605153171" sldId="348"/>
        </pc:sldMkLst>
      </pc:sldChg>
      <pc:sldChg chg="del">
        <pc:chgData name="Clayton Silva" userId="29ef9a7b83f2ddc4" providerId="LiveId" clId="{B89F14CD-7184-4DF9-A546-150E793F6878}" dt="2019-02-11T21:27:48.559" v="1425" actId="2696"/>
        <pc:sldMkLst>
          <pc:docMk/>
          <pc:sldMk cId="3234957545" sldId="349"/>
        </pc:sldMkLst>
      </pc:sldChg>
      <pc:sldChg chg="del">
        <pc:chgData name="Clayton Silva" userId="29ef9a7b83f2ddc4" providerId="LiveId" clId="{B89F14CD-7184-4DF9-A546-150E793F6878}" dt="2019-02-11T21:27:48.559" v="1426" actId="2696"/>
        <pc:sldMkLst>
          <pc:docMk/>
          <pc:sldMk cId="2308534510" sldId="350"/>
        </pc:sldMkLst>
      </pc:sldChg>
      <pc:sldChg chg="del">
        <pc:chgData name="Clayton Silva" userId="29ef9a7b83f2ddc4" providerId="LiveId" clId="{B89F14CD-7184-4DF9-A546-150E793F6878}" dt="2019-02-11T21:27:48.583" v="1427" actId="2696"/>
        <pc:sldMkLst>
          <pc:docMk/>
          <pc:sldMk cId="120373886" sldId="351"/>
        </pc:sldMkLst>
      </pc:sldChg>
      <pc:sldChg chg="del">
        <pc:chgData name="Clayton Silva" userId="29ef9a7b83f2ddc4" providerId="LiveId" clId="{B89F14CD-7184-4DF9-A546-150E793F6878}" dt="2019-02-11T21:27:48.613" v="1429" actId="2696"/>
        <pc:sldMkLst>
          <pc:docMk/>
          <pc:sldMk cId="1051076541" sldId="352"/>
        </pc:sldMkLst>
      </pc:sldChg>
      <pc:sldChg chg="del">
        <pc:chgData name="Clayton Silva" userId="29ef9a7b83f2ddc4" providerId="LiveId" clId="{B89F14CD-7184-4DF9-A546-150E793F6878}" dt="2019-02-11T21:27:48.613" v="1430" actId="2696"/>
        <pc:sldMkLst>
          <pc:docMk/>
          <pc:sldMk cId="2169339915" sldId="353"/>
        </pc:sldMkLst>
      </pc:sldChg>
      <pc:sldChg chg="del">
        <pc:chgData name="Clayton Silva" userId="29ef9a7b83f2ddc4" providerId="LiveId" clId="{B89F14CD-7184-4DF9-A546-150E793F6878}" dt="2019-02-11T21:27:48.633" v="1432" actId="2696"/>
        <pc:sldMkLst>
          <pc:docMk/>
          <pc:sldMk cId="2148536410" sldId="354"/>
        </pc:sldMkLst>
      </pc:sldChg>
      <pc:sldChg chg="del">
        <pc:chgData name="Clayton Silva" userId="29ef9a7b83f2ddc4" providerId="LiveId" clId="{B89F14CD-7184-4DF9-A546-150E793F6878}" dt="2019-02-11T21:27:47.036" v="1357" actId="2696"/>
        <pc:sldMkLst>
          <pc:docMk/>
          <pc:sldMk cId="3541962493" sldId="355"/>
        </pc:sldMkLst>
      </pc:sldChg>
      <pc:sldChg chg="del">
        <pc:chgData name="Clayton Silva" userId="29ef9a7b83f2ddc4" providerId="LiveId" clId="{B89F14CD-7184-4DF9-A546-150E793F6878}" dt="2019-02-11T21:27:47.051" v="1358" actId="2696"/>
        <pc:sldMkLst>
          <pc:docMk/>
          <pc:sldMk cId="2250267728" sldId="356"/>
        </pc:sldMkLst>
      </pc:sldChg>
      <pc:sldChg chg="del">
        <pc:chgData name="Clayton Silva" userId="29ef9a7b83f2ddc4" providerId="LiveId" clId="{B89F14CD-7184-4DF9-A546-150E793F6878}" dt="2019-02-11T21:27:47.067" v="1359" actId="2696"/>
        <pc:sldMkLst>
          <pc:docMk/>
          <pc:sldMk cId="3968018676" sldId="357"/>
        </pc:sldMkLst>
      </pc:sldChg>
      <pc:sldChg chg="del">
        <pc:chgData name="Clayton Silva" userId="29ef9a7b83f2ddc4" providerId="LiveId" clId="{B89F14CD-7184-4DF9-A546-150E793F6878}" dt="2019-02-11T21:27:47.130" v="1361" actId="2696"/>
        <pc:sldMkLst>
          <pc:docMk/>
          <pc:sldMk cId="784055776" sldId="359"/>
        </pc:sldMkLst>
      </pc:sldChg>
      <pc:sldChg chg="del">
        <pc:chgData name="Clayton Silva" userId="29ef9a7b83f2ddc4" providerId="LiveId" clId="{B89F14CD-7184-4DF9-A546-150E793F6878}" dt="2019-02-11T21:27:47.146" v="1362" actId="2696"/>
        <pc:sldMkLst>
          <pc:docMk/>
          <pc:sldMk cId="2293631680" sldId="360"/>
        </pc:sldMkLst>
      </pc:sldChg>
      <pc:sldChg chg="del">
        <pc:chgData name="Clayton Silva" userId="29ef9a7b83f2ddc4" providerId="LiveId" clId="{B89F14CD-7184-4DF9-A546-150E793F6878}" dt="2019-02-11T21:27:47.096" v="1360" actId="2696"/>
        <pc:sldMkLst>
          <pc:docMk/>
          <pc:sldMk cId="2282175065" sldId="361"/>
        </pc:sldMkLst>
      </pc:sldChg>
      <pc:sldChg chg="del">
        <pc:chgData name="Clayton Silva" userId="29ef9a7b83f2ddc4" providerId="LiveId" clId="{B89F14CD-7184-4DF9-A546-150E793F6878}" dt="2019-02-11T21:27:47.177" v="1364" actId="2696"/>
        <pc:sldMkLst>
          <pc:docMk/>
          <pc:sldMk cId="2556806587" sldId="362"/>
        </pc:sldMkLst>
      </pc:sldChg>
      <pc:sldChg chg="del">
        <pc:chgData name="Clayton Silva" userId="29ef9a7b83f2ddc4" providerId="LiveId" clId="{B89F14CD-7184-4DF9-A546-150E793F6878}" dt="2019-02-11T21:27:47.197" v="1365" actId="2696"/>
        <pc:sldMkLst>
          <pc:docMk/>
          <pc:sldMk cId="3593079075" sldId="363"/>
        </pc:sldMkLst>
      </pc:sldChg>
      <pc:sldChg chg="del">
        <pc:chgData name="Clayton Silva" userId="29ef9a7b83f2ddc4" providerId="LiveId" clId="{B89F14CD-7184-4DF9-A546-150E793F6878}" dt="2019-02-11T21:27:47.329" v="1371" actId="2696"/>
        <pc:sldMkLst>
          <pc:docMk/>
          <pc:sldMk cId="1848846440" sldId="364"/>
        </pc:sldMkLst>
      </pc:sldChg>
      <pc:sldChg chg="del">
        <pc:chgData name="Clayton Silva" userId="29ef9a7b83f2ddc4" providerId="LiveId" clId="{B89F14CD-7184-4DF9-A546-150E793F6878}" dt="2019-02-11T21:27:47.369" v="1373" actId="2696"/>
        <pc:sldMkLst>
          <pc:docMk/>
          <pc:sldMk cId="2978385007" sldId="365"/>
        </pc:sldMkLst>
      </pc:sldChg>
      <pc:sldChg chg="del">
        <pc:chgData name="Clayton Silva" userId="29ef9a7b83f2ddc4" providerId="LiveId" clId="{B89F14CD-7184-4DF9-A546-150E793F6878}" dt="2019-02-11T21:27:47.235" v="1367" actId="2696"/>
        <pc:sldMkLst>
          <pc:docMk/>
          <pc:sldMk cId="2323578201" sldId="366"/>
        </pc:sldMkLst>
      </pc:sldChg>
      <pc:sldChg chg="del">
        <pc:chgData name="Clayton Silva" userId="29ef9a7b83f2ddc4" providerId="LiveId" clId="{B89F14CD-7184-4DF9-A546-150E793F6878}" dt="2019-02-11T21:27:47.250" v="1368" actId="2696"/>
        <pc:sldMkLst>
          <pc:docMk/>
          <pc:sldMk cId="2137138909" sldId="367"/>
        </pc:sldMkLst>
      </pc:sldChg>
      <pc:sldChg chg="del">
        <pc:chgData name="Clayton Silva" userId="29ef9a7b83f2ddc4" providerId="LiveId" clId="{B89F14CD-7184-4DF9-A546-150E793F6878}" dt="2019-02-11T21:27:47.282" v="1369" actId="2696"/>
        <pc:sldMkLst>
          <pc:docMk/>
          <pc:sldMk cId="4188161637" sldId="368"/>
        </pc:sldMkLst>
      </pc:sldChg>
      <pc:sldChg chg="del">
        <pc:chgData name="Clayton Silva" userId="29ef9a7b83f2ddc4" providerId="LiveId" clId="{B89F14CD-7184-4DF9-A546-150E793F6878}" dt="2019-02-11T21:27:47.810" v="1380" actId="2696"/>
        <pc:sldMkLst>
          <pc:docMk/>
          <pc:sldMk cId="1621906209" sldId="369"/>
        </pc:sldMkLst>
      </pc:sldChg>
      <pc:sldChg chg="del">
        <pc:chgData name="Clayton Silva" userId="29ef9a7b83f2ddc4" providerId="LiveId" clId="{B89F14CD-7184-4DF9-A546-150E793F6878}" dt="2019-02-11T21:27:47.841" v="1381" actId="2696"/>
        <pc:sldMkLst>
          <pc:docMk/>
          <pc:sldMk cId="1545189675" sldId="370"/>
        </pc:sldMkLst>
      </pc:sldChg>
      <pc:sldChg chg="del">
        <pc:chgData name="Clayton Silva" userId="29ef9a7b83f2ddc4" providerId="LiveId" clId="{B89F14CD-7184-4DF9-A546-150E793F6878}" dt="2019-02-11T21:27:47.857" v="1382" actId="2696"/>
        <pc:sldMkLst>
          <pc:docMk/>
          <pc:sldMk cId="4161314288" sldId="371"/>
        </pc:sldMkLst>
      </pc:sldChg>
      <pc:sldChg chg="del">
        <pc:chgData name="Clayton Silva" userId="29ef9a7b83f2ddc4" providerId="LiveId" clId="{B89F14CD-7184-4DF9-A546-150E793F6878}" dt="2019-02-11T21:27:47.910" v="1384" actId="2696"/>
        <pc:sldMkLst>
          <pc:docMk/>
          <pc:sldMk cId="206738296" sldId="372"/>
        </pc:sldMkLst>
      </pc:sldChg>
      <pc:sldChg chg="del">
        <pc:chgData name="Clayton Silva" userId="29ef9a7b83f2ddc4" providerId="LiveId" clId="{B89F14CD-7184-4DF9-A546-150E793F6878}" dt="2019-02-11T21:27:47.926" v="1385" actId="2696"/>
        <pc:sldMkLst>
          <pc:docMk/>
          <pc:sldMk cId="2006228527" sldId="373"/>
        </pc:sldMkLst>
      </pc:sldChg>
      <pc:sldChg chg="del">
        <pc:chgData name="Clayton Silva" userId="29ef9a7b83f2ddc4" providerId="LiveId" clId="{B89F14CD-7184-4DF9-A546-150E793F6878}" dt="2019-02-11T21:27:47.957" v="1386" actId="2696"/>
        <pc:sldMkLst>
          <pc:docMk/>
          <pc:sldMk cId="1407451312" sldId="374"/>
        </pc:sldMkLst>
      </pc:sldChg>
      <pc:sldChg chg="del">
        <pc:chgData name="Clayton Silva" userId="29ef9a7b83f2ddc4" providerId="LiveId" clId="{B89F14CD-7184-4DF9-A546-150E793F6878}" dt="2019-02-11T21:27:47.979" v="1387" actId="2696"/>
        <pc:sldMkLst>
          <pc:docMk/>
          <pc:sldMk cId="588682583" sldId="375"/>
        </pc:sldMkLst>
      </pc:sldChg>
      <pc:sldChg chg="del">
        <pc:chgData name="Clayton Silva" userId="29ef9a7b83f2ddc4" providerId="LiveId" clId="{B89F14CD-7184-4DF9-A546-150E793F6878}" dt="2019-02-11T21:27:48.011" v="1388" actId="2696"/>
        <pc:sldMkLst>
          <pc:docMk/>
          <pc:sldMk cId="2191292625" sldId="376"/>
        </pc:sldMkLst>
      </pc:sldChg>
      <pc:sldChg chg="del">
        <pc:chgData name="Clayton Silva" userId="29ef9a7b83f2ddc4" providerId="LiveId" clId="{B89F14CD-7184-4DF9-A546-150E793F6878}" dt="2019-02-11T21:27:48.036" v="1389" actId="2696"/>
        <pc:sldMkLst>
          <pc:docMk/>
          <pc:sldMk cId="1123979538" sldId="377"/>
        </pc:sldMkLst>
      </pc:sldChg>
      <pc:sldChg chg="del">
        <pc:chgData name="Clayton Silva" userId="29ef9a7b83f2ddc4" providerId="LiveId" clId="{B89F14CD-7184-4DF9-A546-150E793F6878}" dt="2019-02-11T21:27:48.057" v="1390" actId="2696"/>
        <pc:sldMkLst>
          <pc:docMk/>
          <pc:sldMk cId="3312141696" sldId="378"/>
        </pc:sldMkLst>
      </pc:sldChg>
      <pc:sldChg chg="del">
        <pc:chgData name="Clayton Silva" userId="29ef9a7b83f2ddc4" providerId="LiveId" clId="{B89F14CD-7184-4DF9-A546-150E793F6878}" dt="2019-02-11T21:27:48.099" v="1392" actId="2696"/>
        <pc:sldMkLst>
          <pc:docMk/>
          <pc:sldMk cId="2623658470" sldId="379"/>
        </pc:sldMkLst>
      </pc:sldChg>
      <pc:sldChg chg="del">
        <pc:chgData name="Clayton Silva" userId="29ef9a7b83f2ddc4" providerId="LiveId" clId="{B89F14CD-7184-4DF9-A546-150E793F6878}" dt="2019-02-11T21:27:48.114" v="1393" actId="2696"/>
        <pc:sldMkLst>
          <pc:docMk/>
          <pc:sldMk cId="3774277419" sldId="380"/>
        </pc:sldMkLst>
      </pc:sldChg>
      <pc:sldChg chg="del">
        <pc:chgData name="Clayton Silva" userId="29ef9a7b83f2ddc4" providerId="LiveId" clId="{B89F14CD-7184-4DF9-A546-150E793F6878}" dt="2019-02-11T21:27:48.130" v="1394" actId="2696"/>
        <pc:sldMkLst>
          <pc:docMk/>
          <pc:sldMk cId="3619032522" sldId="381"/>
        </pc:sldMkLst>
      </pc:sldChg>
      <pc:sldChg chg="modSp">
        <pc:chgData name="Clayton Silva" userId="29ef9a7b83f2ddc4" providerId="LiveId" clId="{B89F14CD-7184-4DF9-A546-150E793F6878}" dt="2019-02-11T20:56:25.357" v="1052" actId="207"/>
        <pc:sldMkLst>
          <pc:docMk/>
          <pc:sldMk cId="1188469462" sldId="383"/>
        </pc:sldMkLst>
        <pc:spChg chg="mod">
          <ac:chgData name="Clayton Silva" userId="29ef9a7b83f2ddc4" providerId="LiveId" clId="{B89F14CD-7184-4DF9-A546-150E793F6878}" dt="2019-02-11T20:53:49.235" v="1022"/>
          <ac:spMkLst>
            <pc:docMk/>
            <pc:sldMk cId="1188469462" sldId="383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56:25.357" v="1052" actId="207"/>
          <ac:spMkLst>
            <pc:docMk/>
            <pc:sldMk cId="1188469462" sldId="383"/>
            <ac:spMk id="3" creationId="{00000000-0000-0000-0000-000000000000}"/>
          </ac:spMkLst>
        </pc:spChg>
      </pc:sldChg>
      <pc:sldChg chg="addSp delSp modSp mod setBg">
        <pc:chgData name="Clayton Silva" userId="29ef9a7b83f2ddc4" providerId="LiveId" clId="{B89F14CD-7184-4DF9-A546-150E793F6878}" dt="2019-02-11T21:11:05.853" v="1077" actId="26606"/>
        <pc:sldMkLst>
          <pc:docMk/>
          <pc:sldMk cId="503923209" sldId="384"/>
        </pc:sldMkLst>
        <pc:spChg chg="mod">
          <ac:chgData name="Clayton Silva" userId="29ef9a7b83f2ddc4" providerId="LiveId" clId="{B89F14CD-7184-4DF9-A546-150E793F6878}" dt="2019-02-11T21:11:05.853" v="1077" actId="26606"/>
          <ac:spMkLst>
            <pc:docMk/>
            <pc:sldMk cId="503923209" sldId="384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1:11:05.853" v="1077" actId="26606"/>
          <ac:spMkLst>
            <pc:docMk/>
            <pc:sldMk cId="503923209" sldId="384"/>
            <ac:spMk id="3" creationId="{00000000-0000-0000-0000-000000000000}"/>
          </ac:spMkLst>
        </pc:spChg>
        <pc:spChg chg="mod ord">
          <ac:chgData name="Clayton Silva" userId="29ef9a7b83f2ddc4" providerId="LiveId" clId="{B89F14CD-7184-4DF9-A546-150E793F6878}" dt="2019-02-11T21:11:05.853" v="1077" actId="26606"/>
          <ac:spMkLst>
            <pc:docMk/>
            <pc:sldMk cId="503923209" sldId="384"/>
            <ac:spMk id="4" creationId="{7069137C-B051-4A4A-9C73-3AC08C0C81DD}"/>
          </ac:spMkLst>
        </pc:spChg>
        <pc:spChg chg="add del">
          <ac:chgData name="Clayton Silva" userId="29ef9a7b83f2ddc4" providerId="LiveId" clId="{B89F14CD-7184-4DF9-A546-150E793F6878}" dt="2019-02-11T21:11:05.838" v="1076" actId="26606"/>
          <ac:spMkLst>
            <pc:docMk/>
            <pc:sldMk cId="503923209" sldId="384"/>
            <ac:spMk id="7" creationId="{73DE2CFE-42F2-48F0-8706-5264E012B10C}"/>
          </ac:spMkLst>
        </pc:spChg>
        <pc:spChg chg="add">
          <ac:chgData name="Clayton Silva" userId="29ef9a7b83f2ddc4" providerId="LiveId" clId="{B89F14CD-7184-4DF9-A546-150E793F6878}" dt="2019-02-11T21:11:05.853" v="1077" actId="26606"/>
          <ac:spMkLst>
            <pc:docMk/>
            <pc:sldMk cId="503923209" sldId="384"/>
            <ac:spMk id="9" creationId="{3BAF1561-20C4-41FD-A35F-BF2B9E727F3E}"/>
          </ac:spMkLst>
        </pc:spChg>
        <pc:spChg chg="add del">
          <ac:chgData name="Clayton Silva" userId="29ef9a7b83f2ddc4" providerId="LiveId" clId="{B89F14CD-7184-4DF9-A546-150E793F6878}" dt="2019-02-11T21:10:38.656" v="1066" actId="26606"/>
          <ac:spMkLst>
            <pc:docMk/>
            <pc:sldMk cId="503923209" sldId="384"/>
            <ac:spMk id="10" creationId="{867D4867-5BA7-4462-B2F6-A23F4A622AA7}"/>
          </ac:spMkLst>
        </pc:spChg>
        <pc:spChg chg="add">
          <ac:chgData name="Clayton Silva" userId="29ef9a7b83f2ddc4" providerId="LiveId" clId="{B89F14CD-7184-4DF9-A546-150E793F6878}" dt="2019-02-11T21:11:05.853" v="1077" actId="26606"/>
          <ac:spMkLst>
            <pc:docMk/>
            <pc:sldMk cId="503923209" sldId="384"/>
            <ac:spMk id="11" creationId="{839DC788-B140-4F3E-A91E-CB3E70ED940A}"/>
          </ac:spMkLst>
        </pc:spChg>
        <pc:spChg chg="add del">
          <ac:chgData name="Clayton Silva" userId="29ef9a7b83f2ddc4" providerId="LiveId" clId="{B89F14CD-7184-4DF9-A546-150E793F6878}" dt="2019-02-11T21:10:42.578" v="1068" actId="26606"/>
          <ac:spMkLst>
            <pc:docMk/>
            <pc:sldMk cId="503923209" sldId="384"/>
            <ac:spMk id="12" creationId="{73ED6512-6858-4552-B699-9A97FE9A4EA2}"/>
          </ac:spMkLst>
        </pc:spChg>
        <pc:spChg chg="add del">
          <ac:chgData name="Clayton Silva" userId="29ef9a7b83f2ddc4" providerId="LiveId" clId="{B89F14CD-7184-4DF9-A546-150E793F6878}" dt="2019-02-11T21:10:42.578" v="1068" actId="26606"/>
          <ac:spMkLst>
            <pc:docMk/>
            <pc:sldMk cId="503923209" sldId="384"/>
            <ac:spMk id="13" creationId="{4038CB10-1F5C-4D54-9DF7-12586DE5B007}"/>
          </ac:spMkLst>
        </pc:spChg>
        <pc:spChg chg="add del">
          <ac:chgData name="Clayton Silva" userId="29ef9a7b83f2ddc4" providerId="LiveId" clId="{B89F14CD-7184-4DF9-A546-150E793F6878}" dt="2019-02-11T21:10:47.372" v="1070" actId="26606"/>
          <ac:spMkLst>
            <pc:docMk/>
            <pc:sldMk cId="503923209" sldId="384"/>
            <ac:spMk id="15" creationId="{C607803A-4E99-444E-94F7-8785CDDF5849}"/>
          </ac:spMkLst>
        </pc:spChg>
        <pc:spChg chg="add del">
          <ac:chgData name="Clayton Silva" userId="29ef9a7b83f2ddc4" providerId="LiveId" clId="{B89F14CD-7184-4DF9-A546-150E793F6878}" dt="2019-02-11T21:10:47.372" v="1070" actId="26606"/>
          <ac:spMkLst>
            <pc:docMk/>
            <pc:sldMk cId="503923209" sldId="384"/>
            <ac:spMk id="16" creationId="{2989BE6A-C309-418E-8ADD-1616A980570D}"/>
          </ac:spMkLst>
        </pc:spChg>
        <pc:spChg chg="add del">
          <ac:chgData name="Clayton Silva" userId="29ef9a7b83f2ddc4" providerId="LiveId" clId="{B89F14CD-7184-4DF9-A546-150E793F6878}" dt="2019-02-11T21:10:53.980" v="1072" actId="26606"/>
          <ac:spMkLst>
            <pc:docMk/>
            <pc:sldMk cId="503923209" sldId="384"/>
            <ac:spMk id="18" creationId="{867D4867-5BA7-4462-B2F6-A23F4A622AA7}"/>
          </ac:spMkLst>
        </pc:spChg>
        <pc:picChg chg="add mod ord">
          <ac:chgData name="Clayton Silva" userId="29ef9a7b83f2ddc4" providerId="LiveId" clId="{B89F14CD-7184-4DF9-A546-150E793F6878}" dt="2019-02-11T21:11:05.853" v="1077" actId="26606"/>
          <ac:picMkLst>
            <pc:docMk/>
            <pc:sldMk cId="503923209" sldId="384"/>
            <ac:picMk id="5" creationId="{CF8B7D13-3339-4267-A644-F409E9D7B7AB}"/>
          </ac:picMkLst>
        </pc:picChg>
        <pc:cxnChg chg="add">
          <ac:chgData name="Clayton Silva" userId="29ef9a7b83f2ddc4" providerId="LiveId" clId="{B89F14CD-7184-4DF9-A546-150E793F6878}" dt="2019-02-11T21:11:05.853" v="1077" actId="26606"/>
          <ac:cxnSpMkLst>
            <pc:docMk/>
            <pc:sldMk cId="503923209" sldId="384"/>
            <ac:cxnSpMk id="14" creationId="{FC18D930-0EEE-448F-ABF1-2AA3C83DA552}"/>
          </ac:cxnSpMkLst>
        </pc:cxnChg>
      </pc:sldChg>
      <pc:sldChg chg="addSp delSp modSp mod setBg setClrOvrMap">
        <pc:chgData name="Clayton Silva" userId="29ef9a7b83f2ddc4" providerId="LiveId" clId="{B89F14CD-7184-4DF9-A546-150E793F6878}" dt="2019-02-11T21:12:35.876" v="1089" actId="26606"/>
        <pc:sldMkLst>
          <pc:docMk/>
          <pc:sldMk cId="1473324039" sldId="385"/>
        </pc:sldMkLst>
        <pc:spChg chg="mod">
          <ac:chgData name="Clayton Silva" userId="29ef9a7b83f2ddc4" providerId="LiveId" clId="{B89F14CD-7184-4DF9-A546-150E793F6878}" dt="2019-02-11T21:12:35.876" v="1089" actId="26606"/>
          <ac:spMkLst>
            <pc:docMk/>
            <pc:sldMk cId="1473324039" sldId="385"/>
            <ac:spMk id="2" creationId="{00000000-0000-0000-0000-000000000000}"/>
          </ac:spMkLst>
        </pc:spChg>
        <pc:spChg chg="add del mod">
          <ac:chgData name="Clayton Silva" userId="29ef9a7b83f2ddc4" providerId="LiveId" clId="{B89F14CD-7184-4DF9-A546-150E793F6878}" dt="2019-02-11T21:12:35.876" v="1089" actId="26606"/>
          <ac:spMkLst>
            <pc:docMk/>
            <pc:sldMk cId="1473324039" sldId="385"/>
            <ac:spMk id="3" creationId="{00000000-0000-0000-0000-000000000000}"/>
          </ac:spMkLst>
        </pc:spChg>
        <pc:spChg chg="mod ord">
          <ac:chgData name="Clayton Silva" userId="29ef9a7b83f2ddc4" providerId="LiveId" clId="{B89F14CD-7184-4DF9-A546-150E793F6878}" dt="2019-02-11T21:12:35.876" v="1089" actId="26606"/>
          <ac:spMkLst>
            <pc:docMk/>
            <pc:sldMk cId="1473324039" sldId="385"/>
            <ac:spMk id="4" creationId="{7069137C-B051-4A4A-9C73-3AC08C0C81DD}"/>
          </ac:spMkLst>
        </pc:spChg>
        <pc:spChg chg="add">
          <ac:chgData name="Clayton Silva" userId="29ef9a7b83f2ddc4" providerId="LiveId" clId="{B89F14CD-7184-4DF9-A546-150E793F6878}" dt="2019-02-11T21:12:35.876" v="1089" actId="26606"/>
          <ac:spMkLst>
            <pc:docMk/>
            <pc:sldMk cId="1473324039" sldId="385"/>
            <ac:spMk id="7" creationId="{6753252F-4873-4F63-801D-CC719279A7D5}"/>
          </ac:spMkLst>
        </pc:spChg>
        <pc:spChg chg="add">
          <ac:chgData name="Clayton Silva" userId="29ef9a7b83f2ddc4" providerId="LiveId" clId="{B89F14CD-7184-4DF9-A546-150E793F6878}" dt="2019-02-11T21:12:35.876" v="1089" actId="26606"/>
          <ac:spMkLst>
            <pc:docMk/>
            <pc:sldMk cId="1473324039" sldId="385"/>
            <ac:spMk id="8" creationId="{047C8CCB-F95D-4249-92DD-651249D3535A}"/>
          </ac:spMkLst>
        </pc:spChg>
        <pc:spChg chg="add del">
          <ac:chgData name="Clayton Silva" userId="29ef9a7b83f2ddc4" providerId="LiveId" clId="{B89F14CD-7184-4DF9-A546-150E793F6878}" dt="2019-02-11T21:12:25.725" v="1086" actId="26606"/>
          <ac:spMkLst>
            <pc:docMk/>
            <pc:sldMk cId="1473324039" sldId="385"/>
            <ac:spMk id="10" creationId="{6753252F-4873-4F63-801D-CC719279A7D5}"/>
          </ac:spMkLst>
        </pc:spChg>
        <pc:spChg chg="add del">
          <ac:chgData name="Clayton Silva" userId="29ef9a7b83f2ddc4" providerId="LiveId" clId="{B89F14CD-7184-4DF9-A546-150E793F6878}" dt="2019-02-11T21:12:25.725" v="1086" actId="26606"/>
          <ac:spMkLst>
            <pc:docMk/>
            <pc:sldMk cId="1473324039" sldId="385"/>
            <ac:spMk id="12" creationId="{047C8CCB-F95D-4249-92DD-651249D3535A}"/>
          </ac:spMkLst>
        </pc:spChg>
        <pc:picChg chg="add mod ord">
          <ac:chgData name="Clayton Silva" userId="29ef9a7b83f2ddc4" providerId="LiveId" clId="{B89F14CD-7184-4DF9-A546-150E793F6878}" dt="2019-02-11T21:12:35.876" v="1089" actId="26606"/>
          <ac:picMkLst>
            <pc:docMk/>
            <pc:sldMk cId="1473324039" sldId="385"/>
            <ac:picMk id="5" creationId="{647403BF-EC38-435F-BB9F-C47F5F607695}"/>
          </ac:picMkLst>
        </pc:picChg>
      </pc:sldChg>
      <pc:sldChg chg="addSp delSp modSp">
        <pc:chgData name="Clayton Silva" userId="29ef9a7b83f2ddc4" providerId="LiveId" clId="{B89F14CD-7184-4DF9-A546-150E793F6878}" dt="2019-02-11T21:13:25.365" v="1100" actId="478"/>
        <pc:sldMkLst>
          <pc:docMk/>
          <pc:sldMk cId="2006386247" sldId="387"/>
        </pc:sldMkLst>
        <pc:spChg chg="del">
          <ac:chgData name="Clayton Silva" userId="29ef9a7b83f2ddc4" providerId="LiveId" clId="{B89F14CD-7184-4DF9-A546-150E793F6878}" dt="2019-02-11T21:13:22.638" v="1099" actId="478"/>
          <ac:spMkLst>
            <pc:docMk/>
            <pc:sldMk cId="2006386247" sldId="387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1:13:15.393" v="1098" actId="113"/>
          <ac:spMkLst>
            <pc:docMk/>
            <pc:sldMk cId="2006386247" sldId="387"/>
            <ac:spMk id="3" creationId="{00000000-0000-0000-0000-000000000000}"/>
          </ac:spMkLst>
        </pc:spChg>
        <pc:spChg chg="add del mod">
          <ac:chgData name="Clayton Silva" userId="29ef9a7b83f2ddc4" providerId="LiveId" clId="{B89F14CD-7184-4DF9-A546-150E793F6878}" dt="2019-02-11T21:13:25.365" v="1100" actId="478"/>
          <ac:spMkLst>
            <pc:docMk/>
            <pc:sldMk cId="2006386247" sldId="387"/>
            <ac:spMk id="10" creationId="{8FFF2893-21E0-4CB4-ACB3-EA068BA05511}"/>
          </ac:spMkLst>
        </pc:spChg>
        <pc:grpChg chg="del">
          <ac:chgData name="Clayton Silva" userId="29ef9a7b83f2ddc4" providerId="LiveId" clId="{B89F14CD-7184-4DF9-A546-150E793F6878}" dt="2019-02-11T21:12:59.868" v="1091" actId="478"/>
          <ac:grpSpMkLst>
            <pc:docMk/>
            <pc:sldMk cId="2006386247" sldId="387"/>
            <ac:grpSpMk id="5" creationId="{94377E96-B5B1-4211-B484-3C9BA6E4CFEC}"/>
          </ac:grpSpMkLst>
        </pc:grpChg>
      </pc:sldChg>
      <pc:sldChg chg="del">
        <pc:chgData name="Clayton Silva" userId="29ef9a7b83f2ddc4" providerId="LiveId" clId="{B89F14CD-7184-4DF9-A546-150E793F6878}" dt="2019-02-11T21:27:47.438" v="1375" actId="2696"/>
        <pc:sldMkLst>
          <pc:docMk/>
          <pc:sldMk cId="186000238" sldId="388"/>
        </pc:sldMkLst>
      </pc:sldChg>
      <pc:sldChg chg="del">
        <pc:chgData name="Clayton Silva" userId="29ef9a7b83f2ddc4" providerId="LiveId" clId="{B89F14CD-7184-4DF9-A546-150E793F6878}" dt="2019-02-11T21:27:47.735" v="1376" actId="2696"/>
        <pc:sldMkLst>
          <pc:docMk/>
          <pc:sldMk cId="1740961296" sldId="389"/>
        </pc:sldMkLst>
      </pc:sldChg>
      <pc:sldChg chg="del">
        <pc:chgData name="Clayton Silva" userId="29ef9a7b83f2ddc4" providerId="LiveId" clId="{B89F14CD-7184-4DF9-A546-150E793F6878}" dt="2019-02-11T21:27:47.750" v="1377" actId="2696"/>
        <pc:sldMkLst>
          <pc:docMk/>
          <pc:sldMk cId="2684419693" sldId="390"/>
        </pc:sldMkLst>
      </pc:sldChg>
      <pc:sldChg chg="del">
        <pc:chgData name="Clayton Silva" userId="29ef9a7b83f2ddc4" providerId="LiveId" clId="{B89F14CD-7184-4DF9-A546-150E793F6878}" dt="2019-02-11T20:31:39.940" v="751" actId="2696"/>
        <pc:sldMkLst>
          <pc:docMk/>
          <pc:sldMk cId="1324553360" sldId="391"/>
        </pc:sldMkLst>
      </pc:sldChg>
      <pc:sldChg chg="del">
        <pc:chgData name="Clayton Silva" userId="29ef9a7b83f2ddc4" providerId="LiveId" clId="{B89F14CD-7184-4DF9-A546-150E793F6878}" dt="2019-02-11T21:12:52.735" v="1090" actId="2696"/>
        <pc:sldMkLst>
          <pc:docMk/>
          <pc:sldMk cId="407187801" sldId="392"/>
        </pc:sldMkLst>
      </pc:sldChg>
      <pc:sldChg chg="del">
        <pc:chgData name="Clayton Silva" userId="29ef9a7b83f2ddc4" providerId="LiveId" clId="{B89F14CD-7184-4DF9-A546-150E793F6878}" dt="2019-02-11T21:27:46.099" v="1337" actId="2696"/>
        <pc:sldMkLst>
          <pc:docMk/>
          <pc:sldMk cId="1239371365" sldId="393"/>
        </pc:sldMkLst>
      </pc:sldChg>
      <pc:sldChg chg="del">
        <pc:chgData name="Clayton Silva" userId="29ef9a7b83f2ddc4" providerId="LiveId" clId="{B89F14CD-7184-4DF9-A546-150E793F6878}" dt="2019-02-11T21:27:46.832" v="1345" actId="2696"/>
        <pc:sldMkLst>
          <pc:docMk/>
          <pc:sldMk cId="4085792032" sldId="394"/>
        </pc:sldMkLst>
      </pc:sldChg>
      <pc:sldChg chg="del">
        <pc:chgData name="Clayton Silva" userId="29ef9a7b83f2ddc4" providerId="LiveId" clId="{B89F14CD-7184-4DF9-A546-150E793F6878}" dt="2019-02-11T21:27:46.975" v="1354" actId="2696"/>
        <pc:sldMkLst>
          <pc:docMk/>
          <pc:sldMk cId="242392" sldId="395"/>
        </pc:sldMkLst>
      </pc:sldChg>
      <pc:sldChg chg="del">
        <pc:chgData name="Clayton Silva" userId="29ef9a7b83f2ddc4" providerId="LiveId" clId="{B89F14CD-7184-4DF9-A546-150E793F6878}" dt="2019-02-11T21:27:47.766" v="1378" actId="2696"/>
        <pc:sldMkLst>
          <pc:docMk/>
          <pc:sldMk cId="3957885686" sldId="396"/>
        </pc:sldMkLst>
      </pc:sldChg>
      <pc:sldChg chg="del">
        <pc:chgData name="Clayton Silva" userId="29ef9a7b83f2ddc4" providerId="LiveId" clId="{B89F14CD-7184-4DF9-A546-150E793F6878}" dt="2019-02-11T21:27:48.145" v="1395" actId="2696"/>
        <pc:sldMkLst>
          <pc:docMk/>
          <pc:sldMk cId="3052965703" sldId="397"/>
        </pc:sldMkLst>
      </pc:sldChg>
      <pc:sldChg chg="del">
        <pc:chgData name="Clayton Silva" userId="29ef9a7b83f2ddc4" providerId="LiveId" clId="{B89F14CD-7184-4DF9-A546-150E793F6878}" dt="2019-02-11T21:27:48.211" v="1399" actId="2696"/>
        <pc:sldMkLst>
          <pc:docMk/>
          <pc:sldMk cId="4085226432" sldId="398"/>
        </pc:sldMkLst>
      </pc:sldChg>
      <pc:sldChg chg="del">
        <pc:chgData name="Clayton Silva" userId="29ef9a7b83f2ddc4" providerId="LiveId" clId="{B89F14CD-7184-4DF9-A546-150E793F6878}" dt="2019-02-11T21:27:48.312" v="1407" actId="2696"/>
        <pc:sldMkLst>
          <pc:docMk/>
          <pc:sldMk cId="74247538" sldId="399"/>
        </pc:sldMkLst>
      </pc:sldChg>
      <pc:sldChg chg="del">
        <pc:chgData name="Clayton Silva" userId="29ef9a7b83f2ddc4" providerId="LiveId" clId="{B89F14CD-7184-4DF9-A546-150E793F6878}" dt="2019-02-11T21:27:48.359" v="1410" actId="2696"/>
        <pc:sldMkLst>
          <pc:docMk/>
          <pc:sldMk cId="3609441769" sldId="400"/>
        </pc:sldMkLst>
      </pc:sldChg>
      <pc:sldChg chg="del">
        <pc:chgData name="Clayton Silva" userId="29ef9a7b83f2ddc4" providerId="LiveId" clId="{B89F14CD-7184-4DF9-A546-150E793F6878}" dt="2019-02-11T21:27:48.450" v="1416" actId="2696"/>
        <pc:sldMkLst>
          <pc:docMk/>
          <pc:sldMk cId="2575383826" sldId="401"/>
        </pc:sldMkLst>
      </pc:sldChg>
      <pc:sldChg chg="del">
        <pc:chgData name="Clayton Silva" userId="29ef9a7b83f2ddc4" providerId="LiveId" clId="{B89F14CD-7184-4DF9-A546-150E793F6878}" dt="2019-02-11T21:27:48.527" v="1423" actId="2696"/>
        <pc:sldMkLst>
          <pc:docMk/>
          <pc:sldMk cId="4269365716" sldId="402"/>
        </pc:sldMkLst>
      </pc:sldChg>
      <pc:sldChg chg="del">
        <pc:chgData name="Clayton Silva" userId="29ef9a7b83f2ddc4" providerId="LiveId" clId="{B89F14CD-7184-4DF9-A546-150E793F6878}" dt="2019-02-11T21:27:48.593" v="1428" actId="2696"/>
        <pc:sldMkLst>
          <pc:docMk/>
          <pc:sldMk cId="49160518" sldId="403"/>
        </pc:sldMkLst>
      </pc:sldChg>
      <pc:sldChg chg="del">
        <pc:chgData name="Clayton Silva" userId="29ef9a7b83f2ddc4" providerId="LiveId" clId="{B89F14CD-7184-4DF9-A546-150E793F6878}" dt="2019-02-11T21:27:48.631" v="1431" actId="2696"/>
        <pc:sldMkLst>
          <pc:docMk/>
          <pc:sldMk cId="3477799050" sldId="404"/>
        </pc:sldMkLst>
      </pc:sldChg>
      <pc:sldChg chg="addSp delSp modSp add">
        <pc:chgData name="Clayton Silva" userId="29ef9a7b83f2ddc4" providerId="LiveId" clId="{B89F14CD-7184-4DF9-A546-150E793F6878}" dt="2019-02-11T20:15:33.685" v="704" actId="27636"/>
        <pc:sldMkLst>
          <pc:docMk/>
          <pc:sldMk cId="4096355618" sldId="405"/>
        </pc:sldMkLst>
        <pc:spChg chg="mod">
          <ac:chgData name="Clayton Silva" userId="29ef9a7b83f2ddc4" providerId="LiveId" clId="{B89F14CD-7184-4DF9-A546-150E793F6878}" dt="2019-02-11T20:10:41.547" v="162" actId="20577"/>
          <ac:spMkLst>
            <pc:docMk/>
            <pc:sldMk cId="4096355618" sldId="405"/>
            <ac:spMk id="2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15:33.685" v="704" actId="27636"/>
          <ac:spMkLst>
            <pc:docMk/>
            <pc:sldMk cId="4096355618" sldId="405"/>
            <ac:spMk id="3" creationId="{00000000-0000-0000-0000-000000000000}"/>
          </ac:spMkLst>
        </pc:spChg>
        <pc:graphicFrameChg chg="add del">
          <ac:chgData name="Clayton Silva" userId="29ef9a7b83f2ddc4" providerId="LiveId" clId="{B89F14CD-7184-4DF9-A546-150E793F6878}" dt="2019-02-11T20:11:09.763" v="164"/>
          <ac:graphicFrameMkLst>
            <pc:docMk/>
            <pc:sldMk cId="4096355618" sldId="405"/>
            <ac:graphicFrameMk id="5" creationId="{88FB8C7D-41DD-4C46-A164-A9BC63871E22}"/>
          </ac:graphicFrameMkLst>
        </pc:graphicFrameChg>
        <pc:graphicFrameChg chg="add del">
          <ac:chgData name="Clayton Silva" userId="29ef9a7b83f2ddc4" providerId="LiveId" clId="{B89F14CD-7184-4DF9-A546-150E793F6878}" dt="2019-02-11T20:11:25.292" v="166"/>
          <ac:graphicFrameMkLst>
            <pc:docMk/>
            <pc:sldMk cId="4096355618" sldId="405"/>
            <ac:graphicFrameMk id="6" creationId="{6D2E034C-8214-4084-AD49-63C047E35099}"/>
          </ac:graphicFrameMkLst>
        </pc:graphicFrameChg>
        <pc:graphicFrameChg chg="add del">
          <ac:chgData name="Clayton Silva" userId="29ef9a7b83f2ddc4" providerId="LiveId" clId="{B89F14CD-7184-4DF9-A546-150E793F6878}" dt="2019-02-11T20:11:57.528" v="168"/>
          <ac:graphicFrameMkLst>
            <pc:docMk/>
            <pc:sldMk cId="4096355618" sldId="405"/>
            <ac:graphicFrameMk id="7" creationId="{5F97FE1E-EA31-488E-AA3A-8DEFB4989400}"/>
          </ac:graphicFrameMkLst>
        </pc:graphicFrameChg>
      </pc:sldChg>
      <pc:sldChg chg="addSp delSp modSp add">
        <pc:chgData name="Clayton Silva" userId="29ef9a7b83f2ddc4" providerId="LiveId" clId="{B89F14CD-7184-4DF9-A546-150E793F6878}" dt="2019-02-11T20:38:43.028" v="860" actId="478"/>
        <pc:sldMkLst>
          <pc:docMk/>
          <pc:sldMk cId="2684089232" sldId="406"/>
        </pc:sldMkLst>
        <pc:spChg chg="add mod ord">
          <ac:chgData name="Clayton Silva" userId="29ef9a7b83f2ddc4" providerId="LiveId" clId="{B89F14CD-7184-4DF9-A546-150E793F6878}" dt="2019-02-11T20:38:15.667" v="824" actId="167"/>
          <ac:spMkLst>
            <pc:docMk/>
            <pc:sldMk cId="2684089232" sldId="406"/>
            <ac:spMk id="5" creationId="{35104AF9-6CF0-4B49-961D-A13752FDC670}"/>
          </ac:spMkLst>
        </pc:spChg>
        <pc:spChg chg="mod">
          <ac:chgData name="Clayton Silva" userId="29ef9a7b83f2ddc4" providerId="LiveId" clId="{B89F14CD-7184-4DF9-A546-150E793F6878}" dt="2019-02-11T20:38:38.302" v="858" actId="113"/>
          <ac:spMkLst>
            <pc:docMk/>
            <pc:sldMk cId="2684089232" sldId="406"/>
            <ac:spMk id="9" creationId="{E9A57615-DA36-42ED-B7FA-0978866779C4}"/>
          </ac:spMkLst>
        </pc:spChg>
        <pc:spChg chg="del">
          <ac:chgData name="Clayton Silva" userId="29ef9a7b83f2ddc4" providerId="LiveId" clId="{B89F14CD-7184-4DF9-A546-150E793F6878}" dt="2019-02-11T20:38:40.599" v="859" actId="478"/>
          <ac:spMkLst>
            <pc:docMk/>
            <pc:sldMk cId="2684089232" sldId="406"/>
            <ac:spMk id="13" creationId="{0D554088-92F3-4BAD-BAF0-42F1E8951A4C}"/>
          </ac:spMkLst>
        </pc:spChg>
        <pc:picChg chg="del">
          <ac:chgData name="Clayton Silva" userId="29ef9a7b83f2ddc4" providerId="LiveId" clId="{B89F14CD-7184-4DF9-A546-150E793F6878}" dt="2019-02-11T20:37:37.791" v="818" actId="478"/>
          <ac:picMkLst>
            <pc:docMk/>
            <pc:sldMk cId="2684089232" sldId="406"/>
            <ac:picMk id="10" creationId="{6F46E8D1-C0F7-453B-A31F-83DDA99AE6D7}"/>
          </ac:picMkLst>
        </pc:picChg>
        <pc:picChg chg="del">
          <ac:chgData name="Clayton Silva" userId="29ef9a7b83f2ddc4" providerId="LiveId" clId="{B89F14CD-7184-4DF9-A546-150E793F6878}" dt="2019-02-11T20:38:43.028" v="860" actId="478"/>
          <ac:picMkLst>
            <pc:docMk/>
            <pc:sldMk cId="2684089232" sldId="406"/>
            <ac:picMk id="11" creationId="{4120191A-BB20-4A94-9A34-08B399675C5C}"/>
          </ac:picMkLst>
        </pc:picChg>
        <pc:picChg chg="del">
          <ac:chgData name="Clayton Silva" userId="29ef9a7b83f2ddc4" providerId="LiveId" clId="{B89F14CD-7184-4DF9-A546-150E793F6878}" dt="2019-02-11T20:37:35.456" v="817" actId="478"/>
          <ac:picMkLst>
            <pc:docMk/>
            <pc:sldMk cId="2684089232" sldId="406"/>
            <ac:picMk id="12" creationId="{8AA55CB3-F644-45AC-8E95-004531E3CD9B}"/>
          </ac:picMkLst>
        </pc:picChg>
        <pc:picChg chg="add mod">
          <ac:chgData name="Clayton Silva" userId="29ef9a7b83f2ddc4" providerId="LiveId" clId="{B89F14CD-7184-4DF9-A546-150E793F6878}" dt="2019-02-11T20:37:45.278" v="821" actId="14100"/>
          <ac:picMkLst>
            <pc:docMk/>
            <pc:sldMk cId="2684089232" sldId="406"/>
            <ac:picMk id="14" creationId="{00649CDD-F679-421C-9BA8-C647C13AEB33}"/>
          </ac:picMkLst>
        </pc:picChg>
      </pc:sldChg>
      <pc:sldChg chg="modSp add">
        <pc:chgData name="Clayton Silva" userId="29ef9a7b83f2ddc4" providerId="LiveId" clId="{B89F14CD-7184-4DF9-A546-150E793F6878}" dt="2019-02-11T20:40:50.808" v="912" actId="12"/>
        <pc:sldMkLst>
          <pc:docMk/>
          <pc:sldMk cId="4146586282" sldId="407"/>
        </pc:sldMkLst>
        <pc:spChg chg="mod">
          <ac:chgData name="Clayton Silva" userId="29ef9a7b83f2ddc4" providerId="LiveId" clId="{B89F14CD-7184-4DF9-A546-150E793F6878}" dt="2019-02-11T20:40:50.808" v="912" actId="12"/>
          <ac:spMkLst>
            <pc:docMk/>
            <pc:sldMk cId="4146586282" sldId="407"/>
            <ac:spMk id="3" creationId="{00000000-0000-0000-0000-000000000000}"/>
          </ac:spMkLst>
        </pc:spChg>
      </pc:sldChg>
      <pc:sldChg chg="addSp delSp modSp add mod setBg">
        <pc:chgData name="Clayton Silva" userId="29ef9a7b83f2ddc4" providerId="LiveId" clId="{B89F14CD-7184-4DF9-A546-150E793F6878}" dt="2019-02-11T20:42:32.607" v="930" actId="26606"/>
        <pc:sldMkLst>
          <pc:docMk/>
          <pc:sldMk cId="262502734" sldId="408"/>
        </pc:sldMkLst>
        <pc:spChg chg="mod">
          <ac:chgData name="Clayton Silva" userId="29ef9a7b83f2ddc4" providerId="LiveId" clId="{B89F14CD-7184-4DF9-A546-150E793F6878}" dt="2019-02-11T20:42:32.607" v="930" actId="26606"/>
          <ac:spMkLst>
            <pc:docMk/>
            <pc:sldMk cId="262502734" sldId="408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0:42:08.567" v="926" actId="478"/>
          <ac:spMkLst>
            <pc:docMk/>
            <pc:sldMk cId="262502734" sldId="408"/>
            <ac:spMk id="3" creationId="{00000000-0000-0000-0000-000000000000}"/>
          </ac:spMkLst>
        </pc:spChg>
        <pc:spChg chg="mod">
          <ac:chgData name="Clayton Silva" userId="29ef9a7b83f2ddc4" providerId="LiveId" clId="{B89F14CD-7184-4DF9-A546-150E793F6878}" dt="2019-02-11T20:42:32.607" v="930" actId="26606"/>
          <ac:spMkLst>
            <pc:docMk/>
            <pc:sldMk cId="262502734" sldId="408"/>
            <ac:spMk id="4" creationId="{7069137C-B051-4A4A-9C73-3AC08C0C81DD}"/>
          </ac:spMkLst>
        </pc:spChg>
        <pc:spChg chg="add mod">
          <ac:chgData name="Clayton Silva" userId="29ef9a7b83f2ddc4" providerId="LiveId" clId="{B89F14CD-7184-4DF9-A546-150E793F6878}" dt="2019-02-11T20:42:08.567" v="926" actId="478"/>
          <ac:spMkLst>
            <pc:docMk/>
            <pc:sldMk cId="262502734" sldId="408"/>
            <ac:spMk id="6" creationId="{A26D2D2D-3DDF-4EB3-AFB6-57524223068D}"/>
          </ac:spMkLst>
        </pc:spChg>
        <pc:spChg chg="add">
          <ac:chgData name="Clayton Silva" userId="29ef9a7b83f2ddc4" providerId="LiveId" clId="{B89F14CD-7184-4DF9-A546-150E793F6878}" dt="2019-02-11T20:42:32.607" v="930" actId="26606"/>
          <ac:spMkLst>
            <pc:docMk/>
            <pc:sldMk cId="262502734" sldId="408"/>
            <ac:spMk id="12" creationId="{AB45A142-4255-493C-8284-5D566C121B10}"/>
          </ac:spMkLst>
        </pc:spChg>
        <pc:picChg chg="add mod ord">
          <ac:chgData name="Clayton Silva" userId="29ef9a7b83f2ddc4" providerId="LiveId" clId="{B89F14CD-7184-4DF9-A546-150E793F6878}" dt="2019-02-11T20:42:32.607" v="930" actId="26606"/>
          <ac:picMkLst>
            <pc:docMk/>
            <pc:sldMk cId="262502734" sldId="408"/>
            <ac:picMk id="7" creationId="{8D422983-8C90-479E-BC88-DBB4377E0B57}"/>
          </ac:picMkLst>
        </pc:picChg>
        <pc:cxnChg chg="add">
          <ac:chgData name="Clayton Silva" userId="29ef9a7b83f2ddc4" providerId="LiveId" clId="{B89F14CD-7184-4DF9-A546-150E793F6878}" dt="2019-02-11T20:42:32.607" v="930" actId="26606"/>
          <ac:cxnSpMkLst>
            <pc:docMk/>
            <pc:sldMk cId="262502734" sldId="408"/>
            <ac:cxnSpMk id="14" creationId="{38FB9660-F42F-4313-BBC4-47C007FE484C}"/>
          </ac:cxnSpMkLst>
        </pc:cxnChg>
      </pc:sldChg>
      <pc:sldChg chg="modSp add">
        <pc:chgData name="Clayton Silva" userId="29ef9a7b83f2ddc4" providerId="LiveId" clId="{B89F14CD-7184-4DF9-A546-150E793F6878}" dt="2019-02-11T20:55:01.800" v="1037" actId="404"/>
        <pc:sldMkLst>
          <pc:docMk/>
          <pc:sldMk cId="2999178309" sldId="409"/>
        </pc:sldMkLst>
        <pc:spChg chg="mod">
          <ac:chgData name="Clayton Silva" userId="29ef9a7b83f2ddc4" providerId="LiveId" clId="{B89F14CD-7184-4DF9-A546-150E793F6878}" dt="2019-02-11T20:55:01.800" v="1037" actId="404"/>
          <ac:spMkLst>
            <pc:docMk/>
            <pc:sldMk cId="2999178309" sldId="409"/>
            <ac:spMk id="3" creationId="{00000000-0000-0000-0000-000000000000}"/>
          </ac:spMkLst>
        </pc:spChg>
      </pc:sldChg>
      <pc:sldChg chg="modSp add">
        <pc:chgData name="Clayton Silva" userId="29ef9a7b83f2ddc4" providerId="LiveId" clId="{B89F14CD-7184-4DF9-A546-150E793F6878}" dt="2019-02-11T21:09:21.107" v="1055" actId="12"/>
        <pc:sldMkLst>
          <pc:docMk/>
          <pc:sldMk cId="1657024629" sldId="410"/>
        </pc:sldMkLst>
        <pc:spChg chg="mod">
          <ac:chgData name="Clayton Silva" userId="29ef9a7b83f2ddc4" providerId="LiveId" clId="{B89F14CD-7184-4DF9-A546-150E793F6878}" dt="2019-02-11T21:09:21.107" v="1055" actId="12"/>
          <ac:spMkLst>
            <pc:docMk/>
            <pc:sldMk cId="1657024629" sldId="410"/>
            <ac:spMk id="3" creationId="{00000000-0000-0000-0000-000000000000}"/>
          </ac:spMkLst>
        </pc:spChg>
      </pc:sldChg>
      <pc:sldChg chg="modSp add">
        <pc:chgData name="Clayton Silva" userId="29ef9a7b83f2ddc4" providerId="LiveId" clId="{B89F14CD-7184-4DF9-A546-150E793F6878}" dt="2019-02-11T21:15:43.259" v="1118" actId="404"/>
        <pc:sldMkLst>
          <pc:docMk/>
          <pc:sldMk cId="1083418632" sldId="411"/>
        </pc:sldMkLst>
        <pc:spChg chg="mod">
          <ac:chgData name="Clayton Silva" userId="29ef9a7b83f2ddc4" providerId="LiveId" clId="{B89F14CD-7184-4DF9-A546-150E793F6878}" dt="2019-02-11T21:15:43.259" v="1118" actId="404"/>
          <ac:spMkLst>
            <pc:docMk/>
            <pc:sldMk cId="1083418632" sldId="411"/>
            <ac:spMk id="3" creationId="{00000000-0000-0000-0000-000000000000}"/>
          </ac:spMkLst>
        </pc:spChg>
      </pc:sldChg>
      <pc:sldChg chg="addSp delSp modSp add">
        <pc:chgData name="Clayton Silva" userId="29ef9a7b83f2ddc4" providerId="LiveId" clId="{B89F14CD-7184-4DF9-A546-150E793F6878}" dt="2019-02-11T21:18:50.019" v="1138" actId="14100"/>
        <pc:sldMkLst>
          <pc:docMk/>
          <pc:sldMk cId="1657743135" sldId="412"/>
        </pc:sldMkLst>
        <pc:spChg chg="add del mod">
          <ac:chgData name="Clayton Silva" userId="29ef9a7b83f2ddc4" providerId="LiveId" clId="{B89F14CD-7184-4DF9-A546-150E793F6878}" dt="2019-02-11T21:18:38.378" v="1133" actId="478"/>
          <ac:spMkLst>
            <pc:docMk/>
            <pc:sldMk cId="1657743135" sldId="412"/>
            <ac:spMk id="6" creationId="{40119F83-2F5D-4565-9E18-90FE1BB4F618}"/>
          </ac:spMkLst>
        </pc:spChg>
        <pc:spChg chg="add mod">
          <ac:chgData name="Clayton Silva" userId="29ef9a7b83f2ddc4" providerId="LiveId" clId="{B89F14CD-7184-4DF9-A546-150E793F6878}" dt="2019-02-11T21:18:41.751" v="1135" actId="478"/>
          <ac:spMkLst>
            <pc:docMk/>
            <pc:sldMk cId="1657743135" sldId="412"/>
            <ac:spMk id="11" creationId="{A3AEE4A4-70CB-4075-A0E6-B183F7FC62A3}"/>
          </ac:spMkLst>
        </pc:spChg>
        <pc:picChg chg="add del">
          <ac:chgData name="Clayton Silva" userId="29ef9a7b83f2ddc4" providerId="LiveId" clId="{B89F14CD-7184-4DF9-A546-150E793F6878}" dt="2019-02-11T21:18:41.751" v="1135" actId="478"/>
          <ac:picMkLst>
            <pc:docMk/>
            <pc:sldMk cId="1657743135" sldId="412"/>
            <ac:picMk id="5" creationId="{647403BF-EC38-435F-BB9F-C47F5F607695}"/>
          </ac:picMkLst>
        </pc:picChg>
        <pc:picChg chg="add del">
          <ac:chgData name="Clayton Silva" userId="29ef9a7b83f2ddc4" providerId="LiveId" clId="{B89F14CD-7184-4DF9-A546-150E793F6878}" dt="2019-02-11T21:18:38.894" v="1134"/>
          <ac:picMkLst>
            <pc:docMk/>
            <pc:sldMk cId="1657743135" sldId="412"/>
            <ac:picMk id="9" creationId="{BF5644C9-1771-452D-AF43-553AE516D8D5}"/>
          </ac:picMkLst>
        </pc:picChg>
        <pc:picChg chg="add mod">
          <ac:chgData name="Clayton Silva" userId="29ef9a7b83f2ddc4" providerId="LiveId" clId="{B89F14CD-7184-4DF9-A546-150E793F6878}" dt="2019-02-11T21:18:50.019" v="1138" actId="14100"/>
          <ac:picMkLst>
            <pc:docMk/>
            <pc:sldMk cId="1657743135" sldId="412"/>
            <ac:picMk id="12" creationId="{41E57832-BB98-4575-ABE5-0F77EEA90D8D}"/>
          </ac:picMkLst>
        </pc:picChg>
      </pc:sldChg>
      <pc:sldChg chg="addSp delSp modSp add mod setBg">
        <pc:chgData name="Clayton Silva" userId="29ef9a7b83f2ddc4" providerId="LiveId" clId="{B89F14CD-7184-4DF9-A546-150E793F6878}" dt="2019-02-11T21:23:26.724" v="1243" actId="26606"/>
        <pc:sldMkLst>
          <pc:docMk/>
          <pc:sldMk cId="1333715286" sldId="413"/>
        </pc:sldMkLst>
        <pc:spChg chg="mod">
          <ac:chgData name="Clayton Silva" userId="29ef9a7b83f2ddc4" providerId="LiveId" clId="{B89F14CD-7184-4DF9-A546-150E793F6878}" dt="2019-02-11T21:23:26.724" v="1243" actId="26606"/>
          <ac:spMkLst>
            <pc:docMk/>
            <pc:sldMk cId="1333715286" sldId="413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1:23:18.169" v="1239" actId="478"/>
          <ac:spMkLst>
            <pc:docMk/>
            <pc:sldMk cId="1333715286" sldId="413"/>
            <ac:spMk id="3" creationId="{00000000-0000-0000-0000-000000000000}"/>
          </ac:spMkLst>
        </pc:spChg>
        <pc:spChg chg="mod ord">
          <ac:chgData name="Clayton Silva" userId="29ef9a7b83f2ddc4" providerId="LiveId" clId="{B89F14CD-7184-4DF9-A546-150E793F6878}" dt="2019-02-11T21:23:26.724" v="1243" actId="26606"/>
          <ac:spMkLst>
            <pc:docMk/>
            <pc:sldMk cId="1333715286" sldId="413"/>
            <ac:spMk id="4" creationId="{7069137C-B051-4A4A-9C73-3AC08C0C81DD}"/>
          </ac:spMkLst>
        </pc:spChg>
        <pc:spChg chg="add del mod">
          <ac:chgData name="Clayton Silva" userId="29ef9a7b83f2ddc4" providerId="LiveId" clId="{B89F14CD-7184-4DF9-A546-150E793F6878}" dt="2019-02-11T21:23:20.701" v="1240" actId="478"/>
          <ac:spMkLst>
            <pc:docMk/>
            <pc:sldMk cId="1333715286" sldId="413"/>
            <ac:spMk id="6" creationId="{FD376C8D-84E0-49BD-AFAE-F951BE47A31D}"/>
          </ac:spMkLst>
        </pc:spChg>
        <pc:spChg chg="add">
          <ac:chgData name="Clayton Silva" userId="29ef9a7b83f2ddc4" providerId="LiveId" clId="{B89F14CD-7184-4DF9-A546-150E793F6878}" dt="2019-02-11T21:23:26.724" v="1243" actId="26606"/>
          <ac:spMkLst>
            <pc:docMk/>
            <pc:sldMk cId="1333715286" sldId="413"/>
            <ac:spMk id="12" creationId="{A4AC5506-6312-4701-8D3C-40187889A947}"/>
          </ac:spMkLst>
        </pc:spChg>
        <pc:picChg chg="add mod">
          <ac:chgData name="Clayton Silva" userId="29ef9a7b83f2ddc4" providerId="LiveId" clId="{B89F14CD-7184-4DF9-A546-150E793F6878}" dt="2019-02-11T21:23:26.724" v="1243" actId="26606"/>
          <ac:picMkLst>
            <pc:docMk/>
            <pc:sldMk cId="1333715286" sldId="413"/>
            <ac:picMk id="7" creationId="{D9B141C4-9B2F-4B99-8A74-B58461BC3001}"/>
          </ac:picMkLst>
        </pc:picChg>
      </pc:sldChg>
      <pc:sldChg chg="modSp add">
        <pc:chgData name="Clayton Silva" userId="29ef9a7b83f2ddc4" providerId="LiveId" clId="{B89F14CD-7184-4DF9-A546-150E793F6878}" dt="2019-02-11T21:22:35.302" v="1195" actId="403"/>
        <pc:sldMkLst>
          <pc:docMk/>
          <pc:sldMk cId="99362184" sldId="414"/>
        </pc:sldMkLst>
        <pc:spChg chg="mod">
          <ac:chgData name="Clayton Silva" userId="29ef9a7b83f2ddc4" providerId="LiveId" clId="{B89F14CD-7184-4DF9-A546-150E793F6878}" dt="2019-02-11T21:22:35.302" v="1195" actId="403"/>
          <ac:spMkLst>
            <pc:docMk/>
            <pc:sldMk cId="99362184" sldId="414"/>
            <ac:spMk id="3" creationId="{00000000-0000-0000-0000-000000000000}"/>
          </ac:spMkLst>
        </pc:spChg>
      </pc:sldChg>
      <pc:sldChg chg="addSp delSp modSp add mod setBg">
        <pc:chgData name="Clayton Silva" userId="29ef9a7b83f2ddc4" providerId="LiveId" clId="{B89F14CD-7184-4DF9-A546-150E793F6878}" dt="2019-02-11T21:26:53.206" v="1334" actId="478"/>
        <pc:sldMkLst>
          <pc:docMk/>
          <pc:sldMk cId="2357257936" sldId="415"/>
        </pc:sldMkLst>
        <pc:spChg chg="mod">
          <ac:chgData name="Clayton Silva" userId="29ef9a7b83f2ddc4" providerId="LiveId" clId="{B89F14CD-7184-4DF9-A546-150E793F6878}" dt="2019-02-11T21:26:23.191" v="1326" actId="404"/>
          <ac:spMkLst>
            <pc:docMk/>
            <pc:sldMk cId="2357257936" sldId="415"/>
            <ac:spMk id="2" creationId="{00000000-0000-0000-0000-000000000000}"/>
          </ac:spMkLst>
        </pc:spChg>
        <pc:spChg chg="del">
          <ac:chgData name="Clayton Silva" userId="29ef9a7b83f2ddc4" providerId="LiveId" clId="{B89F14CD-7184-4DF9-A546-150E793F6878}" dt="2019-02-11T21:24:00.812" v="1263" actId="478"/>
          <ac:spMkLst>
            <pc:docMk/>
            <pc:sldMk cId="2357257936" sldId="415"/>
            <ac:spMk id="3" creationId="{00000000-0000-0000-0000-000000000000}"/>
          </ac:spMkLst>
        </pc:spChg>
        <pc:spChg chg="mod ord">
          <ac:chgData name="Clayton Silva" userId="29ef9a7b83f2ddc4" providerId="LiveId" clId="{B89F14CD-7184-4DF9-A546-150E793F6878}" dt="2019-02-11T21:25:16.566" v="1287" actId="26606"/>
          <ac:spMkLst>
            <pc:docMk/>
            <pc:sldMk cId="2357257936" sldId="415"/>
            <ac:spMk id="4" creationId="{7069137C-B051-4A4A-9C73-3AC08C0C81DD}"/>
          </ac:spMkLst>
        </pc:spChg>
        <pc:spChg chg="add del mod">
          <ac:chgData name="Clayton Silva" userId="29ef9a7b83f2ddc4" providerId="LiveId" clId="{B89F14CD-7184-4DF9-A546-150E793F6878}" dt="2019-02-11T21:26:53.206" v="1334" actId="478"/>
          <ac:spMkLst>
            <pc:docMk/>
            <pc:sldMk cId="2357257936" sldId="415"/>
            <ac:spMk id="6" creationId="{E4051AED-AE0A-4604-BD23-F0FA94DC6681}"/>
          </ac:spMkLst>
        </pc:spChg>
        <pc:spChg chg="add mod">
          <ac:chgData name="Clayton Silva" userId="29ef9a7b83f2ddc4" providerId="LiveId" clId="{B89F14CD-7184-4DF9-A546-150E793F6878}" dt="2019-02-11T21:26:34.896" v="1332" actId="1076"/>
          <ac:spMkLst>
            <pc:docMk/>
            <pc:sldMk cId="2357257936" sldId="415"/>
            <ac:spMk id="10" creationId="{66F05950-07F4-40B1-8DCA-F5B6E6CBA84A}"/>
          </ac:spMkLst>
        </pc:spChg>
        <pc:spChg chg="add del">
          <ac:chgData name="Clayton Silva" userId="29ef9a7b83f2ddc4" providerId="LiveId" clId="{B89F14CD-7184-4DF9-A546-150E793F6878}" dt="2019-02-11T21:25:16.566" v="1287" actId="26606"/>
          <ac:spMkLst>
            <pc:docMk/>
            <pc:sldMk cId="2357257936" sldId="415"/>
            <ac:spMk id="12" creationId="{A4AC5506-6312-4701-8D3C-40187889A947}"/>
          </ac:spMkLst>
        </pc:spChg>
        <pc:picChg chg="add mod">
          <ac:chgData name="Clayton Silva" userId="29ef9a7b83f2ddc4" providerId="LiveId" clId="{B89F14CD-7184-4DF9-A546-150E793F6878}" dt="2019-02-11T21:26:14.630" v="1320" actId="1076"/>
          <ac:picMkLst>
            <pc:docMk/>
            <pc:sldMk cId="2357257936" sldId="415"/>
            <ac:picMk id="7" creationId="{FF71FAE1-2244-4F9B-BFD3-84CE07471D28}"/>
          </ac:picMkLst>
        </pc:picChg>
        <pc:picChg chg="add del mod">
          <ac:chgData name="Clayton Silva" userId="29ef9a7b83f2ddc4" providerId="LiveId" clId="{B89F14CD-7184-4DF9-A546-150E793F6878}" dt="2019-02-11T21:25:15.866" v="1285"/>
          <ac:picMkLst>
            <pc:docMk/>
            <pc:sldMk cId="2357257936" sldId="415"/>
            <ac:picMk id="9" creationId="{FBECCD14-BFA2-4D5C-A32D-C15752FD16C2}"/>
          </ac:picMkLst>
        </pc:picChg>
        <pc:picChg chg="add mod">
          <ac:chgData name="Clayton Silva" userId="29ef9a7b83f2ddc4" providerId="LiveId" clId="{B89F14CD-7184-4DF9-A546-150E793F6878}" dt="2019-02-11T21:26:41.098" v="1333" actId="14100"/>
          <ac:picMkLst>
            <pc:docMk/>
            <pc:sldMk cId="2357257936" sldId="415"/>
            <ac:picMk id="11" creationId="{3C78EB98-206D-4882-91E1-33DD4453CDE2}"/>
          </ac:picMkLst>
        </pc:picChg>
      </pc:sldChg>
    </pc:docChg>
  </pc:docChgLst>
  <pc:docChgLst>
    <pc:chgData name="Clayton Silva" userId="29ef9a7b83f2ddc4" providerId="LiveId" clId="{B3AEB9CD-60E7-4029-AA9B-B20C5584DFBD}"/>
    <pc:docChg chg="custSel mod addSld modSld">
      <pc:chgData name="Clayton Silva" userId="29ef9a7b83f2ddc4" providerId="LiveId" clId="{B3AEB9CD-60E7-4029-AA9B-B20C5584DFBD}" dt="2020-08-28T12:28:35.985" v="362" actId="948"/>
      <pc:docMkLst>
        <pc:docMk/>
      </pc:docMkLst>
      <pc:sldChg chg="addSp delSp modSp new mod setBg">
        <pc:chgData name="Clayton Silva" userId="29ef9a7b83f2ddc4" providerId="LiveId" clId="{B3AEB9CD-60E7-4029-AA9B-B20C5584DFBD}" dt="2020-08-28T12:28:35.985" v="362" actId="948"/>
        <pc:sldMkLst>
          <pc:docMk/>
          <pc:sldMk cId="2428455882" sldId="484"/>
        </pc:sldMkLst>
        <pc:spChg chg="mo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2" creationId="{C20FAE1E-0DA4-4D03-A4DF-93A71FD6E6F5}"/>
          </ac:spMkLst>
        </pc:spChg>
        <pc:spChg chg="mod">
          <ac:chgData name="Clayton Silva" userId="29ef9a7b83f2ddc4" providerId="LiveId" clId="{B3AEB9CD-60E7-4029-AA9B-B20C5584DFBD}" dt="2020-08-28T12:28:35.985" v="362" actId="948"/>
          <ac:spMkLst>
            <pc:docMk/>
            <pc:sldMk cId="2428455882" sldId="484"/>
            <ac:spMk id="3" creationId="{1FEE41C3-92AA-443C-ADB5-12A7B2C34377}"/>
          </ac:spMkLst>
        </pc:spChg>
        <pc:spChg chg="del mod">
          <ac:chgData name="Clayton Silva" userId="29ef9a7b83f2ddc4" providerId="LiveId" clId="{B3AEB9CD-60E7-4029-AA9B-B20C5584DFBD}" dt="2020-08-28T12:28:15.700" v="358" actId="478"/>
          <ac:spMkLst>
            <pc:docMk/>
            <pc:sldMk cId="2428455882" sldId="484"/>
            <ac:spMk id="4" creationId="{C284F339-1A8E-49A4-A2FF-AF0767818BB0}"/>
          </ac:spMkLst>
        </pc:spChg>
        <pc:spChg chg="add del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9" creationId="{2BD55E05-51A2-4173-A7FA-869DE4F71AC3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14" creationId="{1709F1D5-B0F1-4714-A239-E5B61C161915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16" creationId="{228FB460-D3FF-4440-A020-05982A09E517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18" creationId="{14847E93-7DC1-4D4B-8829-B19AA7137C50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20" creationId="{5566D6E1-03A1-4D73-A4E0-35D74D568A04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22" creationId="{9F835A99-04AC-494A-A572-AFE8413CC938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24" creationId="{7B786209-1B0B-4CA9-9BDD-F7327066A84D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26" creationId="{2D2964BB-484D-45AE-AD66-D407D0629652}"/>
          </ac:spMkLst>
        </pc:spChg>
        <pc:spChg chg="add">
          <ac:chgData name="Clayton Silva" userId="29ef9a7b83f2ddc4" providerId="LiveId" clId="{B3AEB9CD-60E7-4029-AA9B-B20C5584DFBD}" dt="2020-08-28T12:28:22.545" v="359" actId="26606"/>
          <ac:spMkLst>
            <pc:docMk/>
            <pc:sldMk cId="2428455882" sldId="484"/>
            <ac:spMk id="28" creationId="{6691AC69-A76E-4DAB-B565-468B6B87ACF3}"/>
          </ac:spMkLst>
        </pc:spChg>
      </pc:sldChg>
    </pc:docChg>
  </pc:docChgLst>
  <pc:docChgLst>
    <pc:chgData name="Clayton Silva" userId="29ef9a7b83f2ddc4" providerId="LiveId" clId="{7F285D77-08F1-4CC5-A3C3-FC8FFF9CDD03}"/>
    <pc:docChg chg="custSel mod addSld delSld modSld sldOrd delMainMaster">
      <pc:chgData name="Clayton Silva" userId="29ef9a7b83f2ddc4" providerId="LiveId" clId="{7F285D77-08F1-4CC5-A3C3-FC8FFF9CDD03}" dt="2020-08-25T12:10:44.355" v="1545"/>
      <pc:docMkLst>
        <pc:docMk/>
      </pc:docMkLst>
      <pc:sldChg chg="del">
        <pc:chgData name="Clayton Silva" userId="29ef9a7b83f2ddc4" providerId="LiveId" clId="{7F285D77-08F1-4CC5-A3C3-FC8FFF9CDD03}" dt="2020-08-24T20:17:08.723" v="0" actId="47"/>
        <pc:sldMkLst>
          <pc:docMk/>
          <pc:sldMk cId="3310034269" sldId="264"/>
        </pc:sldMkLst>
      </pc:sldChg>
      <pc:sldChg chg="del">
        <pc:chgData name="Clayton Silva" userId="29ef9a7b83f2ddc4" providerId="LiveId" clId="{7F285D77-08F1-4CC5-A3C3-FC8FFF9CDD03}" dt="2020-08-24T20:17:09.422" v="1" actId="47"/>
        <pc:sldMkLst>
          <pc:docMk/>
          <pc:sldMk cId="2757276560" sldId="416"/>
        </pc:sldMkLst>
      </pc:sldChg>
      <pc:sldChg chg="del">
        <pc:chgData name="Clayton Silva" userId="29ef9a7b83f2ddc4" providerId="LiveId" clId="{7F285D77-08F1-4CC5-A3C3-FC8FFF9CDD03}" dt="2020-08-24T20:17:10.477" v="2" actId="47"/>
        <pc:sldMkLst>
          <pc:docMk/>
          <pc:sldMk cId="961722630" sldId="424"/>
        </pc:sldMkLst>
      </pc:sldChg>
      <pc:sldChg chg="del">
        <pc:chgData name="Clayton Silva" userId="29ef9a7b83f2ddc4" providerId="LiveId" clId="{7F285D77-08F1-4CC5-A3C3-FC8FFF9CDD03}" dt="2020-08-24T20:17:11.313" v="3" actId="47"/>
        <pc:sldMkLst>
          <pc:docMk/>
          <pc:sldMk cId="2547182882" sldId="425"/>
        </pc:sldMkLst>
      </pc:sldChg>
      <pc:sldChg chg="del">
        <pc:chgData name="Clayton Silva" userId="29ef9a7b83f2ddc4" providerId="LiveId" clId="{7F285D77-08F1-4CC5-A3C3-FC8FFF9CDD03}" dt="2020-08-24T20:17:12.020" v="4" actId="47"/>
        <pc:sldMkLst>
          <pc:docMk/>
          <pc:sldMk cId="1509210954" sldId="437"/>
        </pc:sldMkLst>
      </pc:sldChg>
      <pc:sldChg chg="del">
        <pc:chgData name="Clayton Silva" userId="29ef9a7b83f2ddc4" providerId="LiveId" clId="{7F285D77-08F1-4CC5-A3C3-FC8FFF9CDD03}" dt="2020-08-24T20:17:16.384" v="10" actId="47"/>
        <pc:sldMkLst>
          <pc:docMk/>
          <pc:sldMk cId="1989773763" sldId="438"/>
        </pc:sldMkLst>
      </pc:sldChg>
      <pc:sldChg chg="del">
        <pc:chgData name="Clayton Silva" userId="29ef9a7b83f2ddc4" providerId="LiveId" clId="{7F285D77-08F1-4CC5-A3C3-FC8FFF9CDD03}" dt="2020-08-24T20:17:19.022" v="12" actId="47"/>
        <pc:sldMkLst>
          <pc:docMk/>
          <pc:sldMk cId="1996388495" sldId="439"/>
        </pc:sldMkLst>
      </pc:sldChg>
      <pc:sldChg chg="del">
        <pc:chgData name="Clayton Silva" userId="29ef9a7b83f2ddc4" providerId="LiveId" clId="{7F285D77-08F1-4CC5-A3C3-FC8FFF9CDD03}" dt="2020-08-24T20:17:18.243" v="11" actId="47"/>
        <pc:sldMkLst>
          <pc:docMk/>
          <pc:sldMk cId="626797566" sldId="441"/>
        </pc:sldMkLst>
      </pc:sldChg>
      <pc:sldChg chg="del">
        <pc:chgData name="Clayton Silva" userId="29ef9a7b83f2ddc4" providerId="LiveId" clId="{7F285D77-08F1-4CC5-A3C3-FC8FFF9CDD03}" dt="2020-08-24T20:17:12.907" v="5" actId="47"/>
        <pc:sldMkLst>
          <pc:docMk/>
          <pc:sldMk cId="4251762456" sldId="454"/>
        </pc:sldMkLst>
      </pc:sldChg>
      <pc:sldChg chg="del">
        <pc:chgData name="Clayton Silva" userId="29ef9a7b83f2ddc4" providerId="LiveId" clId="{7F285D77-08F1-4CC5-A3C3-FC8FFF9CDD03}" dt="2020-08-24T20:17:13.583" v="6" actId="47"/>
        <pc:sldMkLst>
          <pc:docMk/>
          <pc:sldMk cId="3306557651" sldId="455"/>
        </pc:sldMkLst>
      </pc:sldChg>
      <pc:sldChg chg="del">
        <pc:chgData name="Clayton Silva" userId="29ef9a7b83f2ddc4" providerId="LiveId" clId="{7F285D77-08F1-4CC5-A3C3-FC8FFF9CDD03}" dt="2020-08-24T20:17:14.211" v="7" actId="47"/>
        <pc:sldMkLst>
          <pc:docMk/>
          <pc:sldMk cId="679976063" sldId="456"/>
        </pc:sldMkLst>
      </pc:sldChg>
      <pc:sldChg chg="del">
        <pc:chgData name="Clayton Silva" userId="29ef9a7b83f2ddc4" providerId="LiveId" clId="{7F285D77-08F1-4CC5-A3C3-FC8FFF9CDD03}" dt="2020-08-24T20:17:14.715" v="8" actId="47"/>
        <pc:sldMkLst>
          <pc:docMk/>
          <pc:sldMk cId="293342192" sldId="457"/>
        </pc:sldMkLst>
      </pc:sldChg>
      <pc:sldChg chg="del">
        <pc:chgData name="Clayton Silva" userId="29ef9a7b83f2ddc4" providerId="LiveId" clId="{7F285D77-08F1-4CC5-A3C3-FC8FFF9CDD03}" dt="2020-08-24T20:17:15.368" v="9" actId="47"/>
        <pc:sldMkLst>
          <pc:docMk/>
          <pc:sldMk cId="1255357724" sldId="458"/>
        </pc:sldMkLst>
      </pc:sldChg>
      <pc:sldChg chg="addSp modSp new mod setBg">
        <pc:chgData name="Clayton Silva" userId="29ef9a7b83f2ddc4" providerId="LiveId" clId="{7F285D77-08F1-4CC5-A3C3-FC8FFF9CDD03}" dt="2020-08-25T10:43:24.759" v="375" actId="113"/>
        <pc:sldMkLst>
          <pc:docMk/>
          <pc:sldMk cId="3718523604" sldId="468"/>
        </pc:sldMkLst>
        <pc:spChg chg="mod">
          <ac:chgData name="Clayton Silva" userId="29ef9a7b83f2ddc4" providerId="LiveId" clId="{7F285D77-08F1-4CC5-A3C3-FC8FFF9CDD03}" dt="2020-08-25T10:42:39.891" v="359" actId="26606"/>
          <ac:spMkLst>
            <pc:docMk/>
            <pc:sldMk cId="3718523604" sldId="468"/>
            <ac:spMk id="2" creationId="{2AAB0D4C-2B5B-4B54-AB79-1056E347A8E7}"/>
          </ac:spMkLst>
        </pc:spChg>
        <pc:spChg chg="mod">
          <ac:chgData name="Clayton Silva" userId="29ef9a7b83f2ddc4" providerId="LiveId" clId="{7F285D77-08F1-4CC5-A3C3-FC8FFF9CDD03}" dt="2020-08-25T10:43:24.759" v="375" actId="113"/>
          <ac:spMkLst>
            <pc:docMk/>
            <pc:sldMk cId="3718523604" sldId="468"/>
            <ac:spMk id="3" creationId="{5DEE4167-6FC6-4394-950C-6B3A1B4605DB}"/>
          </ac:spMkLst>
        </pc:spChg>
        <pc:spChg chg="mod">
          <ac:chgData name="Clayton Silva" userId="29ef9a7b83f2ddc4" providerId="LiveId" clId="{7F285D77-08F1-4CC5-A3C3-FC8FFF9CDD03}" dt="2020-08-25T10:42:39.891" v="359" actId="26606"/>
          <ac:spMkLst>
            <pc:docMk/>
            <pc:sldMk cId="3718523604" sldId="468"/>
            <ac:spMk id="4" creationId="{AE887216-EDF4-49A7-814F-0A72577A594F}"/>
          </ac:spMkLst>
        </pc:spChg>
        <pc:spChg chg="add">
          <ac:chgData name="Clayton Silva" userId="29ef9a7b83f2ddc4" providerId="LiveId" clId="{7F285D77-08F1-4CC5-A3C3-FC8FFF9CDD03}" dt="2020-08-25T10:42:39.891" v="359" actId="26606"/>
          <ac:spMkLst>
            <pc:docMk/>
            <pc:sldMk cId="3718523604" sldId="468"/>
            <ac:spMk id="9" creationId="{907EF6B7-1338-4443-8C46-6A318D952DFD}"/>
          </ac:spMkLst>
        </pc:spChg>
        <pc:spChg chg="add">
          <ac:chgData name="Clayton Silva" userId="29ef9a7b83f2ddc4" providerId="LiveId" clId="{7F285D77-08F1-4CC5-A3C3-FC8FFF9CDD03}" dt="2020-08-25T10:42:39.891" v="359" actId="26606"/>
          <ac:spMkLst>
            <pc:docMk/>
            <pc:sldMk cId="3718523604" sldId="468"/>
            <ac:spMk id="11" creationId="{DAAE4CDD-124C-4DCF-9584-B6033B545DD5}"/>
          </ac:spMkLst>
        </pc:spChg>
        <pc:spChg chg="add">
          <ac:chgData name="Clayton Silva" userId="29ef9a7b83f2ddc4" providerId="LiveId" clId="{7F285D77-08F1-4CC5-A3C3-FC8FFF9CDD03}" dt="2020-08-25T10:42:39.891" v="359" actId="26606"/>
          <ac:spMkLst>
            <pc:docMk/>
            <pc:sldMk cId="3718523604" sldId="468"/>
            <ac:spMk id="13" creationId="{081E4A58-353D-44AE-B2FC-2A74E2E400F7}"/>
          </ac:spMkLst>
        </pc:spChg>
      </pc:sldChg>
      <pc:sldChg chg="addSp delSp modSp add mod">
        <pc:chgData name="Clayton Silva" userId="29ef9a7b83f2ddc4" providerId="LiveId" clId="{7F285D77-08F1-4CC5-A3C3-FC8FFF9CDD03}" dt="2020-08-25T10:45:08.264" v="486" actId="478"/>
        <pc:sldMkLst>
          <pc:docMk/>
          <pc:sldMk cId="3830757656" sldId="469"/>
        </pc:sldMkLst>
        <pc:spChg chg="mod">
          <ac:chgData name="Clayton Silva" userId="29ef9a7b83f2ddc4" providerId="LiveId" clId="{7F285D77-08F1-4CC5-A3C3-FC8FFF9CDD03}" dt="2020-08-25T10:45:01.409" v="484" actId="26606"/>
          <ac:spMkLst>
            <pc:docMk/>
            <pc:sldMk cId="3830757656" sldId="469"/>
            <ac:spMk id="2" creationId="{2AAB0D4C-2B5B-4B54-AB79-1056E347A8E7}"/>
          </ac:spMkLst>
        </pc:spChg>
        <pc:spChg chg="mod">
          <ac:chgData name="Clayton Silva" userId="29ef9a7b83f2ddc4" providerId="LiveId" clId="{7F285D77-08F1-4CC5-A3C3-FC8FFF9CDD03}" dt="2020-08-25T10:45:05.677" v="485" actId="14100"/>
          <ac:spMkLst>
            <pc:docMk/>
            <pc:sldMk cId="3830757656" sldId="469"/>
            <ac:spMk id="3" creationId="{5DEE4167-6FC6-4394-950C-6B3A1B4605DB}"/>
          </ac:spMkLst>
        </pc:spChg>
        <pc:spChg chg="del mod">
          <ac:chgData name="Clayton Silva" userId="29ef9a7b83f2ddc4" providerId="LiveId" clId="{7F285D77-08F1-4CC5-A3C3-FC8FFF9CDD03}" dt="2020-08-25T10:45:08.264" v="486" actId="478"/>
          <ac:spMkLst>
            <pc:docMk/>
            <pc:sldMk cId="3830757656" sldId="469"/>
            <ac:spMk id="4" creationId="{AE887216-EDF4-49A7-814F-0A72577A594F}"/>
          </ac:spMkLst>
        </pc:spChg>
        <pc:spChg chg="del">
          <ac:chgData name="Clayton Silva" userId="29ef9a7b83f2ddc4" providerId="LiveId" clId="{7F285D77-08F1-4CC5-A3C3-FC8FFF9CDD03}" dt="2020-08-25T10:45:01.409" v="484" actId="26606"/>
          <ac:spMkLst>
            <pc:docMk/>
            <pc:sldMk cId="3830757656" sldId="469"/>
            <ac:spMk id="9" creationId="{907EF6B7-1338-4443-8C46-6A318D952DFD}"/>
          </ac:spMkLst>
        </pc:spChg>
        <pc:spChg chg="del">
          <ac:chgData name="Clayton Silva" userId="29ef9a7b83f2ddc4" providerId="LiveId" clId="{7F285D77-08F1-4CC5-A3C3-FC8FFF9CDD03}" dt="2020-08-25T10:45:01.409" v="484" actId="26606"/>
          <ac:spMkLst>
            <pc:docMk/>
            <pc:sldMk cId="3830757656" sldId="469"/>
            <ac:spMk id="11" creationId="{DAAE4CDD-124C-4DCF-9584-B6033B545DD5}"/>
          </ac:spMkLst>
        </pc:spChg>
        <pc:spChg chg="del">
          <ac:chgData name="Clayton Silva" userId="29ef9a7b83f2ddc4" providerId="LiveId" clId="{7F285D77-08F1-4CC5-A3C3-FC8FFF9CDD03}" dt="2020-08-25T10:45:01.409" v="484" actId="26606"/>
          <ac:spMkLst>
            <pc:docMk/>
            <pc:sldMk cId="3830757656" sldId="469"/>
            <ac:spMk id="13" creationId="{081E4A58-353D-44AE-B2FC-2A74E2E400F7}"/>
          </ac:spMkLst>
        </pc:spChg>
        <pc:spChg chg="add">
          <ac:chgData name="Clayton Silva" userId="29ef9a7b83f2ddc4" providerId="LiveId" clId="{7F285D77-08F1-4CC5-A3C3-FC8FFF9CDD03}" dt="2020-08-25T10:45:01.409" v="484" actId="26606"/>
          <ac:spMkLst>
            <pc:docMk/>
            <pc:sldMk cId="3830757656" sldId="469"/>
            <ac:spMk id="18" creationId="{081EA652-8C6A-4E69-BEB9-170809474553}"/>
          </ac:spMkLst>
        </pc:spChg>
        <pc:spChg chg="add">
          <ac:chgData name="Clayton Silva" userId="29ef9a7b83f2ddc4" providerId="LiveId" clId="{7F285D77-08F1-4CC5-A3C3-FC8FFF9CDD03}" dt="2020-08-25T10:45:01.409" v="484" actId="26606"/>
          <ac:spMkLst>
            <pc:docMk/>
            <pc:sldMk cId="3830757656" sldId="469"/>
            <ac:spMk id="20" creationId="{5298780A-33B9-4EA2-8F67-DE68AD62841B}"/>
          </ac:spMkLst>
        </pc:spChg>
        <pc:spChg chg="add">
          <ac:chgData name="Clayton Silva" userId="29ef9a7b83f2ddc4" providerId="LiveId" clId="{7F285D77-08F1-4CC5-A3C3-FC8FFF9CDD03}" dt="2020-08-25T10:45:01.409" v="484" actId="26606"/>
          <ac:spMkLst>
            <pc:docMk/>
            <pc:sldMk cId="3830757656" sldId="469"/>
            <ac:spMk id="22" creationId="{7F488E8B-4E1E-4402-8935-D4E6C02615C7}"/>
          </ac:spMkLst>
        </pc:spChg>
        <pc:cxnChg chg="add">
          <ac:chgData name="Clayton Silva" userId="29ef9a7b83f2ddc4" providerId="LiveId" clId="{7F285D77-08F1-4CC5-A3C3-FC8FFF9CDD03}" dt="2020-08-25T10:45:01.409" v="484" actId="26606"/>
          <ac:cxnSpMkLst>
            <pc:docMk/>
            <pc:sldMk cId="3830757656" sldId="469"/>
            <ac:cxnSpMk id="24" creationId="{23AAC9B5-8015-485C-ACF9-A750390E9A56}"/>
          </ac:cxnSpMkLst>
        </pc:cxnChg>
      </pc:sldChg>
      <pc:sldChg chg="addSp delSp modSp add mod">
        <pc:chgData name="Clayton Silva" userId="29ef9a7b83f2ddc4" providerId="LiveId" clId="{7F285D77-08F1-4CC5-A3C3-FC8FFF9CDD03}" dt="2020-08-25T10:47:22.174" v="603" actId="20577"/>
        <pc:sldMkLst>
          <pc:docMk/>
          <pc:sldMk cId="3085631281" sldId="470"/>
        </pc:sldMkLst>
        <pc:spChg chg="mod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2" creationId="{2AAB0D4C-2B5B-4B54-AB79-1056E347A8E7}"/>
          </ac:spMkLst>
        </pc:spChg>
        <pc:spChg chg="mod">
          <ac:chgData name="Clayton Silva" userId="29ef9a7b83f2ddc4" providerId="LiveId" clId="{7F285D77-08F1-4CC5-A3C3-FC8FFF9CDD03}" dt="2020-08-25T10:47:22.174" v="603" actId="20577"/>
          <ac:spMkLst>
            <pc:docMk/>
            <pc:sldMk cId="3085631281" sldId="470"/>
            <ac:spMk id="3" creationId="{5DEE4167-6FC6-4394-950C-6B3A1B4605DB}"/>
          </ac:spMkLst>
        </pc:spChg>
        <pc:spChg chg="del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18" creationId="{081EA652-8C6A-4E69-BEB9-170809474553}"/>
          </ac:spMkLst>
        </pc:spChg>
        <pc:spChg chg="del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20" creationId="{5298780A-33B9-4EA2-8F67-DE68AD62841B}"/>
          </ac:spMkLst>
        </pc:spChg>
        <pc:spChg chg="del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22" creationId="{7F488E8B-4E1E-4402-8935-D4E6C02615C7}"/>
          </ac:spMkLst>
        </pc:spChg>
        <pc:spChg chg="add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29" creationId="{C2554CA6-288E-4202-BC52-2E5A8F0C0AED}"/>
          </ac:spMkLst>
        </pc:spChg>
        <pc:spChg chg="add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31" creationId="{B10BB131-AC8E-4A8E-A5D1-36260F720C3B}"/>
          </ac:spMkLst>
        </pc:spChg>
        <pc:spChg chg="add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33" creationId="{5B7778FC-632E-4DCA-A7CB-0D7731CCF970}"/>
          </ac:spMkLst>
        </pc:spChg>
        <pc:spChg chg="add">
          <ac:chgData name="Clayton Silva" userId="29ef9a7b83f2ddc4" providerId="LiveId" clId="{7F285D77-08F1-4CC5-A3C3-FC8FFF9CDD03}" dt="2020-08-25T10:46:43.072" v="590" actId="26606"/>
          <ac:spMkLst>
            <pc:docMk/>
            <pc:sldMk cId="3085631281" sldId="470"/>
            <ac:spMk id="35" creationId="{FA23A907-97FB-4A8F-880A-DD77401C4296}"/>
          </ac:spMkLst>
        </pc:spChg>
        <pc:cxnChg chg="del">
          <ac:chgData name="Clayton Silva" userId="29ef9a7b83f2ddc4" providerId="LiveId" clId="{7F285D77-08F1-4CC5-A3C3-FC8FFF9CDD03}" dt="2020-08-25T10:46:43.072" v="590" actId="26606"/>
          <ac:cxnSpMkLst>
            <pc:docMk/>
            <pc:sldMk cId="3085631281" sldId="470"/>
            <ac:cxnSpMk id="24" creationId="{23AAC9B5-8015-485C-ACF9-A750390E9A56}"/>
          </ac:cxnSpMkLst>
        </pc:cxnChg>
      </pc:sldChg>
      <pc:sldChg chg="addSp delSp modSp add mod setBg setClrOvrMap">
        <pc:chgData name="Clayton Silva" userId="29ef9a7b83f2ddc4" providerId="LiveId" clId="{7F285D77-08F1-4CC5-A3C3-FC8FFF9CDD03}" dt="2020-08-25T10:48:29.743" v="687" actId="26606"/>
        <pc:sldMkLst>
          <pc:docMk/>
          <pc:sldMk cId="90964806" sldId="471"/>
        </pc:sldMkLst>
        <pc:spChg chg="mod">
          <ac:chgData name="Clayton Silva" userId="29ef9a7b83f2ddc4" providerId="LiveId" clId="{7F285D77-08F1-4CC5-A3C3-FC8FFF9CDD03}" dt="2020-08-25T10:48:29.743" v="687" actId="26606"/>
          <ac:spMkLst>
            <pc:docMk/>
            <pc:sldMk cId="90964806" sldId="471"/>
            <ac:spMk id="2" creationId="{2AAB0D4C-2B5B-4B54-AB79-1056E347A8E7}"/>
          </ac:spMkLst>
        </pc:spChg>
        <pc:spChg chg="mod">
          <ac:chgData name="Clayton Silva" userId="29ef9a7b83f2ddc4" providerId="LiveId" clId="{7F285D77-08F1-4CC5-A3C3-FC8FFF9CDD03}" dt="2020-08-25T10:48:29.743" v="687" actId="26606"/>
          <ac:spMkLst>
            <pc:docMk/>
            <pc:sldMk cId="90964806" sldId="471"/>
            <ac:spMk id="3" creationId="{5DEE4167-6FC6-4394-950C-6B3A1B4605DB}"/>
          </ac:spMkLst>
        </pc:spChg>
        <pc:spChg chg="del">
          <ac:chgData name="Clayton Silva" userId="29ef9a7b83f2ddc4" providerId="LiveId" clId="{7F285D77-08F1-4CC5-A3C3-FC8FFF9CDD03}" dt="2020-08-25T10:48:29.743" v="687" actId="26606"/>
          <ac:spMkLst>
            <pc:docMk/>
            <pc:sldMk cId="90964806" sldId="471"/>
            <ac:spMk id="18" creationId="{081EA652-8C6A-4E69-BEB9-170809474553}"/>
          </ac:spMkLst>
        </pc:spChg>
        <pc:spChg chg="del">
          <ac:chgData name="Clayton Silva" userId="29ef9a7b83f2ddc4" providerId="LiveId" clId="{7F285D77-08F1-4CC5-A3C3-FC8FFF9CDD03}" dt="2020-08-25T10:48:29.743" v="687" actId="26606"/>
          <ac:spMkLst>
            <pc:docMk/>
            <pc:sldMk cId="90964806" sldId="471"/>
            <ac:spMk id="20" creationId="{5298780A-33B9-4EA2-8F67-DE68AD62841B}"/>
          </ac:spMkLst>
        </pc:spChg>
        <pc:spChg chg="del">
          <ac:chgData name="Clayton Silva" userId="29ef9a7b83f2ddc4" providerId="LiveId" clId="{7F285D77-08F1-4CC5-A3C3-FC8FFF9CDD03}" dt="2020-08-25T10:48:29.743" v="687" actId="26606"/>
          <ac:spMkLst>
            <pc:docMk/>
            <pc:sldMk cId="90964806" sldId="471"/>
            <ac:spMk id="22" creationId="{7F488E8B-4E1E-4402-8935-D4E6C02615C7}"/>
          </ac:spMkLst>
        </pc:spChg>
        <pc:spChg chg="add">
          <ac:chgData name="Clayton Silva" userId="29ef9a7b83f2ddc4" providerId="LiveId" clId="{7F285D77-08F1-4CC5-A3C3-FC8FFF9CDD03}" dt="2020-08-25T10:48:29.743" v="687" actId="26606"/>
          <ac:spMkLst>
            <pc:docMk/>
            <pc:sldMk cId="90964806" sldId="471"/>
            <ac:spMk id="29" creationId="{87A57295-2710-4920-B99A-4D1FA03A62BD}"/>
          </ac:spMkLst>
        </pc:spChg>
        <pc:spChg chg="add">
          <ac:chgData name="Clayton Silva" userId="29ef9a7b83f2ddc4" providerId="LiveId" clId="{7F285D77-08F1-4CC5-A3C3-FC8FFF9CDD03}" dt="2020-08-25T10:48:29.743" v="687" actId="26606"/>
          <ac:spMkLst>
            <pc:docMk/>
            <pc:sldMk cId="90964806" sldId="471"/>
            <ac:spMk id="31" creationId="{78067929-4D33-4306-9E2F-67C49CDDB5DE}"/>
          </ac:spMkLst>
        </pc:spChg>
        <pc:cxnChg chg="del">
          <ac:chgData name="Clayton Silva" userId="29ef9a7b83f2ddc4" providerId="LiveId" clId="{7F285D77-08F1-4CC5-A3C3-FC8FFF9CDD03}" dt="2020-08-25T10:48:29.743" v="687" actId="26606"/>
          <ac:cxnSpMkLst>
            <pc:docMk/>
            <pc:sldMk cId="90964806" sldId="471"/>
            <ac:cxnSpMk id="24" creationId="{23AAC9B5-8015-485C-ACF9-A750390E9A56}"/>
          </ac:cxnSpMkLst>
        </pc:cxnChg>
        <pc:cxnChg chg="add">
          <ac:chgData name="Clayton Silva" userId="29ef9a7b83f2ddc4" providerId="LiveId" clId="{7F285D77-08F1-4CC5-A3C3-FC8FFF9CDD03}" dt="2020-08-25T10:48:29.743" v="687" actId="26606"/>
          <ac:cxnSpMkLst>
            <pc:docMk/>
            <pc:sldMk cId="90964806" sldId="471"/>
            <ac:cxnSpMk id="33" creationId="{2D72A2C9-F3CA-4216-8BAD-FA4C970C3C4E}"/>
          </ac:cxnSpMkLst>
        </pc:cxnChg>
      </pc:sldChg>
      <pc:sldChg chg="modSp add mod">
        <pc:chgData name="Clayton Silva" userId="29ef9a7b83f2ddc4" providerId="LiveId" clId="{7F285D77-08F1-4CC5-A3C3-FC8FFF9CDD03}" dt="2020-08-25T10:50:56.735" v="901" actId="114"/>
        <pc:sldMkLst>
          <pc:docMk/>
          <pc:sldMk cId="3866704759" sldId="472"/>
        </pc:sldMkLst>
        <pc:spChg chg="mod">
          <ac:chgData name="Clayton Silva" userId="29ef9a7b83f2ddc4" providerId="LiveId" clId="{7F285D77-08F1-4CC5-A3C3-FC8FFF9CDD03}" dt="2020-08-25T10:50:56.735" v="901" actId="114"/>
          <ac:spMkLst>
            <pc:docMk/>
            <pc:sldMk cId="3866704759" sldId="472"/>
            <ac:spMk id="3" creationId="{5DEE4167-6FC6-4394-950C-6B3A1B4605DB}"/>
          </ac:spMkLst>
        </pc:spChg>
      </pc:sldChg>
      <pc:sldChg chg="addSp delSp modSp new mod setBg modClrScheme chgLayout">
        <pc:chgData name="Clayton Silva" userId="29ef9a7b83f2ddc4" providerId="LiveId" clId="{7F285D77-08F1-4CC5-A3C3-FC8FFF9CDD03}" dt="2020-08-25T11:26:19.946" v="1371" actId="14100"/>
        <pc:sldMkLst>
          <pc:docMk/>
          <pc:sldMk cId="98631527" sldId="473"/>
        </pc:sldMkLst>
        <pc:spChg chg="del mod ord">
          <ac:chgData name="Clayton Silva" userId="29ef9a7b83f2ddc4" providerId="LiveId" clId="{7F285D77-08F1-4CC5-A3C3-FC8FFF9CDD03}" dt="2020-08-25T11:13:25.543" v="903" actId="700"/>
          <ac:spMkLst>
            <pc:docMk/>
            <pc:sldMk cId="98631527" sldId="473"/>
            <ac:spMk id="2" creationId="{592E2E9B-03B2-4B53-ACE0-833DF221FC3A}"/>
          </ac:spMkLst>
        </pc:spChg>
        <pc:spChg chg="del">
          <ac:chgData name="Clayton Silva" userId="29ef9a7b83f2ddc4" providerId="LiveId" clId="{7F285D77-08F1-4CC5-A3C3-FC8FFF9CDD03}" dt="2020-08-25T11:13:25.543" v="903" actId="700"/>
          <ac:spMkLst>
            <pc:docMk/>
            <pc:sldMk cId="98631527" sldId="473"/>
            <ac:spMk id="3" creationId="{96343F78-8450-4FBD-BAB9-31D6A54A7922}"/>
          </ac:spMkLst>
        </pc:spChg>
        <pc:spChg chg="del mod ord">
          <ac:chgData name="Clayton Silva" userId="29ef9a7b83f2ddc4" providerId="LiveId" clId="{7F285D77-08F1-4CC5-A3C3-FC8FFF9CDD03}" dt="2020-08-25T11:13:31.112" v="905" actId="478"/>
          <ac:spMkLst>
            <pc:docMk/>
            <pc:sldMk cId="98631527" sldId="473"/>
            <ac:spMk id="4" creationId="{D6DCF520-1EEE-45CF-847C-2B0F04A45849}"/>
          </ac:spMkLst>
        </pc:spChg>
        <pc:spChg chg="add del mod ord">
          <ac:chgData name="Clayton Silva" userId="29ef9a7b83f2ddc4" providerId="LiveId" clId="{7F285D77-08F1-4CC5-A3C3-FC8FFF9CDD03}" dt="2020-08-25T11:13:27.968" v="904" actId="478"/>
          <ac:spMkLst>
            <pc:docMk/>
            <pc:sldMk cId="98631527" sldId="473"/>
            <ac:spMk id="5" creationId="{E50E7540-5C49-4694-A377-C2D49FEAF819}"/>
          </ac:spMkLst>
        </pc:spChg>
        <pc:spChg chg="add">
          <ac:chgData name="Clayton Silva" userId="29ef9a7b83f2ddc4" providerId="LiveId" clId="{7F285D77-08F1-4CC5-A3C3-FC8FFF9CDD03}" dt="2020-08-25T11:13:49.897" v="909" actId="26606"/>
          <ac:spMkLst>
            <pc:docMk/>
            <pc:sldMk cId="98631527" sldId="473"/>
            <ac:spMk id="12" creationId="{F3060C83-F051-4F0E-ABAD-AA0DFC48B218}"/>
          </ac:spMkLst>
        </pc:spChg>
        <pc:spChg chg="add">
          <ac:chgData name="Clayton Silva" userId="29ef9a7b83f2ddc4" providerId="LiveId" clId="{7F285D77-08F1-4CC5-A3C3-FC8FFF9CDD03}" dt="2020-08-25T11:13:49.897" v="909" actId="26606"/>
          <ac:spMkLst>
            <pc:docMk/>
            <pc:sldMk cId="98631527" sldId="473"/>
            <ac:spMk id="14" creationId="{83C98ABE-055B-441F-B07E-44F97F083C39}"/>
          </ac:spMkLst>
        </pc:spChg>
        <pc:spChg chg="add">
          <ac:chgData name="Clayton Silva" userId="29ef9a7b83f2ddc4" providerId="LiveId" clId="{7F285D77-08F1-4CC5-A3C3-FC8FFF9CDD03}" dt="2020-08-25T11:13:49.897" v="909" actId="26606"/>
          <ac:spMkLst>
            <pc:docMk/>
            <pc:sldMk cId="98631527" sldId="473"/>
            <ac:spMk id="16" creationId="{29FDB030-9B49-4CED-8CCD-4D99382388AC}"/>
          </ac:spMkLst>
        </pc:spChg>
        <pc:spChg chg="add">
          <ac:chgData name="Clayton Silva" userId="29ef9a7b83f2ddc4" providerId="LiveId" clId="{7F285D77-08F1-4CC5-A3C3-FC8FFF9CDD03}" dt="2020-08-25T11:13:49.897" v="909" actId="26606"/>
          <ac:spMkLst>
            <pc:docMk/>
            <pc:sldMk cId="98631527" sldId="473"/>
            <ac:spMk id="18" creationId="{3783CA14-24A1-485C-8B30-D6A5D87987AD}"/>
          </ac:spMkLst>
        </pc:spChg>
        <pc:spChg chg="add">
          <ac:chgData name="Clayton Silva" userId="29ef9a7b83f2ddc4" providerId="LiveId" clId="{7F285D77-08F1-4CC5-A3C3-FC8FFF9CDD03}" dt="2020-08-25T11:13:49.897" v="909" actId="26606"/>
          <ac:spMkLst>
            <pc:docMk/>
            <pc:sldMk cId="98631527" sldId="473"/>
            <ac:spMk id="20" creationId="{9A97C86A-04D6-40F7-AE84-31AB43E6A846}"/>
          </ac:spMkLst>
        </pc:spChg>
        <pc:spChg chg="add">
          <ac:chgData name="Clayton Silva" userId="29ef9a7b83f2ddc4" providerId="LiveId" clId="{7F285D77-08F1-4CC5-A3C3-FC8FFF9CDD03}" dt="2020-08-25T11:13:49.897" v="909" actId="26606"/>
          <ac:spMkLst>
            <pc:docMk/>
            <pc:sldMk cId="98631527" sldId="473"/>
            <ac:spMk id="22" creationId="{FF9F2414-84E8-453E-B1F3-389FDE8192D9}"/>
          </ac:spMkLst>
        </pc:spChg>
        <pc:spChg chg="add">
          <ac:chgData name="Clayton Silva" userId="29ef9a7b83f2ddc4" providerId="LiveId" clId="{7F285D77-08F1-4CC5-A3C3-FC8FFF9CDD03}" dt="2020-08-25T11:13:49.897" v="909" actId="26606"/>
          <ac:spMkLst>
            <pc:docMk/>
            <pc:sldMk cId="98631527" sldId="473"/>
            <ac:spMk id="24" creationId="{3ECA69A1-7536-43AC-85EF-C7106179F5ED}"/>
          </ac:spMkLst>
        </pc:spChg>
        <pc:picChg chg="add del mod">
          <ac:chgData name="Clayton Silva" userId="29ef9a7b83f2ddc4" providerId="LiveId" clId="{7F285D77-08F1-4CC5-A3C3-FC8FFF9CDD03}" dt="2020-08-25T11:26:05.997" v="1368" actId="478"/>
          <ac:picMkLst>
            <pc:docMk/>
            <pc:sldMk cId="98631527" sldId="473"/>
            <ac:picMk id="7" creationId="{E26331C6-89E8-4192-8415-AE2B026CAEF8}"/>
          </ac:picMkLst>
        </pc:picChg>
        <pc:picChg chg="add mod">
          <ac:chgData name="Clayton Silva" userId="29ef9a7b83f2ddc4" providerId="LiveId" clId="{7F285D77-08F1-4CC5-A3C3-FC8FFF9CDD03}" dt="2020-08-25T11:26:19.946" v="1371" actId="14100"/>
          <ac:picMkLst>
            <pc:docMk/>
            <pc:sldMk cId="98631527" sldId="473"/>
            <ac:picMk id="9" creationId="{E3F5B6E2-6F29-4BE6-B269-A981CBF1307B}"/>
          </ac:picMkLst>
        </pc:picChg>
      </pc:sldChg>
      <pc:sldChg chg="addSp modSp new mod ord setBg modClrScheme chgLayout">
        <pc:chgData name="Clayton Silva" userId="29ef9a7b83f2ddc4" providerId="LiveId" clId="{7F285D77-08F1-4CC5-A3C3-FC8FFF9CDD03}" dt="2020-08-25T11:19:09.816" v="1367" actId="114"/>
        <pc:sldMkLst>
          <pc:docMk/>
          <pc:sldMk cId="2955271363" sldId="474"/>
        </pc:sldMkLst>
        <pc:spChg chg="mod ord">
          <ac:chgData name="Clayton Silva" userId="29ef9a7b83f2ddc4" providerId="LiveId" clId="{7F285D77-08F1-4CC5-A3C3-FC8FFF9CDD03}" dt="2020-08-25T11:18:37.185" v="1361" actId="26606"/>
          <ac:spMkLst>
            <pc:docMk/>
            <pc:sldMk cId="2955271363" sldId="474"/>
            <ac:spMk id="2" creationId="{D377D6C7-E931-40C1-A304-071ECB347090}"/>
          </ac:spMkLst>
        </pc:spChg>
        <pc:spChg chg="mod ord">
          <ac:chgData name="Clayton Silva" userId="29ef9a7b83f2ddc4" providerId="LiveId" clId="{7F285D77-08F1-4CC5-A3C3-FC8FFF9CDD03}" dt="2020-08-25T11:18:37.185" v="1361" actId="26606"/>
          <ac:spMkLst>
            <pc:docMk/>
            <pc:sldMk cId="2955271363" sldId="474"/>
            <ac:spMk id="3" creationId="{4A3A112A-EBB8-44F2-A9D6-0D9A26CBF7E6}"/>
          </ac:spMkLst>
        </pc:spChg>
        <pc:spChg chg="add mod ord">
          <ac:chgData name="Clayton Silva" userId="29ef9a7b83f2ddc4" providerId="LiveId" clId="{7F285D77-08F1-4CC5-A3C3-FC8FFF9CDD03}" dt="2020-08-25T11:19:09.816" v="1367" actId="114"/>
          <ac:spMkLst>
            <pc:docMk/>
            <pc:sldMk cId="2955271363" sldId="474"/>
            <ac:spMk id="4" creationId="{D6A7EC69-896D-4320-9EB3-EE18D16A0655}"/>
          </ac:spMkLst>
        </pc:spChg>
        <pc:spChg chg="add">
          <ac:chgData name="Clayton Silva" userId="29ef9a7b83f2ddc4" providerId="LiveId" clId="{7F285D77-08F1-4CC5-A3C3-FC8FFF9CDD03}" dt="2020-08-25T11:18:37.185" v="1361" actId="26606"/>
          <ac:spMkLst>
            <pc:docMk/>
            <pc:sldMk cId="2955271363" sldId="474"/>
            <ac:spMk id="9" creationId="{907EF6B7-1338-4443-8C46-6A318D952DFD}"/>
          </ac:spMkLst>
        </pc:spChg>
        <pc:spChg chg="add">
          <ac:chgData name="Clayton Silva" userId="29ef9a7b83f2ddc4" providerId="LiveId" clId="{7F285D77-08F1-4CC5-A3C3-FC8FFF9CDD03}" dt="2020-08-25T11:18:37.185" v="1361" actId="26606"/>
          <ac:spMkLst>
            <pc:docMk/>
            <pc:sldMk cId="2955271363" sldId="474"/>
            <ac:spMk id="11" creationId="{DAAE4CDD-124C-4DCF-9584-B6033B545DD5}"/>
          </ac:spMkLst>
        </pc:spChg>
        <pc:spChg chg="add">
          <ac:chgData name="Clayton Silva" userId="29ef9a7b83f2ddc4" providerId="LiveId" clId="{7F285D77-08F1-4CC5-A3C3-FC8FFF9CDD03}" dt="2020-08-25T11:18:37.185" v="1361" actId="26606"/>
          <ac:spMkLst>
            <pc:docMk/>
            <pc:sldMk cId="2955271363" sldId="474"/>
            <ac:spMk id="13" creationId="{081E4A58-353D-44AE-B2FC-2A74E2E400F7}"/>
          </ac:spMkLst>
        </pc:spChg>
      </pc:sldChg>
      <pc:sldChg chg="modSp new del mod">
        <pc:chgData name="Clayton Silva" userId="29ef9a7b83f2ddc4" providerId="LiveId" clId="{7F285D77-08F1-4CC5-A3C3-FC8FFF9CDD03}" dt="2020-08-25T12:10:36.158" v="1543" actId="47"/>
        <pc:sldMkLst>
          <pc:docMk/>
          <pc:sldMk cId="941033448" sldId="475"/>
        </pc:sldMkLst>
        <pc:spChg chg="mod">
          <ac:chgData name="Clayton Silva" userId="29ef9a7b83f2ddc4" providerId="LiveId" clId="{7F285D77-08F1-4CC5-A3C3-FC8FFF9CDD03}" dt="2020-08-25T12:03:10.576" v="1397" actId="20577"/>
          <ac:spMkLst>
            <pc:docMk/>
            <pc:sldMk cId="941033448" sldId="475"/>
            <ac:spMk id="2" creationId="{0221C498-4789-43E0-81CB-36F066BBA927}"/>
          </ac:spMkLst>
        </pc:spChg>
        <pc:spChg chg="mod">
          <ac:chgData name="Clayton Silva" userId="29ef9a7b83f2ddc4" providerId="LiveId" clId="{7F285D77-08F1-4CC5-A3C3-FC8FFF9CDD03}" dt="2020-08-25T12:04:50.921" v="1539" actId="20577"/>
          <ac:spMkLst>
            <pc:docMk/>
            <pc:sldMk cId="941033448" sldId="475"/>
            <ac:spMk id="3" creationId="{D30433C4-4092-4B94-98C4-13205ECE5656}"/>
          </ac:spMkLst>
        </pc:spChg>
      </pc:sldChg>
      <pc:sldChg chg="addSp delSp modSp new mod ord setBg">
        <pc:chgData name="Clayton Silva" userId="29ef9a7b83f2ddc4" providerId="LiveId" clId="{7F285D77-08F1-4CC5-A3C3-FC8FFF9CDD03}" dt="2020-08-25T12:10:44.355" v="1545"/>
        <pc:sldMkLst>
          <pc:docMk/>
          <pc:sldMk cId="4235141391" sldId="476"/>
        </pc:sldMkLst>
        <pc:spChg chg="del">
          <ac:chgData name="Clayton Silva" userId="29ef9a7b83f2ddc4" providerId="LiveId" clId="{7F285D77-08F1-4CC5-A3C3-FC8FFF9CDD03}" dt="2020-08-25T12:10:18.468" v="1542" actId="26606"/>
          <ac:spMkLst>
            <pc:docMk/>
            <pc:sldMk cId="4235141391" sldId="476"/>
            <ac:spMk id="2" creationId="{5298B911-46CC-471D-A285-49CAA967FA7E}"/>
          </ac:spMkLst>
        </pc:spChg>
        <pc:spChg chg="del">
          <ac:chgData name="Clayton Silva" userId="29ef9a7b83f2ddc4" providerId="LiveId" clId="{7F285D77-08F1-4CC5-A3C3-FC8FFF9CDD03}" dt="2020-08-25T12:10:13.607" v="1541"/>
          <ac:spMkLst>
            <pc:docMk/>
            <pc:sldMk cId="4235141391" sldId="476"/>
            <ac:spMk id="3" creationId="{2118A787-B930-4647-A14F-AD9EBE95FDEC}"/>
          </ac:spMkLst>
        </pc:spChg>
        <pc:spChg chg="mod ord">
          <ac:chgData name="Clayton Silva" userId="29ef9a7b83f2ddc4" providerId="LiveId" clId="{7F285D77-08F1-4CC5-A3C3-FC8FFF9CDD03}" dt="2020-08-25T12:10:18.468" v="1542" actId="26606"/>
          <ac:spMkLst>
            <pc:docMk/>
            <pc:sldMk cId="4235141391" sldId="476"/>
            <ac:spMk id="4" creationId="{0D4B9F7D-AC5D-4174-B20B-5B16C42DE401}"/>
          </ac:spMkLst>
        </pc:spChg>
        <pc:spChg chg="add">
          <ac:chgData name="Clayton Silva" userId="29ef9a7b83f2ddc4" providerId="LiveId" clId="{7F285D77-08F1-4CC5-A3C3-FC8FFF9CDD03}" dt="2020-08-25T12:10:18.468" v="1542" actId="26606"/>
          <ac:spMkLst>
            <pc:docMk/>
            <pc:sldMk cId="4235141391" sldId="476"/>
            <ac:spMk id="71" creationId="{42A4FC2C-047E-45A5-965D-8E1E3BF09BC6}"/>
          </ac:spMkLst>
        </pc:spChg>
        <pc:picChg chg="add mod">
          <ac:chgData name="Clayton Silva" userId="29ef9a7b83f2ddc4" providerId="LiveId" clId="{7F285D77-08F1-4CC5-A3C3-FC8FFF9CDD03}" dt="2020-08-25T12:10:18.468" v="1542" actId="26606"/>
          <ac:picMkLst>
            <pc:docMk/>
            <pc:sldMk cId="4235141391" sldId="476"/>
            <ac:picMk id="6146" creationId="{FAC669DA-656B-4331-BEC0-1AF6353BCD80}"/>
          </ac:picMkLst>
        </pc:picChg>
      </pc:sldChg>
      <pc:sldMasterChg chg="delSldLayout">
        <pc:chgData name="Clayton Silva" userId="29ef9a7b83f2ddc4" providerId="LiveId" clId="{7F285D77-08F1-4CC5-A3C3-FC8FFF9CDD03}" dt="2020-08-24T20:17:19.022" v="12" actId="47"/>
        <pc:sldMasterMkLst>
          <pc:docMk/>
          <pc:sldMasterMk cId="0" sldId="2147483648"/>
        </pc:sldMasterMkLst>
        <pc:sldLayoutChg chg="del">
          <pc:chgData name="Clayton Silva" userId="29ef9a7b83f2ddc4" providerId="LiveId" clId="{7F285D77-08F1-4CC5-A3C3-FC8FFF9CDD03}" dt="2020-08-24T20:17:19.022" v="12" actId="47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del delSldLayout">
        <pc:chgData name="Clayton Silva" userId="29ef9a7b83f2ddc4" providerId="LiveId" clId="{7F285D77-08F1-4CC5-A3C3-FC8FFF9CDD03}" dt="2020-08-24T20:17:09.422" v="1" actId="47"/>
        <pc:sldMasterMkLst>
          <pc:docMk/>
          <pc:sldMasterMk cId="663870960" sldId="2147483663"/>
        </pc:sldMasterMkLst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785294091" sldId="2147483664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1258612332" sldId="2147483665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905486161" sldId="2147483666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831859103" sldId="2147483667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2449255296" sldId="2147483668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4012946158" sldId="2147483669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1207289321" sldId="2147483670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143273433" sldId="2147483671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2699481294" sldId="2147483672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2799511471" sldId="2147483673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1902620195" sldId="2147483674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1325194970" sldId="2147483675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3173456422" sldId="2147483676"/>
          </pc:sldLayoutMkLst>
        </pc:sldLayoutChg>
        <pc:sldLayoutChg chg="del">
          <pc:chgData name="Clayton Silva" userId="29ef9a7b83f2ddc4" providerId="LiveId" clId="{7F285D77-08F1-4CC5-A3C3-FC8FFF9CDD03}" dt="2020-08-24T20:17:09.422" v="1" actId="47"/>
          <pc:sldLayoutMkLst>
            <pc:docMk/>
            <pc:sldMasterMk cId="663870960" sldId="2147483663"/>
            <pc:sldLayoutMk cId="1886399934" sldId="2147483677"/>
          </pc:sldLayoutMkLst>
        </pc:sldLayoutChg>
      </pc:sldMasterChg>
    </pc:docChg>
  </pc:docChgLst>
  <pc:docChgLst>
    <pc:chgData name="Clayton Silva" userId="29ef9a7b83f2ddc4" providerId="LiveId" clId="{E3E8C801-BAF7-498A-82FE-26E22857D886}"/>
    <pc:docChg chg="undo custSel mod addSld delSld modSld sldOrd">
      <pc:chgData name="Clayton Silva" userId="29ef9a7b83f2ddc4" providerId="LiveId" clId="{E3E8C801-BAF7-498A-82FE-26E22857D886}" dt="2020-08-31T23:34:51.225" v="1587" actId="14100"/>
      <pc:docMkLst>
        <pc:docMk/>
      </pc:docMkLst>
      <pc:sldChg chg="modSp mod">
        <pc:chgData name="Clayton Silva" userId="29ef9a7b83f2ddc4" providerId="LiveId" clId="{E3E8C801-BAF7-498A-82FE-26E22857D886}" dt="2020-08-31T18:52:20.821" v="1" actId="20577"/>
        <pc:sldMkLst>
          <pc:docMk/>
          <pc:sldMk cId="603324679" sldId="453"/>
        </pc:sldMkLst>
        <pc:spChg chg="mod">
          <ac:chgData name="Clayton Silva" userId="29ef9a7b83f2ddc4" providerId="LiveId" clId="{E3E8C801-BAF7-498A-82FE-26E22857D886}" dt="2020-08-31T18:52:20.821" v="1" actId="20577"/>
          <ac:spMkLst>
            <pc:docMk/>
            <pc:sldMk cId="603324679" sldId="453"/>
            <ac:spMk id="4" creationId="{4D95FF0F-F271-48E7-A204-C5656918B6A3}"/>
          </ac:spMkLst>
        </pc:spChg>
      </pc:sldChg>
      <pc:sldChg chg="del">
        <pc:chgData name="Clayton Silva" userId="29ef9a7b83f2ddc4" providerId="LiveId" clId="{E3E8C801-BAF7-498A-82FE-26E22857D886}" dt="2020-08-31T18:52:57.966" v="3" actId="47"/>
        <pc:sldMkLst>
          <pc:docMk/>
          <pc:sldMk cId="1686542038" sldId="461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345142182" sldId="462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4095581884" sldId="463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243324654" sldId="464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4116769719" sldId="477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1111388" sldId="478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3112551658" sldId="479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3617102448" sldId="480"/>
        </pc:sldMkLst>
      </pc:sldChg>
      <pc:sldChg chg="del">
        <pc:chgData name="Clayton Silva" userId="29ef9a7b83f2ddc4" providerId="LiveId" clId="{E3E8C801-BAF7-498A-82FE-26E22857D886}" dt="2020-08-31T18:52:47.374" v="2" actId="47"/>
        <pc:sldMkLst>
          <pc:docMk/>
          <pc:sldMk cId="3890987695" sldId="481"/>
        </pc:sldMkLst>
      </pc:sldChg>
      <pc:sldChg chg="modSp mod">
        <pc:chgData name="Clayton Silva" userId="29ef9a7b83f2ddc4" providerId="LiveId" clId="{E3E8C801-BAF7-498A-82FE-26E22857D886}" dt="2020-08-31T19:25:20.862" v="133" actId="113"/>
        <pc:sldMkLst>
          <pc:docMk/>
          <pc:sldMk cId="3585478016" sldId="482"/>
        </pc:sldMkLst>
        <pc:spChg chg="mod">
          <ac:chgData name="Clayton Silva" userId="29ef9a7b83f2ddc4" providerId="LiveId" clId="{E3E8C801-BAF7-498A-82FE-26E22857D886}" dt="2020-08-31T19:25:20.862" v="133" actId="113"/>
          <ac:spMkLst>
            <pc:docMk/>
            <pc:sldMk cId="3585478016" sldId="482"/>
            <ac:spMk id="3" creationId="{F49D9E92-33BA-47FB-AAF4-54FCFB3051E9}"/>
          </ac:spMkLst>
        </pc:spChg>
      </pc:sldChg>
      <pc:sldChg chg="modSp mod">
        <pc:chgData name="Clayton Silva" userId="29ef9a7b83f2ddc4" providerId="LiveId" clId="{E3E8C801-BAF7-498A-82FE-26E22857D886}" dt="2020-08-31T19:23:41.817" v="128" actId="20577"/>
        <pc:sldMkLst>
          <pc:docMk/>
          <pc:sldMk cId="2428455882" sldId="484"/>
        </pc:sldMkLst>
        <pc:spChg chg="mod">
          <ac:chgData name="Clayton Silva" userId="29ef9a7b83f2ddc4" providerId="LiveId" clId="{E3E8C801-BAF7-498A-82FE-26E22857D886}" dt="2020-08-31T19:23:41.817" v="128" actId="20577"/>
          <ac:spMkLst>
            <pc:docMk/>
            <pc:sldMk cId="2428455882" sldId="484"/>
            <ac:spMk id="3" creationId="{1FEE41C3-92AA-443C-ADB5-12A7B2C34377}"/>
          </ac:spMkLst>
        </pc:spChg>
      </pc:sldChg>
      <pc:sldChg chg="addSp delSp modSp new mod ord setBg">
        <pc:chgData name="Clayton Silva" userId="29ef9a7b83f2ddc4" providerId="LiveId" clId="{E3E8C801-BAF7-498A-82FE-26E22857D886}" dt="2020-08-31T19:09:12.578" v="49" actId="20577"/>
        <pc:sldMkLst>
          <pc:docMk/>
          <pc:sldMk cId="2372885000" sldId="485"/>
        </pc:sldMkLst>
        <pc:spChg chg="mod">
          <ac:chgData name="Clayton Silva" userId="29ef9a7b83f2ddc4" providerId="LiveId" clId="{E3E8C801-BAF7-498A-82FE-26E22857D886}" dt="2020-08-31T19:09:12.578" v="49" actId="20577"/>
          <ac:spMkLst>
            <pc:docMk/>
            <pc:sldMk cId="2372885000" sldId="485"/>
            <ac:spMk id="2" creationId="{838BBEA9-800B-42F9-923A-89C5AAB49F3F}"/>
          </ac:spMkLst>
        </pc:spChg>
        <pc:spChg chg="del">
          <ac:chgData name="Clayton Silva" userId="29ef9a7b83f2ddc4" providerId="LiveId" clId="{E3E8C801-BAF7-498A-82FE-26E22857D886}" dt="2020-08-31T19:08:37.013" v="10" actId="478"/>
          <ac:spMkLst>
            <pc:docMk/>
            <pc:sldMk cId="2372885000" sldId="485"/>
            <ac:spMk id="3" creationId="{B6F20A85-4B8E-4D20-9EB1-8FDE8813494A}"/>
          </ac:spMkLst>
        </pc:spChg>
        <pc:spChg chg="del">
          <ac:chgData name="Clayton Silva" userId="29ef9a7b83f2ddc4" providerId="LiveId" clId="{E3E8C801-BAF7-498A-82FE-26E22857D886}" dt="2020-08-31T19:08:48.023" v="12" actId="478"/>
          <ac:spMkLst>
            <pc:docMk/>
            <pc:sldMk cId="2372885000" sldId="485"/>
            <ac:spMk id="4" creationId="{A78D108B-E813-4F2B-870C-590A63D7C345}"/>
          </ac:spMkLst>
        </pc:spChg>
        <pc:spChg chg="add">
          <ac:chgData name="Clayton Silva" userId="29ef9a7b83f2ddc4" providerId="LiveId" clId="{E3E8C801-BAF7-498A-82FE-26E22857D886}" dt="2020-08-31T19:08:51.184" v="13" actId="26606"/>
          <ac:spMkLst>
            <pc:docMk/>
            <pc:sldMk cId="2372885000" sldId="485"/>
            <ac:spMk id="11" creationId="{A4AC5506-6312-4701-8D3C-40187889A947}"/>
          </ac:spMkLst>
        </pc:spChg>
        <pc:picChg chg="add mod">
          <ac:chgData name="Clayton Silva" userId="29ef9a7b83f2ddc4" providerId="LiveId" clId="{E3E8C801-BAF7-498A-82FE-26E22857D886}" dt="2020-08-31T19:08:58.939" v="15" actId="1076"/>
          <ac:picMkLst>
            <pc:docMk/>
            <pc:sldMk cId="2372885000" sldId="485"/>
            <ac:picMk id="6" creationId="{CA832147-EA86-462B-B825-34CA0EB40BD4}"/>
          </ac:picMkLst>
        </pc:picChg>
      </pc:sldChg>
      <pc:sldChg chg="delSp modSp new mod">
        <pc:chgData name="Clayton Silva" userId="29ef9a7b83f2ddc4" providerId="LiveId" clId="{E3E8C801-BAF7-498A-82FE-26E22857D886}" dt="2020-08-31T20:02:33.851" v="721" actId="113"/>
        <pc:sldMkLst>
          <pc:docMk/>
          <pc:sldMk cId="149826259" sldId="486"/>
        </pc:sldMkLst>
        <pc:spChg chg="mod">
          <ac:chgData name="Clayton Silva" userId="29ef9a7b83f2ddc4" providerId="LiveId" clId="{E3E8C801-BAF7-498A-82FE-26E22857D886}" dt="2020-08-31T20:02:26.583" v="719" actId="113"/>
          <ac:spMkLst>
            <pc:docMk/>
            <pc:sldMk cId="149826259" sldId="486"/>
            <ac:spMk id="2" creationId="{C76153EE-17BF-4BA0-9ADF-8EE1104058F0}"/>
          </ac:spMkLst>
        </pc:spChg>
        <pc:spChg chg="mod">
          <ac:chgData name="Clayton Silva" userId="29ef9a7b83f2ddc4" providerId="LiveId" clId="{E3E8C801-BAF7-498A-82FE-26E22857D886}" dt="2020-08-31T20:02:33.851" v="721" actId="113"/>
          <ac:spMkLst>
            <pc:docMk/>
            <pc:sldMk cId="149826259" sldId="486"/>
            <ac:spMk id="3" creationId="{472B4B2D-BF57-422D-9D2E-08AE6F8B7CA1}"/>
          </ac:spMkLst>
        </pc:spChg>
        <pc:spChg chg="del">
          <ac:chgData name="Clayton Silva" userId="29ef9a7b83f2ddc4" providerId="LiveId" clId="{E3E8C801-BAF7-498A-82FE-26E22857D886}" dt="2020-08-31T19:31:13.425" v="447" actId="478"/>
          <ac:spMkLst>
            <pc:docMk/>
            <pc:sldMk cId="149826259" sldId="486"/>
            <ac:spMk id="4" creationId="{10B0DCD2-5E3A-4A03-8457-77E73241A151}"/>
          </ac:spMkLst>
        </pc:spChg>
      </pc:sldChg>
      <pc:sldChg chg="addSp delSp modSp add mod setBg">
        <pc:chgData name="Clayton Silva" userId="29ef9a7b83f2ddc4" providerId="LiveId" clId="{E3E8C801-BAF7-498A-82FE-26E22857D886}" dt="2020-08-31T19:41:13.851" v="693" actId="20577"/>
        <pc:sldMkLst>
          <pc:docMk/>
          <pc:sldMk cId="1987377547" sldId="487"/>
        </pc:sldMkLst>
        <pc:spChg chg="mod">
          <ac:chgData name="Clayton Silva" userId="29ef9a7b83f2ddc4" providerId="LiveId" clId="{E3E8C801-BAF7-498A-82FE-26E22857D886}" dt="2020-08-31T19:39:28.757" v="483" actId="26606"/>
          <ac:spMkLst>
            <pc:docMk/>
            <pc:sldMk cId="1987377547" sldId="487"/>
            <ac:spMk id="2" creationId="{C76153EE-17BF-4BA0-9ADF-8EE1104058F0}"/>
          </ac:spMkLst>
        </pc:spChg>
        <pc:spChg chg="del">
          <ac:chgData name="Clayton Silva" userId="29ef9a7b83f2ddc4" providerId="LiveId" clId="{E3E8C801-BAF7-498A-82FE-26E22857D886}" dt="2020-08-31T19:38:23.934" v="449" actId="478"/>
          <ac:spMkLst>
            <pc:docMk/>
            <pc:sldMk cId="1987377547" sldId="487"/>
            <ac:spMk id="3" creationId="{472B4B2D-BF57-422D-9D2E-08AE6F8B7CA1}"/>
          </ac:spMkLst>
        </pc:spChg>
        <pc:spChg chg="add del mod">
          <ac:chgData name="Clayton Silva" userId="29ef9a7b83f2ddc4" providerId="LiveId" clId="{E3E8C801-BAF7-498A-82FE-26E22857D886}" dt="2020-08-31T19:38:38.903" v="474" actId="22"/>
          <ac:spMkLst>
            <pc:docMk/>
            <pc:sldMk cId="1987377547" sldId="487"/>
            <ac:spMk id="5" creationId="{C656DFF4-0D31-4FC1-A601-287679A9BC96}"/>
          </ac:spMkLst>
        </pc:spChg>
        <pc:spChg chg="add del">
          <ac:chgData name="Clayton Silva" userId="29ef9a7b83f2ddc4" providerId="LiveId" clId="{E3E8C801-BAF7-498A-82FE-26E22857D886}" dt="2020-08-31T19:39:28.704" v="482" actId="26606"/>
          <ac:spMkLst>
            <pc:docMk/>
            <pc:sldMk cId="1987377547" sldId="487"/>
            <ac:spMk id="11" creationId="{E0AEE121-D28A-4D34-8F24-ED859878FF55}"/>
          </ac:spMkLst>
        </pc:spChg>
        <pc:spChg chg="add del">
          <ac:chgData name="Clayton Silva" userId="29ef9a7b83f2ddc4" providerId="LiveId" clId="{E3E8C801-BAF7-498A-82FE-26E22857D886}" dt="2020-08-31T19:39:28.704" v="482" actId="26606"/>
          <ac:spMkLst>
            <pc:docMk/>
            <pc:sldMk cId="1987377547" sldId="487"/>
            <ac:spMk id="14" creationId="{B05E4F47-B148-49E0-B472-BBF149315524}"/>
          </ac:spMkLst>
        </pc:spChg>
        <pc:spChg chg="add del">
          <ac:chgData name="Clayton Silva" userId="29ef9a7b83f2ddc4" providerId="LiveId" clId="{E3E8C801-BAF7-498A-82FE-26E22857D886}" dt="2020-08-31T19:39:28.704" v="482" actId="26606"/>
          <ac:spMkLst>
            <pc:docMk/>
            <pc:sldMk cId="1987377547" sldId="487"/>
            <ac:spMk id="18" creationId="{684BF3E1-C321-4F38-85CF-FEBBEEC15E2D}"/>
          </ac:spMkLst>
        </pc:spChg>
        <pc:spChg chg="add">
          <ac:chgData name="Clayton Silva" userId="29ef9a7b83f2ddc4" providerId="LiveId" clId="{E3E8C801-BAF7-498A-82FE-26E22857D886}" dt="2020-08-31T19:39:28.757" v="483" actId="26606"/>
          <ac:spMkLst>
            <pc:docMk/>
            <pc:sldMk cId="1987377547" sldId="487"/>
            <ac:spMk id="20" creationId="{22587ECF-85E9-4393-9D87-8EB6F3F6C208}"/>
          </ac:spMkLst>
        </pc:spChg>
        <pc:spChg chg="add mod">
          <ac:chgData name="Clayton Silva" userId="29ef9a7b83f2ddc4" providerId="LiveId" clId="{E3E8C801-BAF7-498A-82FE-26E22857D886}" dt="2020-08-31T19:41:13.851" v="693" actId="20577"/>
          <ac:spMkLst>
            <pc:docMk/>
            <pc:sldMk cId="1987377547" sldId="487"/>
            <ac:spMk id="21" creationId="{DD1519E0-502D-420C-BB0E-EAEC7D453DD7}"/>
          </ac:spMkLst>
        </pc:spChg>
        <pc:picChg chg="add mod ord">
          <ac:chgData name="Clayton Silva" userId="29ef9a7b83f2ddc4" providerId="LiveId" clId="{E3E8C801-BAF7-498A-82FE-26E22857D886}" dt="2020-08-31T19:39:28.757" v="483" actId="26606"/>
          <ac:picMkLst>
            <pc:docMk/>
            <pc:sldMk cId="1987377547" sldId="487"/>
            <ac:picMk id="7" creationId="{A2C1A33F-54AE-4584-9A79-1B8D9533686B}"/>
          </ac:picMkLst>
        </pc:picChg>
        <pc:picChg chg="add del">
          <ac:chgData name="Clayton Silva" userId="29ef9a7b83f2ddc4" providerId="LiveId" clId="{E3E8C801-BAF7-498A-82FE-26E22857D886}" dt="2020-08-31T19:39:28.704" v="482" actId="26606"/>
          <ac:picMkLst>
            <pc:docMk/>
            <pc:sldMk cId="1987377547" sldId="487"/>
            <ac:picMk id="16" creationId="{7A2CE8EB-F719-4F84-9E91-F538438CAC76}"/>
          </ac:picMkLst>
        </pc:picChg>
      </pc:sldChg>
      <pc:sldChg chg="addSp delSp modSp add mod">
        <pc:chgData name="Clayton Silva" userId="29ef9a7b83f2ddc4" providerId="LiveId" clId="{E3E8C801-BAF7-498A-82FE-26E22857D886}" dt="2020-08-31T19:46:18.682" v="699" actId="26606"/>
        <pc:sldMkLst>
          <pc:docMk/>
          <pc:sldMk cId="2585395704" sldId="488"/>
        </pc:sldMkLst>
        <pc:spChg chg="mod">
          <ac:chgData name="Clayton Silva" userId="29ef9a7b83f2ddc4" providerId="LiveId" clId="{E3E8C801-BAF7-498A-82FE-26E22857D886}" dt="2020-08-31T19:46:18.682" v="699" actId="26606"/>
          <ac:spMkLst>
            <pc:docMk/>
            <pc:sldMk cId="2585395704" sldId="488"/>
            <ac:spMk id="2" creationId="{C76153EE-17BF-4BA0-9ADF-8EE1104058F0}"/>
          </ac:spMkLst>
        </pc:spChg>
        <pc:spChg chg="add del mod">
          <ac:chgData name="Clayton Silva" userId="29ef9a7b83f2ddc4" providerId="LiveId" clId="{E3E8C801-BAF7-498A-82FE-26E22857D886}" dt="2020-08-31T19:46:08.679" v="696" actId="478"/>
          <ac:spMkLst>
            <pc:docMk/>
            <pc:sldMk cId="2585395704" sldId="488"/>
            <ac:spMk id="4" creationId="{7E117FC4-6CCC-4704-AB9C-2BB5BAEF8C77}"/>
          </ac:spMkLst>
        </pc:spChg>
        <pc:spChg chg="del">
          <ac:chgData name="Clayton Silva" userId="29ef9a7b83f2ddc4" providerId="LiveId" clId="{E3E8C801-BAF7-498A-82FE-26E22857D886}" dt="2020-08-31T19:46:18.682" v="699" actId="26606"/>
          <ac:spMkLst>
            <pc:docMk/>
            <pc:sldMk cId="2585395704" sldId="488"/>
            <ac:spMk id="20" creationId="{22587ECF-85E9-4393-9D87-8EB6F3F6C208}"/>
          </ac:spMkLst>
        </pc:spChg>
        <pc:spChg chg="del">
          <ac:chgData name="Clayton Silva" userId="29ef9a7b83f2ddc4" providerId="LiveId" clId="{E3E8C801-BAF7-498A-82FE-26E22857D886}" dt="2020-08-31T19:46:06.119" v="695" actId="478"/>
          <ac:spMkLst>
            <pc:docMk/>
            <pc:sldMk cId="2585395704" sldId="488"/>
            <ac:spMk id="21" creationId="{DD1519E0-502D-420C-BB0E-EAEC7D453DD7}"/>
          </ac:spMkLst>
        </pc:spChg>
        <pc:spChg chg="add">
          <ac:chgData name="Clayton Silva" userId="29ef9a7b83f2ddc4" providerId="LiveId" clId="{E3E8C801-BAF7-498A-82FE-26E22857D886}" dt="2020-08-31T19:46:18.682" v="699" actId="26606"/>
          <ac:spMkLst>
            <pc:docMk/>
            <pc:sldMk cId="2585395704" sldId="488"/>
            <ac:spMk id="25" creationId="{1707FC24-6981-43D9-B525-C7832BA22463}"/>
          </ac:spMkLst>
        </pc:spChg>
        <pc:picChg chg="add mod">
          <ac:chgData name="Clayton Silva" userId="29ef9a7b83f2ddc4" providerId="LiveId" clId="{E3E8C801-BAF7-498A-82FE-26E22857D886}" dt="2020-08-31T19:46:18.682" v="699" actId="26606"/>
          <ac:picMkLst>
            <pc:docMk/>
            <pc:sldMk cId="2585395704" sldId="488"/>
            <ac:picMk id="6" creationId="{A7E68BE3-B250-49E6-926C-73130A861E72}"/>
          </ac:picMkLst>
        </pc:picChg>
        <pc:picChg chg="del">
          <ac:chgData name="Clayton Silva" userId="29ef9a7b83f2ddc4" providerId="LiveId" clId="{E3E8C801-BAF7-498A-82FE-26E22857D886}" dt="2020-08-31T19:46:11.630" v="697" actId="478"/>
          <ac:picMkLst>
            <pc:docMk/>
            <pc:sldMk cId="2585395704" sldId="488"/>
            <ac:picMk id="7" creationId="{A2C1A33F-54AE-4584-9A79-1B8D9533686B}"/>
          </ac:picMkLst>
        </pc:picChg>
      </pc:sldChg>
      <pc:sldChg chg="addSp delSp modSp new mod setBg chgLayout">
        <pc:chgData name="Clayton Silva" userId="29ef9a7b83f2ddc4" providerId="LiveId" clId="{E3E8C801-BAF7-498A-82FE-26E22857D886}" dt="2020-08-31T20:02:14.018" v="718"/>
        <pc:sldMkLst>
          <pc:docMk/>
          <pc:sldMk cId="2399011129" sldId="489"/>
        </pc:sldMkLst>
        <pc:spChg chg="del">
          <ac:chgData name="Clayton Silva" userId="29ef9a7b83f2ddc4" providerId="LiveId" clId="{E3E8C801-BAF7-498A-82FE-26E22857D886}" dt="2020-08-31T20:01:01.241" v="701" actId="700"/>
          <ac:spMkLst>
            <pc:docMk/>
            <pc:sldMk cId="2399011129" sldId="489"/>
            <ac:spMk id="2" creationId="{FBB8DC95-41D2-486C-8424-302E0D48BD45}"/>
          </ac:spMkLst>
        </pc:spChg>
        <pc:spChg chg="del">
          <ac:chgData name="Clayton Silva" userId="29ef9a7b83f2ddc4" providerId="LiveId" clId="{E3E8C801-BAF7-498A-82FE-26E22857D886}" dt="2020-08-31T20:01:01.241" v="701" actId="700"/>
          <ac:spMkLst>
            <pc:docMk/>
            <pc:sldMk cId="2399011129" sldId="489"/>
            <ac:spMk id="3" creationId="{EC583CCE-EFB0-443C-89C4-D738D508577E}"/>
          </ac:spMkLst>
        </pc:spChg>
        <pc:spChg chg="del mod ord">
          <ac:chgData name="Clayton Silva" userId="29ef9a7b83f2ddc4" providerId="LiveId" clId="{E3E8C801-BAF7-498A-82FE-26E22857D886}" dt="2020-08-31T20:01:11.188" v="704" actId="478"/>
          <ac:spMkLst>
            <pc:docMk/>
            <pc:sldMk cId="2399011129" sldId="489"/>
            <ac:spMk id="4" creationId="{9D446117-9E24-46E7-BA19-47767DDC635D}"/>
          </ac:spMkLst>
        </pc:spChg>
        <pc:spChg chg="add mod ord">
          <ac:chgData name="Clayton Silva" userId="29ef9a7b83f2ddc4" providerId="LiveId" clId="{E3E8C801-BAF7-498A-82FE-26E22857D886}" dt="2020-08-31T20:02:14.018" v="718"/>
          <ac:spMkLst>
            <pc:docMk/>
            <pc:sldMk cId="2399011129" sldId="489"/>
            <ac:spMk id="5" creationId="{81044518-2D4B-44CA-80B6-0B7CDB6B6242}"/>
          </ac:spMkLst>
        </pc:spChg>
        <pc:spChg chg="add del mod ord">
          <ac:chgData name="Clayton Silva" userId="29ef9a7b83f2ddc4" providerId="LiveId" clId="{E3E8C801-BAF7-498A-82FE-26E22857D886}" dt="2020-08-31T20:01:04.979" v="702" actId="478"/>
          <ac:spMkLst>
            <pc:docMk/>
            <pc:sldMk cId="2399011129" sldId="489"/>
            <ac:spMk id="6" creationId="{DCD0CE10-9EEF-45EA-9B97-2CCFD28BC107}"/>
          </ac:spMkLst>
        </pc:spChg>
        <pc:spChg chg="add">
          <ac:chgData name="Clayton Silva" userId="29ef9a7b83f2ddc4" providerId="LiveId" clId="{E3E8C801-BAF7-498A-82FE-26E22857D886}" dt="2020-08-31T20:01:40.421" v="713" actId="26606"/>
          <ac:spMkLst>
            <pc:docMk/>
            <pc:sldMk cId="2399011129" sldId="489"/>
            <ac:spMk id="13" creationId="{A4AC5506-6312-4701-8D3C-40187889A947}"/>
          </ac:spMkLst>
        </pc:spChg>
        <pc:picChg chg="add mod">
          <ac:chgData name="Clayton Silva" userId="29ef9a7b83f2ddc4" providerId="LiveId" clId="{E3E8C801-BAF7-498A-82FE-26E22857D886}" dt="2020-08-31T20:01:56.427" v="717" actId="1076"/>
          <ac:picMkLst>
            <pc:docMk/>
            <pc:sldMk cId="2399011129" sldId="489"/>
            <ac:picMk id="8" creationId="{EF221501-9040-4731-B2AD-7641D5E6C3FE}"/>
          </ac:picMkLst>
        </pc:picChg>
      </pc:sldChg>
      <pc:sldChg chg="addSp delSp modSp new mod setBg">
        <pc:chgData name="Clayton Silva" userId="29ef9a7b83f2ddc4" providerId="LiveId" clId="{E3E8C801-BAF7-498A-82FE-26E22857D886}" dt="2020-08-31T20:24:01.588" v="1047" actId="14100"/>
        <pc:sldMkLst>
          <pc:docMk/>
          <pc:sldMk cId="742091054" sldId="490"/>
        </pc:sldMkLst>
        <pc:spChg chg="mod">
          <ac:chgData name="Clayton Silva" userId="29ef9a7b83f2ddc4" providerId="LiveId" clId="{E3E8C801-BAF7-498A-82FE-26E22857D886}" dt="2020-08-31T20:23:49.113" v="1044" actId="26606"/>
          <ac:spMkLst>
            <pc:docMk/>
            <pc:sldMk cId="742091054" sldId="490"/>
            <ac:spMk id="2" creationId="{2FED3AC7-ECD3-47CB-955C-30462F3113EF}"/>
          </ac:spMkLst>
        </pc:spChg>
        <pc:spChg chg="mod">
          <ac:chgData name="Clayton Silva" userId="29ef9a7b83f2ddc4" providerId="LiveId" clId="{E3E8C801-BAF7-498A-82FE-26E22857D886}" dt="2020-08-31T20:24:01.588" v="1047" actId="14100"/>
          <ac:spMkLst>
            <pc:docMk/>
            <pc:sldMk cId="742091054" sldId="490"/>
            <ac:spMk id="3" creationId="{EFFF119F-9673-4B3E-893F-0C19EDB32B1D}"/>
          </ac:spMkLst>
        </pc:spChg>
        <pc:spChg chg="del mod">
          <ac:chgData name="Clayton Silva" userId="29ef9a7b83f2ddc4" providerId="LiveId" clId="{E3E8C801-BAF7-498A-82FE-26E22857D886}" dt="2020-08-31T20:23:54.186" v="1045" actId="478"/>
          <ac:spMkLst>
            <pc:docMk/>
            <pc:sldMk cId="742091054" sldId="490"/>
            <ac:spMk id="4" creationId="{71F99ADA-5D9A-440A-BD76-ABDAC287C95B}"/>
          </ac:spMkLst>
        </pc:spChg>
        <pc:spChg chg="add">
          <ac:chgData name="Clayton Silva" userId="29ef9a7b83f2ddc4" providerId="LiveId" clId="{E3E8C801-BAF7-498A-82FE-26E22857D886}" dt="2020-08-31T20:23:49.113" v="1044" actId="26606"/>
          <ac:spMkLst>
            <pc:docMk/>
            <pc:sldMk cId="742091054" sldId="490"/>
            <ac:spMk id="9" creationId="{081EA652-8C6A-4E69-BEB9-170809474553}"/>
          </ac:spMkLst>
        </pc:spChg>
        <pc:spChg chg="add">
          <ac:chgData name="Clayton Silva" userId="29ef9a7b83f2ddc4" providerId="LiveId" clId="{E3E8C801-BAF7-498A-82FE-26E22857D886}" dt="2020-08-31T20:23:49.113" v="1044" actId="26606"/>
          <ac:spMkLst>
            <pc:docMk/>
            <pc:sldMk cId="742091054" sldId="490"/>
            <ac:spMk id="11" creationId="{5298780A-33B9-4EA2-8F67-DE68AD62841B}"/>
          </ac:spMkLst>
        </pc:spChg>
        <pc:spChg chg="add">
          <ac:chgData name="Clayton Silva" userId="29ef9a7b83f2ddc4" providerId="LiveId" clId="{E3E8C801-BAF7-498A-82FE-26E22857D886}" dt="2020-08-31T20:23:49.113" v="1044" actId="26606"/>
          <ac:spMkLst>
            <pc:docMk/>
            <pc:sldMk cId="742091054" sldId="490"/>
            <ac:spMk id="13" creationId="{7F488E8B-4E1E-4402-8935-D4E6C02615C7}"/>
          </ac:spMkLst>
        </pc:spChg>
        <pc:cxnChg chg="add">
          <ac:chgData name="Clayton Silva" userId="29ef9a7b83f2ddc4" providerId="LiveId" clId="{E3E8C801-BAF7-498A-82FE-26E22857D886}" dt="2020-08-31T20:23:49.113" v="1044" actId="26606"/>
          <ac:cxnSpMkLst>
            <pc:docMk/>
            <pc:sldMk cId="742091054" sldId="490"/>
            <ac:cxnSpMk id="15" creationId="{23AAC9B5-8015-485C-ACF9-A750390E9A56}"/>
          </ac:cxnSpMkLst>
        </pc:cxnChg>
      </pc:sldChg>
      <pc:sldChg chg="addSp delSp modSp new mod modClrScheme chgLayout">
        <pc:chgData name="Clayton Silva" userId="29ef9a7b83f2ddc4" providerId="LiveId" clId="{E3E8C801-BAF7-498A-82FE-26E22857D886}" dt="2020-08-31T23:09:37.768" v="1078" actId="1076"/>
        <pc:sldMkLst>
          <pc:docMk/>
          <pc:sldMk cId="964442226" sldId="491"/>
        </pc:sldMkLst>
        <pc:spChg chg="del">
          <ac:chgData name="Clayton Silva" userId="29ef9a7b83f2ddc4" providerId="LiveId" clId="{E3E8C801-BAF7-498A-82FE-26E22857D886}" dt="2020-08-31T22:47:57.021" v="1049" actId="700"/>
          <ac:spMkLst>
            <pc:docMk/>
            <pc:sldMk cId="964442226" sldId="491"/>
            <ac:spMk id="2" creationId="{583FC42A-F0F5-4644-8EEB-321F2BC76161}"/>
          </ac:spMkLst>
        </pc:spChg>
        <pc:spChg chg="del mod ord">
          <ac:chgData name="Clayton Silva" userId="29ef9a7b83f2ddc4" providerId="LiveId" clId="{E3E8C801-BAF7-498A-82FE-26E22857D886}" dt="2020-08-31T22:47:57.021" v="1049" actId="700"/>
          <ac:spMkLst>
            <pc:docMk/>
            <pc:sldMk cId="964442226" sldId="491"/>
            <ac:spMk id="3" creationId="{58BFA447-7497-4B7C-90F2-C951F723919D}"/>
          </ac:spMkLst>
        </pc:spChg>
        <pc:spChg chg="del mod ord">
          <ac:chgData name="Clayton Silva" userId="29ef9a7b83f2ddc4" providerId="LiveId" clId="{E3E8C801-BAF7-498A-82FE-26E22857D886}" dt="2020-08-31T22:48:03.439" v="1051" actId="478"/>
          <ac:spMkLst>
            <pc:docMk/>
            <pc:sldMk cId="964442226" sldId="491"/>
            <ac:spMk id="4" creationId="{21DFAB5D-8F81-496C-A78E-EC45472B4A94}"/>
          </ac:spMkLst>
        </pc:spChg>
        <pc:spChg chg="add del mod ord">
          <ac:chgData name="Clayton Silva" userId="29ef9a7b83f2ddc4" providerId="LiveId" clId="{E3E8C801-BAF7-498A-82FE-26E22857D886}" dt="2020-08-31T22:47:59.672" v="1050" actId="478"/>
          <ac:spMkLst>
            <pc:docMk/>
            <pc:sldMk cId="964442226" sldId="491"/>
            <ac:spMk id="5" creationId="{EBD73AB7-00F9-4DAC-9E1B-40E0EE56E13E}"/>
          </ac:spMkLst>
        </pc:spChg>
        <pc:picChg chg="add del mod">
          <ac:chgData name="Clayton Silva" userId="29ef9a7b83f2ddc4" providerId="LiveId" clId="{E3E8C801-BAF7-498A-82FE-26E22857D886}" dt="2020-08-31T22:51:52.466" v="1061" actId="478"/>
          <ac:picMkLst>
            <pc:docMk/>
            <pc:sldMk cId="964442226" sldId="491"/>
            <ac:picMk id="6" creationId="{B621A0B9-EA41-46AB-BC1C-450C0247F695}"/>
          </ac:picMkLst>
        </pc:picChg>
        <pc:picChg chg="add mod">
          <ac:chgData name="Clayton Silva" userId="29ef9a7b83f2ddc4" providerId="LiveId" clId="{E3E8C801-BAF7-498A-82FE-26E22857D886}" dt="2020-08-31T22:54:51.951" v="1067" actId="1076"/>
          <ac:picMkLst>
            <pc:docMk/>
            <pc:sldMk cId="964442226" sldId="491"/>
            <ac:picMk id="7" creationId="{402761A2-9FF6-4A2C-ADE1-B66EE148F755}"/>
          </ac:picMkLst>
        </pc:picChg>
        <pc:picChg chg="add del mod">
          <ac:chgData name="Clayton Silva" userId="29ef9a7b83f2ddc4" providerId="LiveId" clId="{E3E8C801-BAF7-498A-82FE-26E22857D886}" dt="2020-08-31T23:09:22.045" v="1073" actId="478"/>
          <ac:picMkLst>
            <pc:docMk/>
            <pc:sldMk cId="964442226" sldId="491"/>
            <ac:picMk id="9" creationId="{F8C73461-5E0B-4880-A122-95668FC0D2B9}"/>
          </ac:picMkLst>
        </pc:picChg>
        <pc:picChg chg="add mod">
          <ac:chgData name="Clayton Silva" userId="29ef9a7b83f2ddc4" providerId="LiveId" clId="{E3E8C801-BAF7-498A-82FE-26E22857D886}" dt="2020-08-31T23:09:37.768" v="1078" actId="1076"/>
          <ac:picMkLst>
            <pc:docMk/>
            <pc:sldMk cId="964442226" sldId="491"/>
            <ac:picMk id="11" creationId="{CD093422-6556-4376-B08A-0AB1F6BD0619}"/>
          </ac:picMkLst>
        </pc:picChg>
      </pc:sldChg>
      <pc:sldChg chg="modSp add mod ord">
        <pc:chgData name="Clayton Silva" userId="29ef9a7b83f2ddc4" providerId="LiveId" clId="{E3E8C801-BAF7-498A-82FE-26E22857D886}" dt="2020-08-31T23:14:26.710" v="1258" actId="20577"/>
        <pc:sldMkLst>
          <pc:docMk/>
          <pc:sldMk cId="2242799133" sldId="492"/>
        </pc:sldMkLst>
        <pc:spChg chg="mod">
          <ac:chgData name="Clayton Silva" userId="29ef9a7b83f2ddc4" providerId="LiveId" clId="{E3E8C801-BAF7-498A-82FE-26E22857D886}" dt="2020-08-31T23:11:10.140" v="1104" actId="20577"/>
          <ac:spMkLst>
            <pc:docMk/>
            <pc:sldMk cId="2242799133" sldId="492"/>
            <ac:spMk id="2" creationId="{2FED3AC7-ECD3-47CB-955C-30462F3113EF}"/>
          </ac:spMkLst>
        </pc:spChg>
        <pc:spChg chg="mod">
          <ac:chgData name="Clayton Silva" userId="29ef9a7b83f2ddc4" providerId="LiveId" clId="{E3E8C801-BAF7-498A-82FE-26E22857D886}" dt="2020-08-31T23:14:26.710" v="1258" actId="20577"/>
          <ac:spMkLst>
            <pc:docMk/>
            <pc:sldMk cId="2242799133" sldId="492"/>
            <ac:spMk id="3" creationId="{EFFF119F-9673-4B3E-893F-0C19EDB32B1D}"/>
          </ac:spMkLst>
        </pc:spChg>
      </pc:sldChg>
      <pc:sldChg chg="addSp delSp modSp new mod">
        <pc:chgData name="Clayton Silva" userId="29ef9a7b83f2ddc4" providerId="LiveId" clId="{E3E8C801-BAF7-498A-82FE-26E22857D886}" dt="2020-08-31T23:29:31.038" v="1582" actId="1076"/>
        <pc:sldMkLst>
          <pc:docMk/>
          <pc:sldMk cId="2840110407" sldId="493"/>
        </pc:sldMkLst>
        <pc:spChg chg="mod">
          <ac:chgData name="Clayton Silva" userId="29ef9a7b83f2ddc4" providerId="LiveId" clId="{E3E8C801-BAF7-498A-82FE-26E22857D886}" dt="2020-08-31T23:19:34.233" v="1391" actId="20577"/>
          <ac:spMkLst>
            <pc:docMk/>
            <pc:sldMk cId="2840110407" sldId="493"/>
            <ac:spMk id="2" creationId="{3E830773-E2B5-4DD8-92D2-AF0372580871}"/>
          </ac:spMkLst>
        </pc:spChg>
        <pc:spChg chg="mod">
          <ac:chgData name="Clayton Silva" userId="29ef9a7b83f2ddc4" providerId="LiveId" clId="{E3E8C801-BAF7-498A-82FE-26E22857D886}" dt="2020-08-31T23:29:13.492" v="1578" actId="20577"/>
          <ac:spMkLst>
            <pc:docMk/>
            <pc:sldMk cId="2840110407" sldId="493"/>
            <ac:spMk id="3" creationId="{225F0837-31DE-4443-9C64-794D8918DF6D}"/>
          </ac:spMkLst>
        </pc:spChg>
        <pc:spChg chg="del">
          <ac:chgData name="Clayton Silva" userId="29ef9a7b83f2ddc4" providerId="LiveId" clId="{E3E8C801-BAF7-498A-82FE-26E22857D886}" dt="2020-08-31T23:29:18.853" v="1579" actId="478"/>
          <ac:spMkLst>
            <pc:docMk/>
            <pc:sldMk cId="2840110407" sldId="493"/>
            <ac:spMk id="4" creationId="{B55C2530-C670-49BB-AB3E-F66560A5DD14}"/>
          </ac:spMkLst>
        </pc:spChg>
        <pc:picChg chg="add mod">
          <ac:chgData name="Clayton Silva" userId="29ef9a7b83f2ddc4" providerId="LiveId" clId="{E3E8C801-BAF7-498A-82FE-26E22857D886}" dt="2020-08-31T23:29:31.038" v="1582" actId="1076"/>
          <ac:picMkLst>
            <pc:docMk/>
            <pc:sldMk cId="2840110407" sldId="493"/>
            <ac:picMk id="6" creationId="{CF35F2AD-0499-40EF-8152-101B3866D4AA}"/>
          </ac:picMkLst>
        </pc:picChg>
      </pc:sldChg>
      <pc:sldChg chg="addSp delSp modSp add mod">
        <pc:chgData name="Clayton Silva" userId="29ef9a7b83f2ddc4" providerId="LiveId" clId="{E3E8C801-BAF7-498A-82FE-26E22857D886}" dt="2020-08-31T23:34:51.225" v="1587" actId="14100"/>
        <pc:sldMkLst>
          <pc:docMk/>
          <pc:sldMk cId="2761259280" sldId="494"/>
        </pc:sldMkLst>
        <pc:spChg chg="mod">
          <ac:chgData name="Clayton Silva" userId="29ef9a7b83f2ddc4" providerId="LiveId" clId="{E3E8C801-BAF7-498A-82FE-26E22857D886}" dt="2020-08-31T23:29:39.423" v="1583" actId="6549"/>
          <ac:spMkLst>
            <pc:docMk/>
            <pc:sldMk cId="2761259280" sldId="494"/>
            <ac:spMk id="3" creationId="{225F0837-31DE-4443-9C64-794D8918DF6D}"/>
          </ac:spMkLst>
        </pc:spChg>
        <pc:spChg chg="del">
          <ac:chgData name="Clayton Silva" userId="29ef9a7b83f2ddc4" providerId="LiveId" clId="{E3E8C801-BAF7-498A-82FE-26E22857D886}" dt="2020-08-31T23:34:46.900" v="1586" actId="478"/>
          <ac:spMkLst>
            <pc:docMk/>
            <pc:sldMk cId="2761259280" sldId="494"/>
            <ac:spMk id="4" creationId="{B55C2530-C670-49BB-AB3E-F66560A5DD14}"/>
          </ac:spMkLst>
        </pc:spChg>
        <pc:picChg chg="add mod">
          <ac:chgData name="Clayton Silva" userId="29ef9a7b83f2ddc4" providerId="LiveId" clId="{E3E8C801-BAF7-498A-82FE-26E22857D886}" dt="2020-08-31T23:34:51.225" v="1587" actId="14100"/>
          <ac:picMkLst>
            <pc:docMk/>
            <pc:sldMk cId="2761259280" sldId="494"/>
            <ac:picMk id="6" creationId="{B36F6C5D-30DD-45AD-B996-209DB5E34353}"/>
          </ac:picMkLst>
        </pc:picChg>
      </pc:sldChg>
    </pc:docChg>
  </pc:docChgLst>
  <pc:docChgLst>
    <pc:chgData name="Clayton Silva" userId="29ef9a7b83f2ddc4" providerId="LiveId" clId="{EDF045B2-C32A-49D5-BAB3-282AE5DD047F}"/>
    <pc:docChg chg="undo custSel addSld delSld modSld sldOrd">
      <pc:chgData name="Clayton Silva" userId="29ef9a7b83f2ddc4" providerId="LiveId" clId="{EDF045B2-C32A-49D5-BAB3-282AE5DD047F}" dt="2024-09-17T20:15:10.115" v="1864" actId="20577"/>
      <pc:docMkLst>
        <pc:docMk/>
      </pc:docMkLst>
      <pc:sldChg chg="del">
        <pc:chgData name="Clayton Silva" userId="29ef9a7b83f2ddc4" providerId="LiveId" clId="{EDF045B2-C32A-49D5-BAB3-282AE5DD047F}" dt="2024-09-17T20:11:06.323" v="1787" actId="47"/>
        <pc:sldMkLst>
          <pc:docMk/>
          <pc:sldMk cId="677833589" sldId="407"/>
        </pc:sldMkLst>
      </pc:sldChg>
      <pc:sldChg chg="del">
        <pc:chgData name="Clayton Silva" userId="29ef9a7b83f2ddc4" providerId="LiveId" clId="{EDF045B2-C32A-49D5-BAB3-282AE5DD047F}" dt="2024-09-17T13:51:14.361" v="166" actId="47"/>
        <pc:sldMkLst>
          <pc:docMk/>
          <pc:sldMk cId="2078325598" sldId="565"/>
        </pc:sldMkLst>
      </pc:sldChg>
      <pc:sldChg chg="del">
        <pc:chgData name="Clayton Silva" userId="29ef9a7b83f2ddc4" providerId="LiveId" clId="{EDF045B2-C32A-49D5-BAB3-282AE5DD047F}" dt="2024-09-17T20:11:05.664" v="1785" actId="47"/>
        <pc:sldMkLst>
          <pc:docMk/>
          <pc:sldMk cId="1833395965" sldId="575"/>
        </pc:sldMkLst>
      </pc:sldChg>
      <pc:sldChg chg="del">
        <pc:chgData name="Clayton Silva" userId="29ef9a7b83f2ddc4" providerId="LiveId" clId="{EDF045B2-C32A-49D5-BAB3-282AE5DD047F}" dt="2024-09-17T20:11:08.335" v="1795" actId="47"/>
        <pc:sldMkLst>
          <pc:docMk/>
          <pc:sldMk cId="3451816181" sldId="620"/>
        </pc:sldMkLst>
      </pc:sldChg>
      <pc:sldChg chg="modSp mod">
        <pc:chgData name="Clayton Silva" userId="29ef9a7b83f2ddc4" providerId="LiveId" clId="{EDF045B2-C32A-49D5-BAB3-282AE5DD047F}" dt="2024-09-17T14:51:37.231" v="1025" actId="20577"/>
        <pc:sldMkLst>
          <pc:docMk/>
          <pc:sldMk cId="2774926086" sldId="633"/>
        </pc:sldMkLst>
        <pc:spChg chg="mod">
          <ac:chgData name="Clayton Silva" userId="29ef9a7b83f2ddc4" providerId="LiveId" clId="{EDF045B2-C32A-49D5-BAB3-282AE5DD047F}" dt="2024-09-17T14:51:37.231" v="1025" actId="20577"/>
          <ac:spMkLst>
            <pc:docMk/>
            <pc:sldMk cId="2774926086" sldId="633"/>
            <ac:spMk id="2" creationId="{9CF32A0B-47EF-E3B0-BAEF-C27A61E24313}"/>
          </ac:spMkLst>
        </pc:spChg>
        <pc:spChg chg="mod">
          <ac:chgData name="Clayton Silva" userId="29ef9a7b83f2ddc4" providerId="LiveId" clId="{EDF045B2-C32A-49D5-BAB3-282AE5DD047F}" dt="2024-09-17T14:14:29.029" v="399" actId="404"/>
          <ac:spMkLst>
            <pc:docMk/>
            <pc:sldMk cId="2774926086" sldId="633"/>
            <ac:spMk id="3" creationId="{7A4DF3FA-894E-968E-D8BB-D255C49A23A1}"/>
          </ac:spMkLst>
        </pc:spChg>
      </pc:sldChg>
      <pc:sldChg chg="del">
        <pc:chgData name="Clayton Silva" userId="29ef9a7b83f2ddc4" providerId="LiveId" clId="{EDF045B2-C32A-49D5-BAB3-282AE5DD047F}" dt="2024-09-17T20:11:02.316" v="1779" actId="47"/>
        <pc:sldMkLst>
          <pc:docMk/>
          <pc:sldMk cId="228009390" sldId="634"/>
        </pc:sldMkLst>
      </pc:sldChg>
      <pc:sldChg chg="del">
        <pc:chgData name="Clayton Silva" userId="29ef9a7b83f2ddc4" providerId="LiveId" clId="{EDF045B2-C32A-49D5-BAB3-282AE5DD047F}" dt="2024-09-17T20:11:03.385" v="1780" actId="47"/>
        <pc:sldMkLst>
          <pc:docMk/>
          <pc:sldMk cId="365910590" sldId="635"/>
        </pc:sldMkLst>
      </pc:sldChg>
      <pc:sldChg chg="del">
        <pc:chgData name="Clayton Silva" userId="29ef9a7b83f2ddc4" providerId="LiveId" clId="{EDF045B2-C32A-49D5-BAB3-282AE5DD047F}" dt="2024-09-17T20:11:03.999" v="1781" actId="47"/>
        <pc:sldMkLst>
          <pc:docMk/>
          <pc:sldMk cId="4123883818" sldId="636"/>
        </pc:sldMkLst>
      </pc:sldChg>
      <pc:sldChg chg="del">
        <pc:chgData name="Clayton Silva" userId="29ef9a7b83f2ddc4" providerId="LiveId" clId="{EDF045B2-C32A-49D5-BAB3-282AE5DD047F}" dt="2024-09-17T20:11:04.596" v="1782" actId="47"/>
        <pc:sldMkLst>
          <pc:docMk/>
          <pc:sldMk cId="1018080124" sldId="637"/>
        </pc:sldMkLst>
      </pc:sldChg>
      <pc:sldChg chg="del">
        <pc:chgData name="Clayton Silva" userId="29ef9a7b83f2ddc4" providerId="LiveId" clId="{EDF045B2-C32A-49D5-BAB3-282AE5DD047F}" dt="2024-09-17T20:11:05.020" v="1783" actId="47"/>
        <pc:sldMkLst>
          <pc:docMk/>
          <pc:sldMk cId="1218554507" sldId="638"/>
        </pc:sldMkLst>
      </pc:sldChg>
      <pc:sldChg chg="del">
        <pc:chgData name="Clayton Silva" userId="29ef9a7b83f2ddc4" providerId="LiveId" clId="{EDF045B2-C32A-49D5-BAB3-282AE5DD047F}" dt="2024-09-17T20:11:05.350" v="1784" actId="47"/>
        <pc:sldMkLst>
          <pc:docMk/>
          <pc:sldMk cId="943553559" sldId="639"/>
        </pc:sldMkLst>
      </pc:sldChg>
      <pc:sldChg chg="del">
        <pc:chgData name="Clayton Silva" userId="29ef9a7b83f2ddc4" providerId="LiveId" clId="{EDF045B2-C32A-49D5-BAB3-282AE5DD047F}" dt="2024-09-17T20:11:05.962" v="1786" actId="47"/>
        <pc:sldMkLst>
          <pc:docMk/>
          <pc:sldMk cId="1124966249" sldId="640"/>
        </pc:sldMkLst>
      </pc:sldChg>
      <pc:sldChg chg="del">
        <pc:chgData name="Clayton Silva" userId="29ef9a7b83f2ddc4" providerId="LiveId" clId="{EDF045B2-C32A-49D5-BAB3-282AE5DD047F}" dt="2024-09-17T20:11:06.668" v="1788" actId="47"/>
        <pc:sldMkLst>
          <pc:docMk/>
          <pc:sldMk cId="3409226486" sldId="641"/>
        </pc:sldMkLst>
      </pc:sldChg>
      <pc:sldChg chg="del">
        <pc:chgData name="Clayton Silva" userId="29ef9a7b83f2ddc4" providerId="LiveId" clId="{EDF045B2-C32A-49D5-BAB3-282AE5DD047F}" dt="2024-09-17T20:11:07.313" v="1790" actId="47"/>
        <pc:sldMkLst>
          <pc:docMk/>
          <pc:sldMk cId="3007641498" sldId="642"/>
        </pc:sldMkLst>
      </pc:sldChg>
      <pc:sldChg chg="del">
        <pc:chgData name="Clayton Silva" userId="29ef9a7b83f2ddc4" providerId="LiveId" clId="{EDF045B2-C32A-49D5-BAB3-282AE5DD047F}" dt="2024-09-17T20:11:07.581" v="1791" actId="47"/>
        <pc:sldMkLst>
          <pc:docMk/>
          <pc:sldMk cId="2753077715" sldId="643"/>
        </pc:sldMkLst>
      </pc:sldChg>
      <pc:sldChg chg="del">
        <pc:chgData name="Clayton Silva" userId="29ef9a7b83f2ddc4" providerId="LiveId" clId="{EDF045B2-C32A-49D5-BAB3-282AE5DD047F}" dt="2024-09-17T20:11:07.769" v="1792" actId="47"/>
        <pc:sldMkLst>
          <pc:docMk/>
          <pc:sldMk cId="4284453404" sldId="644"/>
        </pc:sldMkLst>
      </pc:sldChg>
      <pc:sldChg chg="del">
        <pc:chgData name="Clayton Silva" userId="29ef9a7b83f2ddc4" providerId="LiveId" clId="{EDF045B2-C32A-49D5-BAB3-282AE5DD047F}" dt="2024-09-17T20:11:07.942" v="1793" actId="47"/>
        <pc:sldMkLst>
          <pc:docMk/>
          <pc:sldMk cId="2937430089" sldId="645"/>
        </pc:sldMkLst>
      </pc:sldChg>
      <pc:sldChg chg="del">
        <pc:chgData name="Clayton Silva" userId="29ef9a7b83f2ddc4" providerId="LiveId" clId="{EDF045B2-C32A-49D5-BAB3-282AE5DD047F}" dt="2024-09-17T20:11:07.019" v="1789" actId="47"/>
        <pc:sldMkLst>
          <pc:docMk/>
          <pc:sldMk cId="1124794386" sldId="646"/>
        </pc:sldMkLst>
      </pc:sldChg>
      <pc:sldChg chg="del">
        <pc:chgData name="Clayton Silva" userId="29ef9a7b83f2ddc4" providerId="LiveId" clId="{EDF045B2-C32A-49D5-BAB3-282AE5DD047F}" dt="2024-09-17T20:11:08.084" v="1794" actId="47"/>
        <pc:sldMkLst>
          <pc:docMk/>
          <pc:sldMk cId="4212398504" sldId="647"/>
        </pc:sldMkLst>
      </pc:sldChg>
      <pc:sldChg chg="del">
        <pc:chgData name="Clayton Silva" userId="29ef9a7b83f2ddc4" providerId="LiveId" clId="{EDF045B2-C32A-49D5-BAB3-282AE5DD047F}" dt="2024-09-17T20:11:08.854" v="1798" actId="47"/>
        <pc:sldMkLst>
          <pc:docMk/>
          <pc:sldMk cId="3374943490" sldId="648"/>
        </pc:sldMkLst>
      </pc:sldChg>
      <pc:sldChg chg="del">
        <pc:chgData name="Clayton Silva" userId="29ef9a7b83f2ddc4" providerId="LiveId" clId="{EDF045B2-C32A-49D5-BAB3-282AE5DD047F}" dt="2024-09-17T20:11:09.326" v="1801" actId="47"/>
        <pc:sldMkLst>
          <pc:docMk/>
          <pc:sldMk cId="3759242846" sldId="649"/>
        </pc:sldMkLst>
      </pc:sldChg>
      <pc:sldChg chg="del">
        <pc:chgData name="Clayton Silva" userId="29ef9a7b83f2ddc4" providerId="LiveId" clId="{EDF045B2-C32A-49D5-BAB3-282AE5DD047F}" dt="2024-09-17T20:11:08.524" v="1796" actId="47"/>
        <pc:sldMkLst>
          <pc:docMk/>
          <pc:sldMk cId="269236320" sldId="650"/>
        </pc:sldMkLst>
      </pc:sldChg>
      <pc:sldChg chg="del">
        <pc:chgData name="Clayton Silva" userId="29ef9a7b83f2ddc4" providerId="LiveId" clId="{EDF045B2-C32A-49D5-BAB3-282AE5DD047F}" dt="2024-09-17T20:11:08.996" v="1799" actId="47"/>
        <pc:sldMkLst>
          <pc:docMk/>
          <pc:sldMk cId="3072289732" sldId="651"/>
        </pc:sldMkLst>
      </pc:sldChg>
      <pc:sldChg chg="del">
        <pc:chgData name="Clayton Silva" userId="29ef9a7b83f2ddc4" providerId="LiveId" clId="{EDF045B2-C32A-49D5-BAB3-282AE5DD047F}" dt="2024-09-17T20:11:09.498" v="1802" actId="47"/>
        <pc:sldMkLst>
          <pc:docMk/>
          <pc:sldMk cId="4200452325" sldId="652"/>
        </pc:sldMkLst>
      </pc:sldChg>
      <pc:sldChg chg="del">
        <pc:chgData name="Clayton Silva" userId="29ef9a7b83f2ddc4" providerId="LiveId" clId="{EDF045B2-C32A-49D5-BAB3-282AE5DD047F}" dt="2024-09-17T20:11:09.153" v="1800" actId="47"/>
        <pc:sldMkLst>
          <pc:docMk/>
          <pc:sldMk cId="2136481304" sldId="653"/>
        </pc:sldMkLst>
      </pc:sldChg>
      <pc:sldChg chg="del">
        <pc:chgData name="Clayton Silva" userId="29ef9a7b83f2ddc4" providerId="LiveId" clId="{EDF045B2-C32A-49D5-BAB3-282AE5DD047F}" dt="2024-09-17T20:11:08.681" v="1797" actId="47"/>
        <pc:sldMkLst>
          <pc:docMk/>
          <pc:sldMk cId="2350908644" sldId="654"/>
        </pc:sldMkLst>
      </pc:sldChg>
      <pc:sldChg chg="del">
        <pc:chgData name="Clayton Silva" userId="29ef9a7b83f2ddc4" providerId="LiveId" clId="{EDF045B2-C32A-49D5-BAB3-282AE5DD047F}" dt="2024-09-17T20:11:09.811" v="1803" actId="47"/>
        <pc:sldMkLst>
          <pc:docMk/>
          <pc:sldMk cId="1616531548" sldId="655"/>
        </pc:sldMkLst>
      </pc:sldChg>
      <pc:sldChg chg="del">
        <pc:chgData name="Clayton Silva" userId="29ef9a7b83f2ddc4" providerId="LiveId" clId="{EDF045B2-C32A-49D5-BAB3-282AE5DD047F}" dt="2024-09-17T20:11:10.283" v="1805" actId="47"/>
        <pc:sldMkLst>
          <pc:docMk/>
          <pc:sldMk cId="3573576456" sldId="657"/>
        </pc:sldMkLst>
      </pc:sldChg>
      <pc:sldChg chg="del">
        <pc:chgData name="Clayton Silva" userId="29ef9a7b83f2ddc4" providerId="LiveId" clId="{EDF045B2-C32A-49D5-BAB3-282AE5DD047F}" dt="2024-09-17T20:11:10.455" v="1806" actId="47"/>
        <pc:sldMkLst>
          <pc:docMk/>
          <pc:sldMk cId="2757835066" sldId="658"/>
        </pc:sldMkLst>
      </pc:sldChg>
      <pc:sldChg chg="del">
        <pc:chgData name="Clayton Silva" userId="29ef9a7b83f2ddc4" providerId="LiveId" clId="{EDF045B2-C32A-49D5-BAB3-282AE5DD047F}" dt="2024-09-17T20:11:10.801" v="1808" actId="47"/>
        <pc:sldMkLst>
          <pc:docMk/>
          <pc:sldMk cId="17002752" sldId="659"/>
        </pc:sldMkLst>
      </pc:sldChg>
      <pc:sldChg chg="del">
        <pc:chgData name="Clayton Silva" userId="29ef9a7b83f2ddc4" providerId="LiveId" clId="{EDF045B2-C32A-49D5-BAB3-282AE5DD047F}" dt="2024-09-17T20:11:10.063" v="1804" actId="47"/>
        <pc:sldMkLst>
          <pc:docMk/>
          <pc:sldMk cId="2055556766" sldId="660"/>
        </pc:sldMkLst>
      </pc:sldChg>
      <pc:sldChg chg="del">
        <pc:chgData name="Clayton Silva" userId="29ef9a7b83f2ddc4" providerId="LiveId" clId="{EDF045B2-C32A-49D5-BAB3-282AE5DD047F}" dt="2024-09-17T20:11:11.164" v="1810" actId="47"/>
        <pc:sldMkLst>
          <pc:docMk/>
          <pc:sldMk cId="1737306275" sldId="661"/>
        </pc:sldMkLst>
      </pc:sldChg>
      <pc:sldChg chg="del">
        <pc:chgData name="Clayton Silva" userId="29ef9a7b83f2ddc4" providerId="LiveId" clId="{EDF045B2-C32A-49D5-BAB3-282AE5DD047F}" dt="2024-09-17T20:11:10.644" v="1807" actId="47"/>
        <pc:sldMkLst>
          <pc:docMk/>
          <pc:sldMk cId="3558028389" sldId="662"/>
        </pc:sldMkLst>
      </pc:sldChg>
      <pc:sldChg chg="del">
        <pc:chgData name="Clayton Silva" userId="29ef9a7b83f2ddc4" providerId="LiveId" clId="{EDF045B2-C32A-49D5-BAB3-282AE5DD047F}" dt="2024-09-17T20:11:11.305" v="1811" actId="47"/>
        <pc:sldMkLst>
          <pc:docMk/>
          <pc:sldMk cId="796797048" sldId="663"/>
        </pc:sldMkLst>
      </pc:sldChg>
      <pc:sldChg chg="del">
        <pc:chgData name="Clayton Silva" userId="29ef9a7b83f2ddc4" providerId="LiveId" clId="{EDF045B2-C32A-49D5-BAB3-282AE5DD047F}" dt="2024-09-17T20:11:11.541" v="1812" actId="47"/>
        <pc:sldMkLst>
          <pc:docMk/>
          <pc:sldMk cId="10543048" sldId="664"/>
        </pc:sldMkLst>
      </pc:sldChg>
      <pc:sldChg chg="del">
        <pc:chgData name="Clayton Silva" userId="29ef9a7b83f2ddc4" providerId="LiveId" clId="{EDF045B2-C32A-49D5-BAB3-282AE5DD047F}" dt="2024-09-17T20:11:10.990" v="1809" actId="47"/>
        <pc:sldMkLst>
          <pc:docMk/>
          <pc:sldMk cId="1567690062" sldId="666"/>
        </pc:sldMkLst>
      </pc:sldChg>
      <pc:sldChg chg="del">
        <pc:chgData name="Clayton Silva" userId="29ef9a7b83f2ddc4" providerId="LiveId" clId="{EDF045B2-C32A-49D5-BAB3-282AE5DD047F}" dt="2024-09-17T20:11:11.826" v="1813" actId="47"/>
        <pc:sldMkLst>
          <pc:docMk/>
          <pc:sldMk cId="1046508247" sldId="667"/>
        </pc:sldMkLst>
      </pc:sldChg>
      <pc:sldChg chg="del">
        <pc:chgData name="Clayton Silva" userId="29ef9a7b83f2ddc4" providerId="LiveId" clId="{EDF045B2-C32A-49D5-BAB3-282AE5DD047F}" dt="2024-09-17T20:11:12.126" v="1814" actId="47"/>
        <pc:sldMkLst>
          <pc:docMk/>
          <pc:sldMk cId="725833814" sldId="668"/>
        </pc:sldMkLst>
      </pc:sldChg>
      <pc:sldChg chg="del">
        <pc:chgData name="Clayton Silva" userId="29ef9a7b83f2ddc4" providerId="LiveId" clId="{EDF045B2-C32A-49D5-BAB3-282AE5DD047F}" dt="2024-09-17T20:11:12.342" v="1815" actId="47"/>
        <pc:sldMkLst>
          <pc:docMk/>
          <pc:sldMk cId="1738827523" sldId="669"/>
        </pc:sldMkLst>
      </pc:sldChg>
      <pc:sldChg chg="del">
        <pc:chgData name="Clayton Silva" userId="29ef9a7b83f2ddc4" providerId="LiveId" clId="{EDF045B2-C32A-49D5-BAB3-282AE5DD047F}" dt="2024-09-17T20:11:12.656" v="1816" actId="47"/>
        <pc:sldMkLst>
          <pc:docMk/>
          <pc:sldMk cId="2851374082" sldId="670"/>
        </pc:sldMkLst>
      </pc:sldChg>
      <pc:sldChg chg="del">
        <pc:chgData name="Clayton Silva" userId="29ef9a7b83f2ddc4" providerId="LiveId" clId="{EDF045B2-C32A-49D5-BAB3-282AE5DD047F}" dt="2024-09-17T20:11:13.002" v="1817" actId="47"/>
        <pc:sldMkLst>
          <pc:docMk/>
          <pc:sldMk cId="208681788" sldId="671"/>
        </pc:sldMkLst>
      </pc:sldChg>
      <pc:sldChg chg="del">
        <pc:chgData name="Clayton Silva" userId="29ef9a7b83f2ddc4" providerId="LiveId" clId="{EDF045B2-C32A-49D5-BAB3-282AE5DD047F}" dt="2024-09-17T20:11:13.379" v="1818" actId="47"/>
        <pc:sldMkLst>
          <pc:docMk/>
          <pc:sldMk cId="727987466" sldId="672"/>
        </pc:sldMkLst>
      </pc:sldChg>
      <pc:sldChg chg="del">
        <pc:chgData name="Clayton Silva" userId="29ef9a7b83f2ddc4" providerId="LiveId" clId="{EDF045B2-C32A-49D5-BAB3-282AE5DD047F}" dt="2024-09-17T20:11:13.945" v="1819" actId="47"/>
        <pc:sldMkLst>
          <pc:docMk/>
          <pc:sldMk cId="3983229366" sldId="673"/>
        </pc:sldMkLst>
      </pc:sldChg>
      <pc:sldChg chg="del">
        <pc:chgData name="Clayton Silva" userId="29ef9a7b83f2ddc4" providerId="LiveId" clId="{EDF045B2-C32A-49D5-BAB3-282AE5DD047F}" dt="2024-09-17T20:11:14.903" v="1820" actId="47"/>
        <pc:sldMkLst>
          <pc:docMk/>
          <pc:sldMk cId="1868788265" sldId="674"/>
        </pc:sldMkLst>
      </pc:sldChg>
      <pc:sldChg chg="del">
        <pc:chgData name="Clayton Silva" userId="29ef9a7b83f2ddc4" providerId="LiveId" clId="{EDF045B2-C32A-49D5-BAB3-282AE5DD047F}" dt="2024-09-17T20:11:15.516" v="1821" actId="47"/>
        <pc:sldMkLst>
          <pc:docMk/>
          <pc:sldMk cId="907970194" sldId="675"/>
        </pc:sldMkLst>
      </pc:sldChg>
      <pc:sldChg chg="addSp delSp modSp add mod">
        <pc:chgData name="Clayton Silva" userId="29ef9a7b83f2ddc4" providerId="LiveId" clId="{EDF045B2-C32A-49D5-BAB3-282AE5DD047F}" dt="2024-09-17T13:50:41.374" v="165" actId="14100"/>
        <pc:sldMkLst>
          <pc:docMk/>
          <pc:sldMk cId="357445783" sldId="676"/>
        </pc:sldMkLst>
        <pc:spChg chg="del">
          <ac:chgData name="Clayton Silva" userId="29ef9a7b83f2ddc4" providerId="LiveId" clId="{EDF045B2-C32A-49D5-BAB3-282AE5DD047F}" dt="2024-09-17T13:47:11.528" v="109" actId="478"/>
          <ac:spMkLst>
            <pc:docMk/>
            <pc:sldMk cId="357445783" sldId="676"/>
            <ac:spMk id="3" creationId="{7A4DF3FA-894E-968E-D8BB-D255C49A23A1}"/>
          </ac:spMkLst>
        </pc:spChg>
        <pc:spChg chg="add del mod">
          <ac:chgData name="Clayton Silva" userId="29ef9a7b83f2ddc4" providerId="LiveId" clId="{EDF045B2-C32A-49D5-BAB3-282AE5DD047F}" dt="2024-09-17T13:47:14.662" v="110" actId="478"/>
          <ac:spMkLst>
            <pc:docMk/>
            <pc:sldMk cId="357445783" sldId="676"/>
            <ac:spMk id="6" creationId="{DD0F6E85-EBA5-F976-3D02-4C26CE0E8C94}"/>
          </ac:spMkLst>
        </pc:spChg>
        <pc:spChg chg="add mod">
          <ac:chgData name="Clayton Silva" userId="29ef9a7b83f2ddc4" providerId="LiveId" clId="{EDF045B2-C32A-49D5-BAB3-282AE5DD047F}" dt="2024-09-17T13:49:11.336" v="157" actId="1076"/>
          <ac:spMkLst>
            <pc:docMk/>
            <pc:sldMk cId="357445783" sldId="676"/>
            <ac:spMk id="7" creationId="{816852E7-E7B7-762D-F495-04395611BD1E}"/>
          </ac:spMkLst>
        </pc:spChg>
        <pc:picChg chg="add mod">
          <ac:chgData name="Clayton Silva" userId="29ef9a7b83f2ddc4" providerId="LiveId" clId="{EDF045B2-C32A-49D5-BAB3-282AE5DD047F}" dt="2024-09-17T13:49:14.131" v="158" actId="1076"/>
          <ac:picMkLst>
            <pc:docMk/>
            <pc:sldMk cId="357445783" sldId="676"/>
            <ac:picMk id="1026" creationId="{3BE407D3-8F48-6630-9999-5BBBFA312B36}"/>
          </ac:picMkLst>
        </pc:picChg>
        <pc:cxnChg chg="add mod">
          <ac:chgData name="Clayton Silva" userId="29ef9a7b83f2ddc4" providerId="LiveId" clId="{EDF045B2-C32A-49D5-BAB3-282AE5DD047F}" dt="2024-09-17T13:50:41.374" v="165" actId="14100"/>
          <ac:cxnSpMkLst>
            <pc:docMk/>
            <pc:sldMk cId="357445783" sldId="676"/>
            <ac:cxnSpMk id="9" creationId="{82F98514-AB97-7A03-9DE0-E3C25F7C06A3}"/>
          </ac:cxnSpMkLst>
        </pc:cxnChg>
        <pc:cxnChg chg="add mod">
          <ac:chgData name="Clayton Silva" userId="29ef9a7b83f2ddc4" providerId="LiveId" clId="{EDF045B2-C32A-49D5-BAB3-282AE5DD047F}" dt="2024-09-17T13:50:33.846" v="164" actId="14100"/>
          <ac:cxnSpMkLst>
            <pc:docMk/>
            <pc:sldMk cId="357445783" sldId="676"/>
            <ac:cxnSpMk id="11" creationId="{BDC48F01-91E2-2376-637E-FE940F1966B3}"/>
          </ac:cxnSpMkLst>
        </pc:cxnChg>
        <pc:cxnChg chg="add mod">
          <ac:chgData name="Clayton Silva" userId="29ef9a7b83f2ddc4" providerId="LiveId" clId="{EDF045B2-C32A-49D5-BAB3-282AE5DD047F}" dt="2024-09-17T13:50:29.173" v="163" actId="14100"/>
          <ac:cxnSpMkLst>
            <pc:docMk/>
            <pc:sldMk cId="357445783" sldId="676"/>
            <ac:cxnSpMk id="14" creationId="{8E51EBA0-CD85-2B09-1C89-45D4D62477B6}"/>
          </ac:cxnSpMkLst>
        </pc:cxnChg>
      </pc:sldChg>
      <pc:sldChg chg="addSp delSp modSp add mod">
        <pc:chgData name="Clayton Silva" userId="29ef9a7b83f2ddc4" providerId="LiveId" clId="{EDF045B2-C32A-49D5-BAB3-282AE5DD047F}" dt="2024-09-17T14:04:48.714" v="286" actId="170"/>
        <pc:sldMkLst>
          <pc:docMk/>
          <pc:sldMk cId="4041654187" sldId="677"/>
        </pc:sldMkLst>
        <pc:spChg chg="mod">
          <ac:chgData name="Clayton Silva" userId="29ef9a7b83f2ddc4" providerId="LiveId" clId="{EDF045B2-C32A-49D5-BAB3-282AE5DD047F}" dt="2024-09-17T13:53:41.300" v="203" actId="20577"/>
          <ac:spMkLst>
            <pc:docMk/>
            <pc:sldMk cId="4041654187" sldId="677"/>
            <ac:spMk id="2" creationId="{9CF32A0B-47EF-E3B0-BAEF-C27A61E24313}"/>
          </ac:spMkLst>
        </pc:spChg>
        <pc:spChg chg="del mod">
          <ac:chgData name="Clayton Silva" userId="29ef9a7b83f2ddc4" providerId="LiveId" clId="{EDF045B2-C32A-49D5-BAB3-282AE5DD047F}" dt="2024-09-17T13:53:44.035" v="204" actId="478"/>
          <ac:spMkLst>
            <pc:docMk/>
            <pc:sldMk cId="4041654187" sldId="677"/>
            <ac:spMk id="7" creationId="{816852E7-E7B7-762D-F495-04395611BD1E}"/>
          </ac:spMkLst>
        </pc:spChg>
        <pc:picChg chg="mod">
          <ac:chgData name="Clayton Silva" userId="29ef9a7b83f2ddc4" providerId="LiveId" clId="{EDF045B2-C32A-49D5-BAB3-282AE5DD047F}" dt="2024-09-17T14:03:37.120" v="279" actId="732"/>
          <ac:picMkLst>
            <pc:docMk/>
            <pc:sldMk cId="4041654187" sldId="677"/>
            <ac:picMk id="1026" creationId="{3BE407D3-8F48-6630-9999-5BBBFA312B36}"/>
          </ac:picMkLst>
        </pc:picChg>
        <pc:picChg chg="add mod">
          <ac:chgData name="Clayton Silva" userId="29ef9a7b83f2ddc4" providerId="LiveId" clId="{EDF045B2-C32A-49D5-BAB3-282AE5DD047F}" dt="2024-09-17T14:04:17.403" v="284" actId="732"/>
          <ac:picMkLst>
            <pc:docMk/>
            <pc:sldMk cId="4041654187" sldId="677"/>
            <ac:picMk id="4098" creationId="{6B0031FE-4E68-9C60-8880-DB0B13BE7369}"/>
          </ac:picMkLst>
        </pc:picChg>
        <pc:cxnChg chg="del">
          <ac:chgData name="Clayton Silva" userId="29ef9a7b83f2ddc4" providerId="LiveId" clId="{EDF045B2-C32A-49D5-BAB3-282AE5DD047F}" dt="2024-09-17T13:52:31.669" v="176" actId="478"/>
          <ac:cxnSpMkLst>
            <pc:docMk/>
            <pc:sldMk cId="4041654187" sldId="677"/>
            <ac:cxnSpMk id="9" creationId="{82F98514-AB97-7A03-9DE0-E3C25F7C06A3}"/>
          </ac:cxnSpMkLst>
        </pc:cxnChg>
        <pc:cxnChg chg="mod">
          <ac:chgData name="Clayton Silva" userId="29ef9a7b83f2ddc4" providerId="LiveId" clId="{EDF045B2-C32A-49D5-BAB3-282AE5DD047F}" dt="2024-09-17T13:53:52.324" v="205" actId="14100"/>
          <ac:cxnSpMkLst>
            <pc:docMk/>
            <pc:sldMk cId="4041654187" sldId="677"/>
            <ac:cxnSpMk id="11" creationId="{BDC48F01-91E2-2376-637E-FE940F1966B3}"/>
          </ac:cxnSpMkLst>
        </pc:cxnChg>
        <pc:cxnChg chg="add mod">
          <ac:chgData name="Clayton Silva" userId="29ef9a7b83f2ddc4" providerId="LiveId" clId="{EDF045B2-C32A-49D5-BAB3-282AE5DD047F}" dt="2024-09-17T14:03:41.739" v="280"/>
          <ac:cxnSpMkLst>
            <pc:docMk/>
            <pc:sldMk cId="4041654187" sldId="677"/>
            <ac:cxnSpMk id="12" creationId="{171783DC-B49F-9EBA-4722-750CF590B6F5}"/>
          </ac:cxnSpMkLst>
        </pc:cxnChg>
        <pc:cxnChg chg="mod ord">
          <ac:chgData name="Clayton Silva" userId="29ef9a7b83f2ddc4" providerId="LiveId" clId="{EDF045B2-C32A-49D5-BAB3-282AE5DD047F}" dt="2024-09-17T14:04:48.714" v="286" actId="170"/>
          <ac:cxnSpMkLst>
            <pc:docMk/>
            <pc:sldMk cId="4041654187" sldId="677"/>
            <ac:cxnSpMk id="14" creationId="{8E51EBA0-CD85-2B09-1C89-45D4D62477B6}"/>
          </ac:cxnSpMkLst>
        </pc:cxnChg>
      </pc:sldChg>
      <pc:sldChg chg="addSp delSp modSp add mod">
        <pc:chgData name="Clayton Silva" userId="29ef9a7b83f2ddc4" providerId="LiveId" clId="{EDF045B2-C32A-49D5-BAB3-282AE5DD047F}" dt="2024-09-17T14:00:20.898" v="249" actId="14100"/>
        <pc:sldMkLst>
          <pc:docMk/>
          <pc:sldMk cId="1252664078" sldId="678"/>
        </pc:sldMkLst>
        <pc:spChg chg="mod">
          <ac:chgData name="Clayton Silva" userId="29ef9a7b83f2ddc4" providerId="LiveId" clId="{EDF045B2-C32A-49D5-BAB3-282AE5DD047F}" dt="2024-09-17T13:56:21.031" v="233" actId="20577"/>
          <ac:spMkLst>
            <pc:docMk/>
            <pc:sldMk cId="1252664078" sldId="678"/>
            <ac:spMk id="2" creationId="{9CF32A0B-47EF-E3B0-BAEF-C27A61E24313}"/>
          </ac:spMkLst>
        </pc:spChg>
        <pc:picChg chg="del">
          <ac:chgData name="Clayton Silva" userId="29ef9a7b83f2ddc4" providerId="LiveId" clId="{EDF045B2-C32A-49D5-BAB3-282AE5DD047F}" dt="2024-09-17T13:56:23.269" v="234" actId="478"/>
          <ac:picMkLst>
            <pc:docMk/>
            <pc:sldMk cId="1252664078" sldId="678"/>
            <ac:picMk id="1026" creationId="{3BE407D3-8F48-6630-9999-5BBBFA312B36}"/>
          </ac:picMkLst>
        </pc:picChg>
        <pc:picChg chg="add mod">
          <ac:chgData name="Clayton Silva" userId="29ef9a7b83f2ddc4" providerId="LiveId" clId="{EDF045B2-C32A-49D5-BAB3-282AE5DD047F}" dt="2024-09-17T13:59:34.351" v="240" actId="1076"/>
          <ac:picMkLst>
            <pc:docMk/>
            <pc:sldMk cId="1252664078" sldId="678"/>
            <ac:picMk id="2050" creationId="{85E75FEB-3981-3EAB-E0BC-16B76C86A819}"/>
          </ac:picMkLst>
        </pc:picChg>
        <pc:cxnChg chg="add mod">
          <ac:chgData name="Clayton Silva" userId="29ef9a7b83f2ddc4" providerId="LiveId" clId="{EDF045B2-C32A-49D5-BAB3-282AE5DD047F}" dt="2024-09-17T13:59:58.927" v="243" actId="14100"/>
          <ac:cxnSpMkLst>
            <pc:docMk/>
            <pc:sldMk cId="1252664078" sldId="678"/>
            <ac:cxnSpMk id="3" creationId="{5E46D208-51DD-DAC7-7338-A4F9B961F1CE}"/>
          </ac:cxnSpMkLst>
        </pc:cxnChg>
        <pc:cxnChg chg="add mod">
          <ac:chgData name="Clayton Silva" userId="29ef9a7b83f2ddc4" providerId="LiveId" clId="{EDF045B2-C32A-49D5-BAB3-282AE5DD047F}" dt="2024-09-17T14:00:10.580" v="246" actId="14100"/>
          <ac:cxnSpMkLst>
            <pc:docMk/>
            <pc:sldMk cId="1252664078" sldId="678"/>
            <ac:cxnSpMk id="7" creationId="{8AD23071-52E8-5076-D3C6-E29BD903FCCE}"/>
          </ac:cxnSpMkLst>
        </pc:cxnChg>
        <pc:cxnChg chg="add mod">
          <ac:chgData name="Clayton Silva" userId="29ef9a7b83f2ddc4" providerId="LiveId" clId="{EDF045B2-C32A-49D5-BAB3-282AE5DD047F}" dt="2024-09-17T14:00:20.898" v="249" actId="14100"/>
          <ac:cxnSpMkLst>
            <pc:docMk/>
            <pc:sldMk cId="1252664078" sldId="678"/>
            <ac:cxnSpMk id="9" creationId="{32DE43BB-447A-5EE4-2061-323A58C78BB0}"/>
          </ac:cxnSpMkLst>
        </pc:cxnChg>
        <pc:cxnChg chg="del">
          <ac:chgData name="Clayton Silva" userId="29ef9a7b83f2ddc4" providerId="LiveId" clId="{EDF045B2-C32A-49D5-BAB3-282AE5DD047F}" dt="2024-09-17T13:56:25.470" v="235" actId="478"/>
          <ac:cxnSpMkLst>
            <pc:docMk/>
            <pc:sldMk cId="1252664078" sldId="678"/>
            <ac:cxnSpMk id="11" creationId="{BDC48F01-91E2-2376-637E-FE940F1966B3}"/>
          </ac:cxnSpMkLst>
        </pc:cxnChg>
        <pc:cxnChg chg="del">
          <ac:chgData name="Clayton Silva" userId="29ef9a7b83f2ddc4" providerId="LiveId" clId="{EDF045B2-C32A-49D5-BAB3-282AE5DD047F}" dt="2024-09-17T13:56:28.307" v="236" actId="478"/>
          <ac:cxnSpMkLst>
            <pc:docMk/>
            <pc:sldMk cId="1252664078" sldId="678"/>
            <ac:cxnSpMk id="14" creationId="{8E51EBA0-CD85-2B09-1C89-45D4D62477B6}"/>
          </ac:cxnSpMkLst>
        </pc:cxnChg>
      </pc:sldChg>
      <pc:sldChg chg="addSp delSp modSp add mod">
        <pc:chgData name="Clayton Silva" userId="29ef9a7b83f2ddc4" providerId="LiveId" clId="{EDF045B2-C32A-49D5-BAB3-282AE5DD047F}" dt="2024-09-17T14:03:12.253" v="278" actId="14100"/>
        <pc:sldMkLst>
          <pc:docMk/>
          <pc:sldMk cId="657185017" sldId="679"/>
        </pc:sldMkLst>
        <pc:spChg chg="mod">
          <ac:chgData name="Clayton Silva" userId="29ef9a7b83f2ddc4" providerId="LiveId" clId="{EDF045B2-C32A-49D5-BAB3-282AE5DD047F}" dt="2024-09-17T14:01:03.112" v="263" actId="20577"/>
          <ac:spMkLst>
            <pc:docMk/>
            <pc:sldMk cId="657185017" sldId="679"/>
            <ac:spMk id="2" creationId="{9CF32A0B-47EF-E3B0-BAEF-C27A61E24313}"/>
          </ac:spMkLst>
        </pc:spChg>
        <pc:picChg chg="mod">
          <ac:chgData name="Clayton Silva" userId="29ef9a7b83f2ddc4" providerId="LiveId" clId="{EDF045B2-C32A-49D5-BAB3-282AE5DD047F}" dt="2024-09-17T14:02:15.683" v="269" actId="732"/>
          <ac:picMkLst>
            <pc:docMk/>
            <pc:sldMk cId="657185017" sldId="679"/>
            <ac:picMk id="2050" creationId="{85E75FEB-3981-3EAB-E0BC-16B76C86A819}"/>
          </ac:picMkLst>
        </pc:picChg>
        <pc:picChg chg="add mod">
          <ac:chgData name="Clayton Silva" userId="29ef9a7b83f2ddc4" providerId="LiveId" clId="{EDF045B2-C32A-49D5-BAB3-282AE5DD047F}" dt="2024-09-17T14:02:56.795" v="275" actId="1076"/>
          <ac:picMkLst>
            <pc:docMk/>
            <pc:sldMk cId="657185017" sldId="679"/>
            <ac:picMk id="3074" creationId="{D181A94A-3086-0B46-F4D8-7C04CCD55E73}"/>
          </ac:picMkLst>
        </pc:picChg>
        <pc:cxnChg chg="mod">
          <ac:chgData name="Clayton Silva" userId="29ef9a7b83f2ddc4" providerId="LiveId" clId="{EDF045B2-C32A-49D5-BAB3-282AE5DD047F}" dt="2024-09-17T14:01:31.032" v="268" actId="14100"/>
          <ac:cxnSpMkLst>
            <pc:docMk/>
            <pc:sldMk cId="657185017" sldId="679"/>
            <ac:cxnSpMk id="3" creationId="{5E46D208-51DD-DAC7-7338-A4F9B961F1CE}"/>
          </ac:cxnSpMkLst>
        </pc:cxnChg>
        <pc:cxnChg chg="del">
          <ac:chgData name="Clayton Silva" userId="29ef9a7b83f2ddc4" providerId="LiveId" clId="{EDF045B2-C32A-49D5-BAB3-282AE5DD047F}" dt="2024-09-17T14:01:13.587" v="265" actId="478"/>
          <ac:cxnSpMkLst>
            <pc:docMk/>
            <pc:sldMk cId="657185017" sldId="679"/>
            <ac:cxnSpMk id="7" creationId="{8AD23071-52E8-5076-D3C6-E29BD903FCCE}"/>
          </ac:cxnSpMkLst>
        </pc:cxnChg>
        <pc:cxnChg chg="del">
          <ac:chgData name="Clayton Silva" userId="29ef9a7b83f2ddc4" providerId="LiveId" clId="{EDF045B2-C32A-49D5-BAB3-282AE5DD047F}" dt="2024-09-17T14:01:10.965" v="264" actId="478"/>
          <ac:cxnSpMkLst>
            <pc:docMk/>
            <pc:sldMk cId="657185017" sldId="679"/>
            <ac:cxnSpMk id="9" creationId="{32DE43BB-447A-5EE4-2061-323A58C78BB0}"/>
          </ac:cxnSpMkLst>
        </pc:cxnChg>
        <pc:cxnChg chg="add mod">
          <ac:chgData name="Clayton Silva" userId="29ef9a7b83f2ddc4" providerId="LiveId" clId="{EDF045B2-C32A-49D5-BAB3-282AE5DD047F}" dt="2024-09-17T14:03:12.253" v="278" actId="14100"/>
          <ac:cxnSpMkLst>
            <pc:docMk/>
            <pc:sldMk cId="657185017" sldId="679"/>
            <ac:cxnSpMk id="10" creationId="{B3ADCAFD-8A7F-0C82-6AA4-37FB12C4145C}"/>
          </ac:cxnSpMkLst>
        </pc:cxnChg>
      </pc:sldChg>
      <pc:sldChg chg="modSp add del mod">
        <pc:chgData name="Clayton Silva" userId="29ef9a7b83f2ddc4" providerId="LiveId" clId="{EDF045B2-C32A-49D5-BAB3-282AE5DD047F}" dt="2024-09-17T20:10:21.357" v="1778" actId="47"/>
        <pc:sldMkLst>
          <pc:docMk/>
          <pc:sldMk cId="3627448372" sldId="680"/>
        </pc:sldMkLst>
        <pc:spChg chg="mod">
          <ac:chgData name="Clayton Silva" userId="29ef9a7b83f2ddc4" providerId="LiveId" clId="{EDF045B2-C32A-49D5-BAB3-282AE5DD047F}" dt="2024-09-17T14:05:48.165" v="301" actId="20577"/>
          <ac:spMkLst>
            <pc:docMk/>
            <pc:sldMk cId="3627448372" sldId="680"/>
            <ac:spMk id="2" creationId="{9CF32A0B-47EF-E3B0-BAEF-C27A61E24313}"/>
          </ac:spMkLst>
        </pc:spChg>
      </pc:sldChg>
      <pc:sldChg chg="add">
        <pc:chgData name="Clayton Silva" userId="29ef9a7b83f2ddc4" providerId="LiveId" clId="{EDF045B2-C32A-49D5-BAB3-282AE5DD047F}" dt="2024-09-17T14:11:51.452" v="306" actId="2890"/>
        <pc:sldMkLst>
          <pc:docMk/>
          <pc:sldMk cId="2715660767" sldId="681"/>
        </pc:sldMkLst>
      </pc:sldChg>
      <pc:sldChg chg="new del ord">
        <pc:chgData name="Clayton Silva" userId="29ef9a7b83f2ddc4" providerId="LiveId" clId="{EDF045B2-C32A-49D5-BAB3-282AE5DD047F}" dt="2024-09-17T14:11:44.801" v="305" actId="47"/>
        <pc:sldMkLst>
          <pc:docMk/>
          <pc:sldMk cId="3205901538" sldId="681"/>
        </pc:sldMkLst>
      </pc:sldChg>
      <pc:sldChg chg="modSp add mod">
        <pc:chgData name="Clayton Silva" userId="29ef9a7b83f2ddc4" providerId="LiveId" clId="{EDF045B2-C32A-49D5-BAB3-282AE5DD047F}" dt="2024-09-17T15:02:55.506" v="1069" actId="20577"/>
        <pc:sldMkLst>
          <pc:docMk/>
          <pc:sldMk cId="3469155593" sldId="682"/>
        </pc:sldMkLst>
        <pc:spChg chg="mod">
          <ac:chgData name="Clayton Silva" userId="29ef9a7b83f2ddc4" providerId="LiveId" clId="{EDF045B2-C32A-49D5-BAB3-282AE5DD047F}" dt="2024-09-17T15:02:55.506" v="1069" actId="20577"/>
          <ac:spMkLst>
            <pc:docMk/>
            <pc:sldMk cId="3469155593" sldId="682"/>
            <ac:spMk id="2" creationId="{9CF32A0B-47EF-E3B0-BAEF-C27A61E24313}"/>
          </ac:spMkLst>
        </pc:spChg>
        <pc:spChg chg="mod">
          <ac:chgData name="Clayton Silva" userId="29ef9a7b83f2ddc4" providerId="LiveId" clId="{EDF045B2-C32A-49D5-BAB3-282AE5DD047F}" dt="2024-09-17T14:15:20.376" v="402" actId="113"/>
          <ac:spMkLst>
            <pc:docMk/>
            <pc:sldMk cId="3469155593" sldId="682"/>
            <ac:spMk id="3" creationId="{7A4DF3FA-894E-968E-D8BB-D255C49A23A1}"/>
          </ac:spMkLst>
        </pc:spChg>
      </pc:sldChg>
      <pc:sldChg chg="modSp new mod">
        <pc:chgData name="Clayton Silva" userId="29ef9a7b83f2ddc4" providerId="LiveId" clId="{EDF045B2-C32A-49D5-BAB3-282AE5DD047F}" dt="2024-09-17T14:47:13.906" v="949" actId="1036"/>
        <pc:sldMkLst>
          <pc:docMk/>
          <pc:sldMk cId="3373299380" sldId="683"/>
        </pc:sldMkLst>
        <pc:spChg chg="mod">
          <ac:chgData name="Clayton Silva" userId="29ef9a7b83f2ddc4" providerId="LiveId" clId="{EDF045B2-C32A-49D5-BAB3-282AE5DD047F}" dt="2024-09-17T14:15:57.077" v="410" actId="20577"/>
          <ac:spMkLst>
            <pc:docMk/>
            <pc:sldMk cId="3373299380" sldId="683"/>
            <ac:spMk id="2" creationId="{7BAEB7F2-CADE-1C58-15B4-E8AFE53EA44D}"/>
          </ac:spMkLst>
        </pc:spChg>
        <pc:spChg chg="mod">
          <ac:chgData name="Clayton Silva" userId="29ef9a7b83f2ddc4" providerId="LiveId" clId="{EDF045B2-C32A-49D5-BAB3-282AE5DD047F}" dt="2024-09-17T14:47:13.906" v="949" actId="1036"/>
          <ac:spMkLst>
            <pc:docMk/>
            <pc:sldMk cId="3373299380" sldId="683"/>
            <ac:spMk id="3" creationId="{AEEE32B0-9BE8-2C2F-CDC8-B431B5B79C02}"/>
          </ac:spMkLst>
        </pc:spChg>
      </pc:sldChg>
      <pc:sldChg chg="addSp delSp modSp add mod">
        <pc:chgData name="Clayton Silva" userId="29ef9a7b83f2ddc4" providerId="LiveId" clId="{EDF045B2-C32A-49D5-BAB3-282AE5DD047F}" dt="2024-09-17T14:36:14.122" v="740" actId="115"/>
        <pc:sldMkLst>
          <pc:docMk/>
          <pc:sldMk cId="2825147860" sldId="684"/>
        </pc:sldMkLst>
        <pc:spChg chg="mod">
          <ac:chgData name="Clayton Silva" userId="29ef9a7b83f2ddc4" providerId="LiveId" clId="{EDF045B2-C32A-49D5-BAB3-282AE5DD047F}" dt="2024-09-17T14:36:14.122" v="740" actId="115"/>
          <ac:spMkLst>
            <pc:docMk/>
            <pc:sldMk cId="2825147860" sldId="684"/>
            <ac:spMk id="2" creationId="{7BAEB7F2-CADE-1C58-15B4-E8AFE53EA44D}"/>
          </ac:spMkLst>
        </pc:spChg>
        <pc:spChg chg="del">
          <ac:chgData name="Clayton Silva" userId="29ef9a7b83f2ddc4" providerId="LiveId" clId="{EDF045B2-C32A-49D5-BAB3-282AE5DD047F}" dt="2024-09-17T14:27:07.284" v="645" actId="478"/>
          <ac:spMkLst>
            <pc:docMk/>
            <pc:sldMk cId="2825147860" sldId="684"/>
            <ac:spMk id="3" creationId="{AEEE32B0-9BE8-2C2F-CDC8-B431B5B79C02}"/>
          </ac:spMkLst>
        </pc:spChg>
        <pc:spChg chg="del">
          <ac:chgData name="Clayton Silva" userId="29ef9a7b83f2ddc4" providerId="LiveId" clId="{EDF045B2-C32A-49D5-BAB3-282AE5DD047F}" dt="2024-09-17T14:28:46.613" v="657" actId="478"/>
          <ac:spMkLst>
            <pc:docMk/>
            <pc:sldMk cId="2825147860" sldId="684"/>
            <ac:spMk id="4" creationId="{0CE6D94B-A420-4418-1A3F-64A75B6C11B5}"/>
          </ac:spMkLst>
        </pc:spChg>
        <pc:spChg chg="add del mod">
          <ac:chgData name="Clayton Silva" userId="29ef9a7b83f2ddc4" providerId="LiveId" clId="{EDF045B2-C32A-49D5-BAB3-282AE5DD047F}" dt="2024-09-17T14:36:01.109" v="731" actId="478"/>
          <ac:spMkLst>
            <pc:docMk/>
            <pc:sldMk cId="2825147860" sldId="684"/>
            <ac:spMk id="5" creationId="{6185F357-6953-5255-3C35-CDF5792D474B}"/>
          </ac:spMkLst>
        </pc:spChg>
        <pc:spChg chg="add del mod">
          <ac:chgData name="Clayton Silva" userId="29ef9a7b83f2ddc4" providerId="LiveId" clId="{EDF045B2-C32A-49D5-BAB3-282AE5DD047F}" dt="2024-09-17T14:27:09.665" v="646" actId="22"/>
          <ac:spMkLst>
            <pc:docMk/>
            <pc:sldMk cId="2825147860" sldId="684"/>
            <ac:spMk id="7" creationId="{45B19E6E-1EB3-1F84-BE76-4D44594E0184}"/>
          </ac:spMkLst>
        </pc:spChg>
        <pc:picChg chg="add mod ord modCrop">
          <ac:chgData name="Clayton Silva" userId="29ef9a7b83f2ddc4" providerId="LiveId" clId="{EDF045B2-C32A-49D5-BAB3-282AE5DD047F}" dt="2024-09-17T14:28:51.442" v="658" actId="1076"/>
          <ac:picMkLst>
            <pc:docMk/>
            <pc:sldMk cId="2825147860" sldId="684"/>
            <ac:picMk id="9" creationId="{6E0FC85E-72B2-966C-4E47-BAF62322C148}"/>
          </ac:picMkLst>
        </pc:picChg>
      </pc:sldChg>
      <pc:sldChg chg="addSp modSp new mod">
        <pc:chgData name="Clayton Silva" userId="29ef9a7b83f2ddc4" providerId="LiveId" clId="{EDF045B2-C32A-49D5-BAB3-282AE5DD047F}" dt="2024-09-17T14:40:30.673" v="910" actId="113"/>
        <pc:sldMkLst>
          <pc:docMk/>
          <pc:sldMk cId="2610624047" sldId="685"/>
        </pc:sldMkLst>
        <pc:spChg chg="mod">
          <ac:chgData name="Clayton Silva" userId="29ef9a7b83f2ddc4" providerId="LiveId" clId="{EDF045B2-C32A-49D5-BAB3-282AE5DD047F}" dt="2024-09-17T14:31:38.308" v="698" actId="20577"/>
          <ac:spMkLst>
            <pc:docMk/>
            <pc:sldMk cId="2610624047" sldId="685"/>
            <ac:spMk id="2" creationId="{12AB051E-93E2-3AD6-138B-FE72820C90BD}"/>
          </ac:spMkLst>
        </pc:spChg>
        <pc:spChg chg="mod">
          <ac:chgData name="Clayton Silva" userId="29ef9a7b83f2ddc4" providerId="LiveId" clId="{EDF045B2-C32A-49D5-BAB3-282AE5DD047F}" dt="2024-09-17T14:40:30.673" v="910" actId="113"/>
          <ac:spMkLst>
            <pc:docMk/>
            <pc:sldMk cId="2610624047" sldId="685"/>
            <ac:spMk id="3" creationId="{ED6E6331-C81E-F31F-1805-074880FF763F}"/>
          </ac:spMkLst>
        </pc:spChg>
        <pc:picChg chg="add mod">
          <ac:chgData name="Clayton Silva" userId="29ef9a7b83f2ddc4" providerId="LiveId" clId="{EDF045B2-C32A-49D5-BAB3-282AE5DD047F}" dt="2024-09-17T14:40:08.687" v="905" actId="1076"/>
          <ac:picMkLst>
            <pc:docMk/>
            <pc:sldMk cId="2610624047" sldId="685"/>
            <ac:picMk id="5122" creationId="{5C9516A9-F1F6-EF5A-1176-24247365DE67}"/>
          </ac:picMkLst>
        </pc:picChg>
      </pc:sldChg>
      <pc:sldChg chg="addSp delSp modSp add mod">
        <pc:chgData name="Clayton Silva" userId="29ef9a7b83f2ddc4" providerId="LiveId" clId="{EDF045B2-C32A-49D5-BAB3-282AE5DD047F}" dt="2024-09-17T14:43:57.586" v="926" actId="1076"/>
        <pc:sldMkLst>
          <pc:docMk/>
          <pc:sldMk cId="3612252155" sldId="686"/>
        </pc:sldMkLst>
        <pc:spChg chg="mod">
          <ac:chgData name="Clayton Silva" userId="29ef9a7b83f2ddc4" providerId="LiveId" clId="{EDF045B2-C32A-49D5-BAB3-282AE5DD047F}" dt="2024-09-17T14:43:40.714" v="920" actId="20577"/>
          <ac:spMkLst>
            <pc:docMk/>
            <pc:sldMk cId="3612252155" sldId="686"/>
            <ac:spMk id="2" creationId="{12AB051E-93E2-3AD6-138B-FE72820C90BD}"/>
          </ac:spMkLst>
        </pc:spChg>
        <pc:spChg chg="del mod">
          <ac:chgData name="Clayton Silva" userId="29ef9a7b83f2ddc4" providerId="LiveId" clId="{EDF045B2-C32A-49D5-BAB3-282AE5DD047F}" dt="2024-09-17T14:43:43.323" v="921" actId="478"/>
          <ac:spMkLst>
            <pc:docMk/>
            <pc:sldMk cId="3612252155" sldId="686"/>
            <ac:spMk id="3" creationId="{ED6E6331-C81E-F31F-1805-074880FF763F}"/>
          </ac:spMkLst>
        </pc:spChg>
        <pc:spChg chg="add del mod">
          <ac:chgData name="Clayton Silva" userId="29ef9a7b83f2ddc4" providerId="LiveId" clId="{EDF045B2-C32A-49D5-BAB3-282AE5DD047F}" dt="2024-09-17T14:43:45.349" v="922" actId="22"/>
          <ac:spMkLst>
            <pc:docMk/>
            <pc:sldMk cId="3612252155" sldId="686"/>
            <ac:spMk id="8" creationId="{C2529222-A54A-98F5-0DEE-B0F3BF8C6D3C}"/>
          </ac:spMkLst>
        </pc:spChg>
        <pc:picChg chg="add del mod modCrop">
          <ac:chgData name="Clayton Silva" userId="29ef9a7b83f2ddc4" providerId="LiveId" clId="{EDF045B2-C32A-49D5-BAB3-282AE5DD047F}" dt="2024-09-17T14:39:45.648" v="901" actId="478"/>
          <ac:picMkLst>
            <pc:docMk/>
            <pc:sldMk cId="3612252155" sldId="686"/>
            <ac:picMk id="6" creationId="{9B78D14C-FAB8-1D72-9C52-AF6E0037D833}"/>
          </ac:picMkLst>
        </pc:picChg>
        <pc:picChg chg="add mod ord">
          <ac:chgData name="Clayton Silva" userId="29ef9a7b83f2ddc4" providerId="LiveId" clId="{EDF045B2-C32A-49D5-BAB3-282AE5DD047F}" dt="2024-09-17T14:43:57.586" v="926" actId="1076"/>
          <ac:picMkLst>
            <pc:docMk/>
            <pc:sldMk cId="3612252155" sldId="686"/>
            <ac:picMk id="10" creationId="{52E790C3-B2EE-DD5D-44FC-76511DEC9899}"/>
          </ac:picMkLst>
        </pc:picChg>
        <pc:picChg chg="del">
          <ac:chgData name="Clayton Silva" userId="29ef9a7b83f2ddc4" providerId="LiveId" clId="{EDF045B2-C32A-49D5-BAB3-282AE5DD047F}" dt="2024-09-17T14:37:28.694" v="742" actId="478"/>
          <ac:picMkLst>
            <pc:docMk/>
            <pc:sldMk cId="3612252155" sldId="686"/>
            <ac:picMk id="5122" creationId="{5C9516A9-F1F6-EF5A-1176-24247365DE67}"/>
          </ac:picMkLst>
        </pc:picChg>
      </pc:sldChg>
      <pc:sldChg chg="modSp new mod">
        <pc:chgData name="Clayton Silva" userId="29ef9a7b83f2ddc4" providerId="LiveId" clId="{EDF045B2-C32A-49D5-BAB3-282AE5DD047F}" dt="2024-09-17T14:48:41.173" v="966" actId="403"/>
        <pc:sldMkLst>
          <pc:docMk/>
          <pc:sldMk cId="2450615767" sldId="687"/>
        </pc:sldMkLst>
        <pc:spChg chg="mod">
          <ac:chgData name="Clayton Silva" userId="29ef9a7b83f2ddc4" providerId="LiveId" clId="{EDF045B2-C32A-49D5-BAB3-282AE5DD047F}" dt="2024-09-17T14:45:18.903" v="937" actId="20577"/>
          <ac:spMkLst>
            <pc:docMk/>
            <pc:sldMk cId="2450615767" sldId="687"/>
            <ac:spMk id="2" creationId="{08062F9B-290F-B454-58C7-735FFABE2E03}"/>
          </ac:spMkLst>
        </pc:spChg>
        <pc:spChg chg="mod">
          <ac:chgData name="Clayton Silva" userId="29ef9a7b83f2ddc4" providerId="LiveId" clId="{EDF045B2-C32A-49D5-BAB3-282AE5DD047F}" dt="2024-09-17T14:48:41.173" v="966" actId="403"/>
          <ac:spMkLst>
            <pc:docMk/>
            <pc:sldMk cId="2450615767" sldId="687"/>
            <ac:spMk id="3" creationId="{7E55060C-4DFA-E5E0-264C-202467050F1A}"/>
          </ac:spMkLst>
        </pc:spChg>
      </pc:sldChg>
      <pc:sldChg chg="modSp new mod ord">
        <pc:chgData name="Clayton Silva" userId="29ef9a7b83f2ddc4" providerId="LiveId" clId="{EDF045B2-C32A-49D5-BAB3-282AE5DD047F}" dt="2024-09-17T14:51:23.022" v="1002" actId="948"/>
        <pc:sldMkLst>
          <pc:docMk/>
          <pc:sldMk cId="4254697087" sldId="688"/>
        </pc:sldMkLst>
        <pc:spChg chg="mod">
          <ac:chgData name="Clayton Silva" userId="29ef9a7b83f2ddc4" providerId="LiveId" clId="{EDF045B2-C32A-49D5-BAB3-282AE5DD047F}" dt="2024-09-17T14:49:41.993" v="988" actId="20577"/>
          <ac:spMkLst>
            <pc:docMk/>
            <pc:sldMk cId="4254697087" sldId="688"/>
            <ac:spMk id="2" creationId="{1BBD3723-CE05-4EC9-D4FC-7DE643A850B8}"/>
          </ac:spMkLst>
        </pc:spChg>
        <pc:spChg chg="mod">
          <ac:chgData name="Clayton Silva" userId="29ef9a7b83f2ddc4" providerId="LiveId" clId="{EDF045B2-C32A-49D5-BAB3-282AE5DD047F}" dt="2024-09-17T14:51:23.022" v="1002" actId="948"/>
          <ac:spMkLst>
            <pc:docMk/>
            <pc:sldMk cId="4254697087" sldId="688"/>
            <ac:spMk id="3" creationId="{9E5C90CD-98B8-E7BB-6239-E8A9EC5AF544}"/>
          </ac:spMkLst>
        </pc:spChg>
      </pc:sldChg>
      <pc:sldChg chg="addSp delSp modSp new mod">
        <pc:chgData name="Clayton Silva" userId="29ef9a7b83f2ddc4" providerId="LiveId" clId="{EDF045B2-C32A-49D5-BAB3-282AE5DD047F}" dt="2024-09-17T14:59:11.533" v="1042" actId="1076"/>
        <pc:sldMkLst>
          <pc:docMk/>
          <pc:sldMk cId="1564519565" sldId="689"/>
        </pc:sldMkLst>
        <pc:spChg chg="mod">
          <ac:chgData name="Clayton Silva" userId="29ef9a7b83f2ddc4" providerId="LiveId" clId="{EDF045B2-C32A-49D5-BAB3-282AE5DD047F}" dt="2024-09-17T14:58:32.495" v="1034" actId="20577"/>
          <ac:spMkLst>
            <pc:docMk/>
            <pc:sldMk cId="1564519565" sldId="689"/>
            <ac:spMk id="2" creationId="{79698E63-B893-0768-B2B9-9E302A0F7F6F}"/>
          </ac:spMkLst>
        </pc:spChg>
        <pc:spChg chg="del">
          <ac:chgData name="Clayton Silva" userId="29ef9a7b83f2ddc4" providerId="LiveId" clId="{EDF045B2-C32A-49D5-BAB3-282AE5DD047F}" dt="2024-09-17T14:58:34.885" v="1035" actId="22"/>
          <ac:spMkLst>
            <pc:docMk/>
            <pc:sldMk cId="1564519565" sldId="689"/>
            <ac:spMk id="3" creationId="{E21B301B-7858-F92D-3367-1EDAFB9A00CF}"/>
          </ac:spMkLst>
        </pc:spChg>
        <pc:picChg chg="add mod ord modCrop">
          <ac:chgData name="Clayton Silva" userId="29ef9a7b83f2ddc4" providerId="LiveId" clId="{EDF045B2-C32A-49D5-BAB3-282AE5DD047F}" dt="2024-09-17T14:59:11.533" v="1042" actId="1076"/>
          <ac:picMkLst>
            <pc:docMk/>
            <pc:sldMk cId="1564519565" sldId="689"/>
            <ac:picMk id="6" creationId="{99FF9E9D-148E-B5E1-033B-C59FED53AF04}"/>
          </ac:picMkLst>
        </pc:picChg>
      </pc:sldChg>
      <pc:sldChg chg="modSp add mod ord">
        <pc:chgData name="Clayton Silva" userId="29ef9a7b83f2ddc4" providerId="LiveId" clId="{EDF045B2-C32A-49D5-BAB3-282AE5DD047F}" dt="2024-09-17T15:03:25.863" v="1094" actId="108"/>
        <pc:sldMkLst>
          <pc:docMk/>
          <pc:sldMk cId="1853464887" sldId="690"/>
        </pc:sldMkLst>
        <pc:spChg chg="mod">
          <ac:chgData name="Clayton Silva" userId="29ef9a7b83f2ddc4" providerId="LiveId" clId="{EDF045B2-C32A-49D5-BAB3-282AE5DD047F}" dt="2024-09-17T15:03:10.614" v="1092" actId="20577"/>
          <ac:spMkLst>
            <pc:docMk/>
            <pc:sldMk cId="1853464887" sldId="690"/>
            <ac:spMk id="2" creationId="{9CF32A0B-47EF-E3B0-BAEF-C27A61E24313}"/>
          </ac:spMkLst>
        </pc:spChg>
        <pc:spChg chg="mod">
          <ac:chgData name="Clayton Silva" userId="29ef9a7b83f2ddc4" providerId="LiveId" clId="{EDF045B2-C32A-49D5-BAB3-282AE5DD047F}" dt="2024-09-17T15:03:25.863" v="1094" actId="108"/>
          <ac:spMkLst>
            <pc:docMk/>
            <pc:sldMk cId="1853464887" sldId="690"/>
            <ac:spMk id="3" creationId="{7A4DF3FA-894E-968E-D8BB-D255C49A23A1}"/>
          </ac:spMkLst>
        </pc:spChg>
      </pc:sldChg>
      <pc:sldChg chg="addSp delSp modSp add mod setBg">
        <pc:chgData name="Clayton Silva" userId="29ef9a7b83f2ddc4" providerId="LiveId" clId="{EDF045B2-C32A-49D5-BAB3-282AE5DD047F}" dt="2024-09-17T15:48:40.900" v="1154" actId="26606"/>
        <pc:sldMkLst>
          <pc:docMk/>
          <pc:sldMk cId="297295549" sldId="691"/>
        </pc:sldMkLst>
        <pc:spChg chg="mod">
          <ac:chgData name="Clayton Silva" userId="29ef9a7b83f2ddc4" providerId="LiveId" clId="{EDF045B2-C32A-49D5-BAB3-282AE5DD047F}" dt="2024-09-17T15:48:40.900" v="1154" actId="26606"/>
          <ac:spMkLst>
            <pc:docMk/>
            <pc:sldMk cId="297295549" sldId="691"/>
            <ac:spMk id="2" creationId="{08062F9B-290F-B454-58C7-735FFABE2E03}"/>
          </ac:spMkLst>
        </pc:spChg>
        <pc:spChg chg="mod">
          <ac:chgData name="Clayton Silva" userId="29ef9a7b83f2ddc4" providerId="LiveId" clId="{EDF045B2-C32A-49D5-BAB3-282AE5DD047F}" dt="2024-09-17T15:48:40.900" v="1154" actId="26606"/>
          <ac:spMkLst>
            <pc:docMk/>
            <pc:sldMk cId="297295549" sldId="691"/>
            <ac:spMk id="3" creationId="{7E55060C-4DFA-E5E0-264C-202467050F1A}"/>
          </ac:spMkLst>
        </pc:spChg>
        <pc:spChg chg="mod ord">
          <ac:chgData name="Clayton Silva" userId="29ef9a7b83f2ddc4" providerId="LiveId" clId="{EDF045B2-C32A-49D5-BAB3-282AE5DD047F}" dt="2024-09-17T15:48:40.900" v="1154" actId="26606"/>
          <ac:spMkLst>
            <pc:docMk/>
            <pc:sldMk cId="297295549" sldId="691"/>
            <ac:spMk id="4" creationId="{647AE285-A57C-0F1C-41D4-5C1FA1E8BDB0}"/>
          </ac:spMkLst>
        </pc:spChg>
        <pc:spChg chg="add del">
          <ac:chgData name="Clayton Silva" userId="29ef9a7b83f2ddc4" providerId="LiveId" clId="{EDF045B2-C32A-49D5-BAB3-282AE5DD047F}" dt="2024-09-17T15:48:40.900" v="1154" actId="26606"/>
          <ac:spMkLst>
            <pc:docMk/>
            <pc:sldMk cId="297295549" sldId="691"/>
            <ac:spMk id="11" creationId="{2B97F24A-32CE-4C1C-A50D-3016B394DCFB}"/>
          </ac:spMkLst>
        </pc:spChg>
        <pc:spChg chg="add del">
          <ac:chgData name="Clayton Silva" userId="29ef9a7b83f2ddc4" providerId="LiveId" clId="{EDF045B2-C32A-49D5-BAB3-282AE5DD047F}" dt="2024-09-17T15:48:40.900" v="1154" actId="26606"/>
          <ac:spMkLst>
            <pc:docMk/>
            <pc:sldMk cId="297295549" sldId="691"/>
            <ac:spMk id="13" creationId="{CD8B4F24-440B-49E9-B85D-733523DC064B}"/>
          </ac:spMkLst>
        </pc:spChg>
        <pc:picChg chg="add mod">
          <ac:chgData name="Clayton Silva" userId="29ef9a7b83f2ddc4" providerId="LiveId" clId="{EDF045B2-C32A-49D5-BAB3-282AE5DD047F}" dt="2024-09-17T15:48:40.900" v="1154" actId="26606"/>
          <ac:picMkLst>
            <pc:docMk/>
            <pc:sldMk cId="297295549" sldId="691"/>
            <ac:picMk id="6" creationId="{067241B3-3D3D-949B-99A2-CB33B3A3DFDD}"/>
          </ac:picMkLst>
        </pc:picChg>
      </pc:sldChg>
      <pc:sldChg chg="addSp modSp add mod">
        <pc:chgData name="Clayton Silva" userId="29ef9a7b83f2ddc4" providerId="LiveId" clId="{EDF045B2-C32A-49D5-BAB3-282AE5DD047F}" dt="2024-09-17T15:50:45.224" v="1164" actId="115"/>
        <pc:sldMkLst>
          <pc:docMk/>
          <pc:sldMk cId="341554145" sldId="692"/>
        </pc:sldMkLst>
        <pc:spChg chg="mod">
          <ac:chgData name="Clayton Silva" userId="29ef9a7b83f2ddc4" providerId="LiveId" clId="{EDF045B2-C32A-49D5-BAB3-282AE5DD047F}" dt="2024-09-17T15:50:45.224" v="1164" actId="115"/>
          <ac:spMkLst>
            <pc:docMk/>
            <pc:sldMk cId="341554145" sldId="692"/>
            <ac:spMk id="3" creationId="{7E55060C-4DFA-E5E0-264C-202467050F1A}"/>
          </ac:spMkLst>
        </pc:spChg>
        <pc:picChg chg="add mod">
          <ac:chgData name="Clayton Silva" userId="29ef9a7b83f2ddc4" providerId="LiveId" clId="{EDF045B2-C32A-49D5-BAB3-282AE5DD047F}" dt="2024-09-17T15:50:05.290" v="1160" actId="1076"/>
          <ac:picMkLst>
            <pc:docMk/>
            <pc:sldMk cId="341554145" sldId="692"/>
            <ac:picMk id="6" creationId="{BE888D1E-4A95-9A21-33D7-BA3015E7C383}"/>
          </ac:picMkLst>
        </pc:picChg>
        <pc:cxnChg chg="add">
          <ac:chgData name="Clayton Silva" userId="29ef9a7b83f2ddc4" providerId="LiveId" clId="{EDF045B2-C32A-49D5-BAB3-282AE5DD047F}" dt="2024-09-17T15:50:23.538" v="1161" actId="11529"/>
          <ac:cxnSpMkLst>
            <pc:docMk/>
            <pc:sldMk cId="341554145" sldId="692"/>
            <ac:cxnSpMk id="8" creationId="{A00C872F-27DB-137E-93F4-3F48AE3F03B9}"/>
          </ac:cxnSpMkLst>
        </pc:cxnChg>
        <pc:cxnChg chg="add">
          <ac:chgData name="Clayton Silva" userId="29ef9a7b83f2ddc4" providerId="LiveId" clId="{EDF045B2-C32A-49D5-BAB3-282AE5DD047F}" dt="2024-09-17T15:50:33.566" v="1162" actId="11529"/>
          <ac:cxnSpMkLst>
            <pc:docMk/>
            <pc:sldMk cId="341554145" sldId="692"/>
            <ac:cxnSpMk id="10" creationId="{1EC0CC60-FC35-171E-7EE7-DBACA486BAE9}"/>
          </ac:cxnSpMkLst>
        </pc:cxnChg>
      </pc:sldChg>
      <pc:sldChg chg="addSp delSp modSp new add del mod setBg">
        <pc:chgData name="Clayton Silva" userId="29ef9a7b83f2ddc4" providerId="LiveId" clId="{EDF045B2-C32A-49D5-BAB3-282AE5DD047F}" dt="2024-09-17T16:28:09.347" v="1597" actId="20577"/>
        <pc:sldMkLst>
          <pc:docMk/>
          <pc:sldMk cId="19057194" sldId="693"/>
        </pc:sldMkLst>
        <pc:spChg chg="mod">
          <ac:chgData name="Clayton Silva" userId="29ef9a7b83f2ddc4" providerId="LiveId" clId="{EDF045B2-C32A-49D5-BAB3-282AE5DD047F}" dt="2024-09-17T15:53:36.861" v="1198" actId="26606"/>
          <ac:spMkLst>
            <pc:docMk/>
            <pc:sldMk cId="19057194" sldId="693"/>
            <ac:spMk id="2" creationId="{B867F650-E8C2-E281-EA2A-A0DD913B16BC}"/>
          </ac:spMkLst>
        </pc:spChg>
        <pc:spChg chg="add del">
          <ac:chgData name="Clayton Silva" userId="29ef9a7b83f2ddc4" providerId="LiveId" clId="{EDF045B2-C32A-49D5-BAB3-282AE5DD047F}" dt="2024-09-17T15:53:33.854" v="1197"/>
          <ac:spMkLst>
            <pc:docMk/>
            <pc:sldMk cId="19057194" sldId="693"/>
            <ac:spMk id="3" creationId="{01EC1EB6-9434-8A18-E591-00C6C4F17CAC}"/>
          </ac:spMkLst>
        </pc:spChg>
        <pc:spChg chg="mod ord">
          <ac:chgData name="Clayton Silva" userId="29ef9a7b83f2ddc4" providerId="LiveId" clId="{EDF045B2-C32A-49D5-BAB3-282AE5DD047F}" dt="2024-09-17T15:53:36.861" v="1198" actId="26606"/>
          <ac:spMkLst>
            <pc:docMk/>
            <pc:sldMk cId="19057194" sldId="693"/>
            <ac:spMk id="4" creationId="{72BDA150-6943-FCA0-19CA-609AC6A921FA}"/>
          </ac:spMkLst>
        </pc:spChg>
        <pc:spChg chg="add mod">
          <ac:chgData name="Clayton Silva" userId="29ef9a7b83f2ddc4" providerId="LiveId" clId="{EDF045B2-C32A-49D5-BAB3-282AE5DD047F}" dt="2024-09-17T16:28:09.347" v="1597" actId="20577"/>
          <ac:spMkLst>
            <pc:docMk/>
            <pc:sldMk cId="19057194" sldId="693"/>
            <ac:spMk id="6" creationId="{1F96DB60-D739-A597-2B9C-3C01EB62C2BD}"/>
          </ac:spMkLst>
        </pc:spChg>
        <pc:spChg chg="add">
          <ac:chgData name="Clayton Silva" userId="29ef9a7b83f2ddc4" providerId="LiveId" clId="{EDF045B2-C32A-49D5-BAB3-282AE5DD047F}" dt="2024-09-17T15:53:36.861" v="1198" actId="26606"/>
          <ac:spMkLst>
            <pc:docMk/>
            <pc:sldMk cId="19057194" sldId="693"/>
            <ac:spMk id="7175" creationId="{A4AC5506-6312-4701-8D3C-40187889A947}"/>
          </ac:spMkLst>
        </pc:spChg>
        <pc:picChg chg="add del mod ord">
          <ac:chgData name="Clayton Silva" userId="29ef9a7b83f2ddc4" providerId="LiveId" clId="{EDF045B2-C32A-49D5-BAB3-282AE5DD047F}" dt="2024-09-17T15:53:18.758" v="1196" actId="34307"/>
          <ac:picMkLst>
            <pc:docMk/>
            <pc:sldMk cId="19057194" sldId="693"/>
            <ac:picMk id="5" creationId="{0B3C5070-7EC8-790C-C99F-9FA6C5D04EF4}"/>
          </ac:picMkLst>
        </pc:picChg>
        <pc:picChg chg="add mod">
          <ac:chgData name="Clayton Silva" userId="29ef9a7b83f2ddc4" providerId="LiveId" clId="{EDF045B2-C32A-49D5-BAB3-282AE5DD047F}" dt="2024-09-17T16:00:41.633" v="1388" actId="1036"/>
          <ac:picMkLst>
            <pc:docMk/>
            <pc:sldMk cId="19057194" sldId="693"/>
            <ac:picMk id="7170" creationId="{1CF847D4-4CCC-B91C-098D-78D477E4CEFB}"/>
          </ac:picMkLst>
        </pc:picChg>
      </pc:sldChg>
      <pc:sldChg chg="addSp delSp modSp add del mod">
        <pc:chgData name="Clayton Silva" userId="29ef9a7b83f2ddc4" providerId="LiveId" clId="{EDF045B2-C32A-49D5-BAB3-282AE5DD047F}" dt="2024-09-17T16:04:55.885" v="1519" actId="47"/>
        <pc:sldMkLst>
          <pc:docMk/>
          <pc:sldMk cId="3068261663" sldId="694"/>
        </pc:sldMkLst>
        <pc:spChg chg="mod">
          <ac:chgData name="Clayton Silva" userId="29ef9a7b83f2ddc4" providerId="LiveId" clId="{EDF045B2-C32A-49D5-BAB3-282AE5DD047F}" dt="2024-09-17T16:04:46.171" v="1518" actId="20577"/>
          <ac:spMkLst>
            <pc:docMk/>
            <pc:sldMk cId="3068261663" sldId="694"/>
            <ac:spMk id="2" creationId="{B867F650-E8C2-E281-EA2A-A0DD913B16BC}"/>
          </ac:spMkLst>
        </pc:spChg>
        <pc:spChg chg="add mod">
          <ac:chgData name="Clayton Silva" userId="29ef9a7b83f2ddc4" providerId="LiveId" clId="{EDF045B2-C32A-49D5-BAB3-282AE5DD047F}" dt="2024-09-17T15:56:15.246" v="1284" actId="478"/>
          <ac:spMkLst>
            <pc:docMk/>
            <pc:sldMk cId="3068261663" sldId="694"/>
            <ac:spMk id="3" creationId="{7674F4DF-769E-FD01-46D8-3039E0518AF5}"/>
          </ac:spMkLst>
        </pc:spChg>
        <pc:spChg chg="mod">
          <ac:chgData name="Clayton Silva" userId="29ef9a7b83f2ddc4" providerId="LiveId" clId="{EDF045B2-C32A-49D5-BAB3-282AE5DD047F}" dt="2024-09-17T15:59:49.928" v="1308" actId="20577"/>
          <ac:spMkLst>
            <pc:docMk/>
            <pc:sldMk cId="3068261663" sldId="694"/>
            <ac:spMk id="6" creationId="{1F96DB60-D739-A597-2B9C-3C01EB62C2BD}"/>
          </ac:spMkLst>
        </pc:spChg>
        <pc:picChg chg="del">
          <ac:chgData name="Clayton Silva" userId="29ef9a7b83f2ddc4" providerId="LiveId" clId="{EDF045B2-C32A-49D5-BAB3-282AE5DD047F}" dt="2024-09-17T15:56:15.246" v="1284" actId="478"/>
          <ac:picMkLst>
            <pc:docMk/>
            <pc:sldMk cId="3068261663" sldId="694"/>
            <ac:picMk id="7170" creationId="{1CF847D4-4CCC-B91C-098D-78D477E4CEFB}"/>
          </ac:picMkLst>
        </pc:picChg>
        <pc:picChg chg="add mod">
          <ac:chgData name="Clayton Silva" userId="29ef9a7b83f2ddc4" providerId="LiveId" clId="{EDF045B2-C32A-49D5-BAB3-282AE5DD047F}" dt="2024-09-17T15:59:35.490" v="1291" actId="1076"/>
          <ac:picMkLst>
            <pc:docMk/>
            <pc:sldMk cId="3068261663" sldId="694"/>
            <ac:picMk id="8194" creationId="{0CA67C4B-C6D4-FE2B-EEC1-AB274D9EA53B}"/>
          </ac:picMkLst>
        </pc:picChg>
      </pc:sldChg>
      <pc:sldChg chg="addSp delSp modSp add mod">
        <pc:chgData name="Clayton Silva" userId="29ef9a7b83f2ddc4" providerId="LiveId" clId="{EDF045B2-C32A-49D5-BAB3-282AE5DD047F}" dt="2024-09-17T16:27:49.619" v="1579" actId="113"/>
        <pc:sldMkLst>
          <pc:docMk/>
          <pc:sldMk cId="2702081137" sldId="695"/>
        </pc:sldMkLst>
        <pc:spChg chg="mod">
          <ac:chgData name="Clayton Silva" userId="29ef9a7b83f2ddc4" providerId="LiveId" clId="{EDF045B2-C32A-49D5-BAB3-282AE5DD047F}" dt="2024-09-17T16:03:59.235" v="1504" actId="20577"/>
          <ac:spMkLst>
            <pc:docMk/>
            <pc:sldMk cId="2702081137" sldId="695"/>
            <ac:spMk id="2" creationId="{B867F650-E8C2-E281-EA2A-A0DD913B16BC}"/>
          </ac:spMkLst>
        </pc:spChg>
        <pc:spChg chg="add del mod">
          <ac:chgData name="Clayton Silva" userId="29ef9a7b83f2ddc4" providerId="LiveId" clId="{EDF045B2-C32A-49D5-BAB3-282AE5DD047F}" dt="2024-09-17T16:01:27.881" v="1419"/>
          <ac:spMkLst>
            <pc:docMk/>
            <pc:sldMk cId="2702081137" sldId="695"/>
            <ac:spMk id="3" creationId="{AA9FD9C6-8798-C33B-B84E-745EDC0D989A}"/>
          </ac:spMkLst>
        </pc:spChg>
        <pc:spChg chg="mod">
          <ac:chgData name="Clayton Silva" userId="29ef9a7b83f2ddc4" providerId="LiveId" clId="{EDF045B2-C32A-49D5-BAB3-282AE5DD047F}" dt="2024-09-17T16:27:49.619" v="1579" actId="113"/>
          <ac:spMkLst>
            <pc:docMk/>
            <pc:sldMk cId="2702081137" sldId="695"/>
            <ac:spMk id="6" creationId="{1F96DB60-D739-A597-2B9C-3C01EB62C2BD}"/>
          </ac:spMkLst>
        </pc:spChg>
        <pc:spChg chg="add del mod">
          <ac:chgData name="Clayton Silva" userId="29ef9a7b83f2ddc4" providerId="LiveId" clId="{EDF045B2-C32A-49D5-BAB3-282AE5DD047F}" dt="2024-09-17T16:22:54.408" v="1554" actId="22"/>
          <ac:spMkLst>
            <pc:docMk/>
            <pc:sldMk cId="2702081137" sldId="695"/>
            <ac:spMk id="7" creationId="{856CF1B6-B6F6-F9B0-978B-830E8E5FA5E0}"/>
          </ac:spMkLst>
        </pc:spChg>
        <pc:spChg chg="add del mod">
          <ac:chgData name="Clayton Silva" userId="29ef9a7b83f2ddc4" providerId="LiveId" clId="{EDF045B2-C32A-49D5-BAB3-282AE5DD047F}" dt="2024-09-17T16:24:02.306" v="1560"/>
          <ac:spMkLst>
            <pc:docMk/>
            <pc:sldMk cId="2702081137" sldId="695"/>
            <ac:spMk id="11" creationId="{0EAB3643-A5E2-B149-BFD8-CC825CE3BB08}"/>
          </ac:spMkLst>
        </pc:spChg>
        <pc:picChg chg="add del mod">
          <ac:chgData name="Clayton Silva" userId="29ef9a7b83f2ddc4" providerId="LiveId" clId="{EDF045B2-C32A-49D5-BAB3-282AE5DD047F}" dt="2024-09-17T16:22:52.035" v="1553" actId="478"/>
          <ac:picMkLst>
            <pc:docMk/>
            <pc:sldMk cId="2702081137" sldId="695"/>
            <ac:picMk id="5" creationId="{C4640889-3169-1C91-A80B-4D74103DED88}"/>
          </ac:picMkLst>
        </pc:picChg>
        <pc:picChg chg="add del mod ord">
          <ac:chgData name="Clayton Silva" userId="29ef9a7b83f2ddc4" providerId="LiveId" clId="{EDF045B2-C32A-49D5-BAB3-282AE5DD047F}" dt="2024-09-17T16:23:57.679" v="1559" actId="478"/>
          <ac:picMkLst>
            <pc:docMk/>
            <pc:sldMk cId="2702081137" sldId="695"/>
            <ac:picMk id="9" creationId="{FBA39AFA-BD92-AD06-0E2D-138635B3ABED}"/>
          </ac:picMkLst>
        </pc:picChg>
        <pc:picChg chg="del">
          <ac:chgData name="Clayton Silva" userId="29ef9a7b83f2ddc4" providerId="LiveId" clId="{EDF045B2-C32A-49D5-BAB3-282AE5DD047F}" dt="2024-09-17T16:01:20.658" v="1418" actId="478"/>
          <ac:picMkLst>
            <pc:docMk/>
            <pc:sldMk cId="2702081137" sldId="695"/>
            <ac:picMk id="7170" creationId="{1CF847D4-4CCC-B91C-098D-78D477E4CEFB}"/>
          </ac:picMkLst>
        </pc:picChg>
        <pc:picChg chg="add mod">
          <ac:chgData name="Clayton Silva" userId="29ef9a7b83f2ddc4" providerId="LiveId" clId="{EDF045B2-C32A-49D5-BAB3-282AE5DD047F}" dt="2024-09-17T16:24:14.506" v="1564" actId="1076"/>
          <ac:picMkLst>
            <pc:docMk/>
            <pc:sldMk cId="2702081137" sldId="695"/>
            <ac:picMk id="9218" creationId="{19A959A0-06AE-2D61-81AA-E9C29E9B7C66}"/>
          </ac:picMkLst>
        </pc:picChg>
      </pc:sldChg>
      <pc:sldChg chg="add del">
        <pc:chgData name="Clayton Silva" userId="29ef9a7b83f2ddc4" providerId="LiveId" clId="{EDF045B2-C32A-49D5-BAB3-282AE5DD047F}" dt="2024-09-17T16:05:02.967" v="1520" actId="47"/>
        <pc:sldMkLst>
          <pc:docMk/>
          <pc:sldMk cId="1654948600" sldId="696"/>
        </pc:sldMkLst>
      </pc:sldChg>
      <pc:sldChg chg="addSp delSp modSp add mod">
        <pc:chgData name="Clayton Silva" userId="29ef9a7b83f2ddc4" providerId="LiveId" clId="{EDF045B2-C32A-49D5-BAB3-282AE5DD047F}" dt="2024-09-17T16:27:37.870" v="1578" actId="113"/>
        <pc:sldMkLst>
          <pc:docMk/>
          <pc:sldMk cId="4072990745" sldId="696"/>
        </pc:sldMkLst>
        <pc:spChg chg="mod">
          <ac:chgData name="Clayton Silva" userId="29ef9a7b83f2ddc4" providerId="LiveId" clId="{EDF045B2-C32A-49D5-BAB3-282AE5DD047F}" dt="2024-09-17T16:05:19.669" v="1532" actId="20577"/>
          <ac:spMkLst>
            <pc:docMk/>
            <pc:sldMk cId="4072990745" sldId="696"/>
            <ac:spMk id="2" creationId="{B867F650-E8C2-E281-EA2A-A0DD913B16BC}"/>
          </ac:spMkLst>
        </pc:spChg>
        <pc:spChg chg="add del mod">
          <ac:chgData name="Clayton Silva" userId="29ef9a7b83f2ddc4" providerId="LiveId" clId="{EDF045B2-C32A-49D5-BAB3-282AE5DD047F}" dt="2024-09-17T16:26:21.204" v="1565"/>
          <ac:spMkLst>
            <pc:docMk/>
            <pc:sldMk cId="4072990745" sldId="696"/>
            <ac:spMk id="3" creationId="{8A453227-A1AB-2033-6740-BAC8113C4500}"/>
          </ac:spMkLst>
        </pc:spChg>
        <pc:spChg chg="mod">
          <ac:chgData name="Clayton Silva" userId="29ef9a7b83f2ddc4" providerId="LiveId" clId="{EDF045B2-C32A-49D5-BAB3-282AE5DD047F}" dt="2024-09-17T16:27:37.870" v="1578" actId="113"/>
          <ac:spMkLst>
            <pc:docMk/>
            <pc:sldMk cId="4072990745" sldId="696"/>
            <ac:spMk id="6" creationId="{1F96DB60-D739-A597-2B9C-3C01EB62C2BD}"/>
          </ac:spMkLst>
        </pc:spChg>
        <pc:picChg chg="del">
          <ac:chgData name="Clayton Silva" userId="29ef9a7b83f2ddc4" providerId="LiveId" clId="{EDF045B2-C32A-49D5-BAB3-282AE5DD047F}" dt="2024-09-17T16:23:24.904" v="1558" actId="478"/>
          <ac:picMkLst>
            <pc:docMk/>
            <pc:sldMk cId="4072990745" sldId="696"/>
            <ac:picMk id="5" creationId="{C4640889-3169-1C91-A80B-4D74103DED88}"/>
          </ac:picMkLst>
        </pc:picChg>
        <pc:picChg chg="add mod">
          <ac:chgData name="Clayton Silva" userId="29ef9a7b83f2ddc4" providerId="LiveId" clId="{EDF045B2-C32A-49D5-BAB3-282AE5DD047F}" dt="2024-09-17T16:27:22.971" v="1571" actId="14100"/>
          <ac:picMkLst>
            <pc:docMk/>
            <pc:sldMk cId="4072990745" sldId="696"/>
            <ac:picMk id="10242" creationId="{1F9AB75D-D92B-CADD-E57C-BE1C4A7DACC5}"/>
          </ac:picMkLst>
        </pc:picChg>
      </pc:sldChg>
      <pc:sldChg chg="modSp new mod">
        <pc:chgData name="Clayton Silva" userId="29ef9a7b83f2ddc4" providerId="LiveId" clId="{EDF045B2-C32A-49D5-BAB3-282AE5DD047F}" dt="2024-09-17T19:58:45.316" v="1743" actId="403"/>
        <pc:sldMkLst>
          <pc:docMk/>
          <pc:sldMk cId="4294683225" sldId="697"/>
        </pc:sldMkLst>
        <pc:spChg chg="mod">
          <ac:chgData name="Clayton Silva" userId="29ef9a7b83f2ddc4" providerId="LiveId" clId="{EDF045B2-C32A-49D5-BAB3-282AE5DD047F}" dt="2024-09-17T19:49:36.357" v="1606" actId="20577"/>
          <ac:spMkLst>
            <pc:docMk/>
            <pc:sldMk cId="4294683225" sldId="697"/>
            <ac:spMk id="2" creationId="{B2F23722-5005-A5A6-CED3-942439AE18FC}"/>
          </ac:spMkLst>
        </pc:spChg>
        <pc:spChg chg="mod">
          <ac:chgData name="Clayton Silva" userId="29ef9a7b83f2ddc4" providerId="LiveId" clId="{EDF045B2-C32A-49D5-BAB3-282AE5DD047F}" dt="2024-09-17T19:58:45.316" v="1743" actId="403"/>
          <ac:spMkLst>
            <pc:docMk/>
            <pc:sldMk cId="4294683225" sldId="697"/>
            <ac:spMk id="3" creationId="{92DA2CBF-1A35-4A28-BAE0-EE2D65E7A355}"/>
          </ac:spMkLst>
        </pc:spChg>
      </pc:sldChg>
      <pc:sldChg chg="addSp delSp modSp new mod ord">
        <pc:chgData name="Clayton Silva" userId="29ef9a7b83f2ddc4" providerId="LiveId" clId="{EDF045B2-C32A-49D5-BAB3-282AE5DD047F}" dt="2024-09-17T20:02:16.188" v="1765"/>
        <pc:sldMkLst>
          <pc:docMk/>
          <pc:sldMk cId="1685122326" sldId="698"/>
        </pc:sldMkLst>
        <pc:spChg chg="mod">
          <ac:chgData name="Clayton Silva" userId="29ef9a7b83f2ddc4" providerId="LiveId" clId="{EDF045B2-C32A-49D5-BAB3-282AE5DD047F}" dt="2024-09-17T20:00:44.667" v="1753" actId="20577"/>
          <ac:spMkLst>
            <pc:docMk/>
            <pc:sldMk cId="1685122326" sldId="698"/>
            <ac:spMk id="2" creationId="{DE224EE4-D23E-FC5E-CC37-CEC085031D0E}"/>
          </ac:spMkLst>
        </pc:spChg>
        <pc:spChg chg="del">
          <ac:chgData name="Clayton Silva" userId="29ef9a7b83f2ddc4" providerId="LiveId" clId="{EDF045B2-C32A-49D5-BAB3-282AE5DD047F}" dt="2024-09-17T20:00:32.641" v="1745" actId="22"/>
          <ac:spMkLst>
            <pc:docMk/>
            <pc:sldMk cId="1685122326" sldId="698"/>
            <ac:spMk id="3" creationId="{09700CD4-F562-7BC1-D1AC-7B9E91FC59C0}"/>
          </ac:spMkLst>
        </pc:spChg>
        <pc:picChg chg="add mod ord">
          <ac:chgData name="Clayton Silva" userId="29ef9a7b83f2ddc4" providerId="LiveId" clId="{EDF045B2-C32A-49D5-BAB3-282AE5DD047F}" dt="2024-09-17T20:00:40.443" v="1748" actId="1076"/>
          <ac:picMkLst>
            <pc:docMk/>
            <pc:sldMk cId="1685122326" sldId="698"/>
            <ac:picMk id="6" creationId="{AE0EA7FE-BB89-0925-066E-67241A7FE16D}"/>
          </ac:picMkLst>
        </pc:picChg>
      </pc:sldChg>
      <pc:sldChg chg="modSp add mod ord">
        <pc:chgData name="Clayton Silva" userId="29ef9a7b83f2ddc4" providerId="LiveId" clId="{EDF045B2-C32A-49D5-BAB3-282AE5DD047F}" dt="2024-09-17T20:02:04.158" v="1763" actId="108"/>
        <pc:sldMkLst>
          <pc:docMk/>
          <pc:sldMk cId="1040578128" sldId="699"/>
        </pc:sldMkLst>
        <pc:spChg chg="mod">
          <ac:chgData name="Clayton Silva" userId="29ef9a7b83f2ddc4" providerId="LiveId" clId="{EDF045B2-C32A-49D5-BAB3-282AE5DD047F}" dt="2024-09-17T20:02:04.158" v="1763" actId="108"/>
          <ac:spMkLst>
            <pc:docMk/>
            <pc:sldMk cId="1040578128" sldId="699"/>
            <ac:spMk id="3" creationId="{7A4DF3FA-894E-968E-D8BB-D255C49A23A1}"/>
          </ac:spMkLst>
        </pc:spChg>
      </pc:sldChg>
      <pc:sldChg chg="add">
        <pc:chgData name="Clayton Silva" userId="29ef9a7b83f2ddc4" providerId="LiveId" clId="{EDF045B2-C32A-49D5-BAB3-282AE5DD047F}" dt="2024-09-17T20:01:45.988" v="1759" actId="2890"/>
        <pc:sldMkLst>
          <pc:docMk/>
          <pc:sldMk cId="3965853113" sldId="700"/>
        </pc:sldMkLst>
      </pc:sldChg>
      <pc:sldChg chg="addSp delSp modSp new mod">
        <pc:chgData name="Clayton Silva" userId="29ef9a7b83f2ddc4" providerId="LiveId" clId="{EDF045B2-C32A-49D5-BAB3-282AE5DD047F}" dt="2024-09-17T20:15:10.115" v="1864" actId="20577"/>
        <pc:sldMkLst>
          <pc:docMk/>
          <pc:sldMk cId="174081274" sldId="701"/>
        </pc:sldMkLst>
        <pc:spChg chg="mod">
          <ac:chgData name="Clayton Silva" userId="29ef9a7b83f2ddc4" providerId="LiveId" clId="{EDF045B2-C32A-49D5-BAB3-282AE5DD047F}" dt="2024-09-17T20:15:10.115" v="1864" actId="20577"/>
          <ac:spMkLst>
            <pc:docMk/>
            <pc:sldMk cId="174081274" sldId="701"/>
            <ac:spMk id="2" creationId="{71E285A4-AC84-35DE-D8F5-5F28F74B4835}"/>
          </ac:spMkLst>
        </pc:spChg>
        <pc:spChg chg="del">
          <ac:chgData name="Clayton Silva" userId="29ef9a7b83f2ddc4" providerId="LiveId" clId="{EDF045B2-C32A-49D5-BAB3-282AE5DD047F}" dt="2024-09-17T20:03:11.574" v="1767" actId="22"/>
          <ac:spMkLst>
            <pc:docMk/>
            <pc:sldMk cId="174081274" sldId="701"/>
            <ac:spMk id="3" creationId="{96AFA887-E9AF-F408-7137-C80937150079}"/>
          </ac:spMkLst>
        </pc:spChg>
        <pc:picChg chg="add mod ord">
          <ac:chgData name="Clayton Silva" userId="29ef9a7b83f2ddc4" providerId="LiveId" clId="{EDF045B2-C32A-49D5-BAB3-282AE5DD047F}" dt="2024-09-17T20:03:19.660" v="1770" actId="1076"/>
          <ac:picMkLst>
            <pc:docMk/>
            <pc:sldMk cId="174081274" sldId="701"/>
            <ac:picMk id="6" creationId="{AEBB79FC-893F-2947-5692-B68EE106A8A2}"/>
          </ac:picMkLst>
        </pc:picChg>
      </pc:sldChg>
      <pc:sldChg chg="modSp add mod ord">
        <pc:chgData name="Clayton Silva" userId="29ef9a7b83f2ddc4" providerId="LiveId" clId="{EDF045B2-C32A-49D5-BAB3-282AE5DD047F}" dt="2024-09-17T20:09:46.629" v="1777" actId="108"/>
        <pc:sldMkLst>
          <pc:docMk/>
          <pc:sldMk cId="4258243127" sldId="702"/>
        </pc:sldMkLst>
        <pc:spChg chg="mod">
          <ac:chgData name="Clayton Silva" userId="29ef9a7b83f2ddc4" providerId="LiveId" clId="{EDF045B2-C32A-49D5-BAB3-282AE5DD047F}" dt="2024-09-17T20:09:46.629" v="1777" actId="108"/>
          <ac:spMkLst>
            <pc:docMk/>
            <pc:sldMk cId="4258243127" sldId="702"/>
            <ac:spMk id="3" creationId="{7A4DF3FA-894E-968E-D8BB-D255C49A23A1}"/>
          </ac:spMkLst>
        </pc:spChg>
      </pc:sldChg>
      <pc:sldChg chg="addSp delSp modSp new mod setBg">
        <pc:chgData name="Clayton Silva" userId="29ef9a7b83f2ddc4" providerId="LiveId" clId="{EDF045B2-C32A-49D5-BAB3-282AE5DD047F}" dt="2024-09-17T20:14:55.575" v="1855" actId="962"/>
        <pc:sldMkLst>
          <pc:docMk/>
          <pc:sldMk cId="2135870150" sldId="703"/>
        </pc:sldMkLst>
        <pc:spChg chg="mod">
          <ac:chgData name="Clayton Silva" userId="29ef9a7b83f2ddc4" providerId="LiveId" clId="{EDF045B2-C32A-49D5-BAB3-282AE5DD047F}" dt="2024-09-17T20:14:55.575" v="1855" actId="962"/>
          <ac:spMkLst>
            <pc:docMk/>
            <pc:sldMk cId="2135870150" sldId="703"/>
            <ac:spMk id="2" creationId="{DB754D50-F71A-99A2-8A33-F3336C8B9D9B}"/>
          </ac:spMkLst>
        </pc:spChg>
        <pc:spChg chg="del">
          <ac:chgData name="Clayton Silva" userId="29ef9a7b83f2ddc4" providerId="LiveId" clId="{EDF045B2-C32A-49D5-BAB3-282AE5DD047F}" dt="2024-09-17T20:14:05.100" v="1823" actId="22"/>
          <ac:spMkLst>
            <pc:docMk/>
            <pc:sldMk cId="2135870150" sldId="703"/>
            <ac:spMk id="3" creationId="{41CFBA6E-DFC0-4F85-CF00-A1D0F1D57FB2}"/>
          </ac:spMkLst>
        </pc:spChg>
        <pc:spChg chg="mod">
          <ac:chgData name="Clayton Silva" userId="29ef9a7b83f2ddc4" providerId="LiveId" clId="{EDF045B2-C32A-49D5-BAB3-282AE5DD047F}" dt="2024-09-17T20:14:53.169" v="1853" actId="26606"/>
          <ac:spMkLst>
            <pc:docMk/>
            <pc:sldMk cId="2135870150" sldId="703"/>
            <ac:spMk id="4" creationId="{F7715ABA-2422-86DA-78E6-4D570606EEA3}"/>
          </ac:spMkLst>
        </pc:spChg>
        <pc:spChg chg="add">
          <ac:chgData name="Clayton Silva" userId="29ef9a7b83f2ddc4" providerId="LiveId" clId="{EDF045B2-C32A-49D5-BAB3-282AE5DD047F}" dt="2024-09-17T20:14:53.169" v="1853" actId="26606"/>
          <ac:spMkLst>
            <pc:docMk/>
            <pc:sldMk cId="2135870150" sldId="703"/>
            <ac:spMk id="11" creationId="{A4AC5506-6312-4701-8D3C-40187889A947}"/>
          </ac:spMkLst>
        </pc:spChg>
        <pc:picChg chg="add mod ord">
          <ac:chgData name="Clayton Silva" userId="29ef9a7b83f2ddc4" providerId="LiveId" clId="{EDF045B2-C32A-49D5-BAB3-282AE5DD047F}" dt="2024-09-17T20:14:55.575" v="1854" actId="27614"/>
          <ac:picMkLst>
            <pc:docMk/>
            <pc:sldMk cId="2135870150" sldId="703"/>
            <ac:picMk id="6" creationId="{9A908A93-F750-1B83-C82F-1F4571E58132}"/>
          </ac:picMkLst>
        </pc:picChg>
      </pc:sldChg>
      <pc:sldMasterChg chg="delSldLayout">
        <pc:chgData name="Clayton Silva" userId="29ef9a7b83f2ddc4" providerId="LiveId" clId="{EDF045B2-C32A-49D5-BAB3-282AE5DD047F}" dt="2024-09-17T20:11:05.350" v="1784" actId="47"/>
        <pc:sldMasterMkLst>
          <pc:docMk/>
          <pc:sldMasterMk cId="0" sldId="2147483648"/>
        </pc:sldMasterMkLst>
        <pc:sldLayoutChg chg="del">
          <pc:chgData name="Clayton Silva" userId="29ef9a7b83f2ddc4" providerId="LiveId" clId="{EDF045B2-C32A-49D5-BAB3-282AE5DD047F}" dt="2024-09-17T20:11:05.350" v="1784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Clayton Silva" userId="29ef9a7b83f2ddc4" providerId="LiveId" clId="{338DC093-0D4F-42E2-A813-038351D8A7D5}"/>
    <pc:docChg chg="undo custSel mod addSld delSld modSld">
      <pc:chgData name="Clayton Silva" userId="29ef9a7b83f2ddc4" providerId="LiveId" clId="{338DC093-0D4F-42E2-A813-038351D8A7D5}" dt="2020-09-16T23:59:09.053" v="373" actId="5793"/>
      <pc:docMkLst>
        <pc:docMk/>
      </pc:docMkLst>
      <pc:sldChg chg="modSp mod">
        <pc:chgData name="Clayton Silva" userId="29ef9a7b83f2ddc4" providerId="LiveId" clId="{338DC093-0D4F-42E2-A813-038351D8A7D5}" dt="2020-09-16T20:30:32.441" v="59" actId="20577"/>
        <pc:sldMkLst>
          <pc:docMk/>
          <pc:sldMk cId="0" sldId="256"/>
        </pc:sldMkLst>
        <pc:spChg chg="mod">
          <ac:chgData name="Clayton Silva" userId="29ef9a7b83f2ddc4" providerId="LiveId" clId="{338DC093-0D4F-42E2-A813-038351D8A7D5}" dt="2020-09-16T20:30:32.441" v="59" actId="20577"/>
          <ac:spMkLst>
            <pc:docMk/>
            <pc:sldMk cId="0" sldId="256"/>
            <ac:spMk id="121" creationId="{00000000-0000-0000-0000-000000000000}"/>
          </ac:spMkLst>
        </pc:spChg>
      </pc:sldChg>
      <pc:sldChg chg="addSp delSp modSp mod">
        <pc:chgData name="Clayton Silva" userId="29ef9a7b83f2ddc4" providerId="LiveId" clId="{338DC093-0D4F-42E2-A813-038351D8A7D5}" dt="2020-09-16T20:33:45.564" v="70" actId="20577"/>
        <pc:sldMkLst>
          <pc:docMk/>
          <pc:sldMk cId="603324679" sldId="453"/>
        </pc:sldMkLst>
        <pc:spChg chg="mod">
          <ac:chgData name="Clayton Silva" userId="29ef9a7b83f2ddc4" providerId="LiveId" clId="{338DC093-0D4F-42E2-A813-038351D8A7D5}" dt="2020-09-16T20:33:45.564" v="70" actId="20577"/>
          <ac:spMkLst>
            <pc:docMk/>
            <pc:sldMk cId="603324679" sldId="453"/>
            <ac:spMk id="4" creationId="{4D95FF0F-F271-48E7-A204-C5656918B6A3}"/>
          </ac:spMkLst>
        </pc:spChg>
        <pc:spChg chg="del">
          <ac:chgData name="Clayton Silva" userId="29ef9a7b83f2ddc4" providerId="LiveId" clId="{338DC093-0D4F-42E2-A813-038351D8A7D5}" dt="2020-09-16T20:33:34.060" v="62" actId="26606"/>
          <ac:spMkLst>
            <pc:docMk/>
            <pc:sldMk cId="603324679" sldId="453"/>
            <ac:spMk id="26" creationId="{37C89E4B-3C9F-44B9-8B86-D9E3D112D8EC}"/>
          </ac:spMkLst>
        </pc:spChg>
        <pc:spChg chg="add">
          <ac:chgData name="Clayton Silva" userId="29ef9a7b83f2ddc4" providerId="LiveId" clId="{338DC093-0D4F-42E2-A813-038351D8A7D5}" dt="2020-09-16T20:33:34.060" v="62" actId="26606"/>
          <ac:spMkLst>
            <pc:docMk/>
            <pc:sldMk cId="603324679" sldId="453"/>
            <ac:spMk id="33" creationId="{37C89E4B-3C9F-44B9-8B86-D9E3D112D8EC}"/>
          </ac:spMkLst>
        </pc:spChg>
        <pc:picChg chg="mod">
          <ac:chgData name="Clayton Silva" userId="29ef9a7b83f2ddc4" providerId="LiveId" clId="{338DC093-0D4F-42E2-A813-038351D8A7D5}" dt="2020-09-16T20:33:34.060" v="62" actId="26606"/>
          <ac:picMkLst>
            <pc:docMk/>
            <pc:sldMk cId="603324679" sldId="453"/>
            <ac:picMk id="8" creationId="{5976A124-2A17-44A5-AD4C-4BE6C0E5A92D}"/>
          </ac:picMkLst>
        </pc:picChg>
        <pc:cxnChg chg="del">
          <ac:chgData name="Clayton Silva" userId="29ef9a7b83f2ddc4" providerId="LiveId" clId="{338DC093-0D4F-42E2-A813-038351D8A7D5}" dt="2020-09-16T20:33:34.060" v="62" actId="26606"/>
          <ac:cxnSpMkLst>
            <pc:docMk/>
            <pc:sldMk cId="603324679" sldId="453"/>
            <ac:cxnSpMk id="27" creationId="{AA2EAA10-076F-46BD-8F0F-B9A2FB77A85C}"/>
          </ac:cxnSpMkLst>
        </pc:cxnChg>
        <pc:cxnChg chg="del">
          <ac:chgData name="Clayton Silva" userId="29ef9a7b83f2ddc4" providerId="LiveId" clId="{338DC093-0D4F-42E2-A813-038351D8A7D5}" dt="2020-09-16T20:33:34.060" v="62" actId="26606"/>
          <ac:cxnSpMkLst>
            <pc:docMk/>
            <pc:sldMk cId="603324679" sldId="453"/>
            <ac:cxnSpMk id="28" creationId="{D891E407-403B-4764-86C9-33A56D3BCAA3}"/>
          </ac:cxnSpMkLst>
        </pc:cxnChg>
        <pc:cxnChg chg="add">
          <ac:chgData name="Clayton Silva" userId="29ef9a7b83f2ddc4" providerId="LiveId" clId="{338DC093-0D4F-42E2-A813-038351D8A7D5}" dt="2020-09-16T20:33:34.060" v="62" actId="26606"/>
          <ac:cxnSpMkLst>
            <pc:docMk/>
            <pc:sldMk cId="603324679" sldId="453"/>
            <ac:cxnSpMk id="35" creationId="{AA2EAA10-076F-46BD-8F0F-B9A2FB77A85C}"/>
          </ac:cxnSpMkLst>
        </pc:cxnChg>
        <pc:cxnChg chg="add">
          <ac:chgData name="Clayton Silva" userId="29ef9a7b83f2ddc4" providerId="LiveId" clId="{338DC093-0D4F-42E2-A813-038351D8A7D5}" dt="2020-09-16T20:33:34.060" v="62" actId="26606"/>
          <ac:cxnSpMkLst>
            <pc:docMk/>
            <pc:sldMk cId="603324679" sldId="453"/>
            <ac:cxnSpMk id="37" creationId="{D891E407-403B-4764-86C9-33A56D3BCAA3}"/>
          </ac:cxnSpMkLst>
        </pc:cxnChg>
      </pc:sldChg>
      <pc:sldChg chg="del">
        <pc:chgData name="Clayton Silva" userId="29ef9a7b83f2ddc4" providerId="LiveId" clId="{338DC093-0D4F-42E2-A813-038351D8A7D5}" dt="2020-09-16T23:33:23.818" v="95" actId="47"/>
        <pc:sldMkLst>
          <pc:docMk/>
          <pc:sldMk cId="3616289252" sldId="504"/>
        </pc:sldMkLst>
      </pc:sldChg>
      <pc:sldChg chg="del">
        <pc:chgData name="Clayton Silva" userId="29ef9a7b83f2ddc4" providerId="LiveId" clId="{338DC093-0D4F-42E2-A813-038351D8A7D5}" dt="2020-09-16T23:33:27.231" v="101" actId="47"/>
        <pc:sldMkLst>
          <pc:docMk/>
          <pc:sldMk cId="254165751" sldId="511"/>
        </pc:sldMkLst>
      </pc:sldChg>
      <pc:sldChg chg="del">
        <pc:chgData name="Clayton Silva" userId="29ef9a7b83f2ddc4" providerId="LiveId" clId="{338DC093-0D4F-42E2-A813-038351D8A7D5}" dt="2020-09-16T23:33:23.185" v="94" actId="47"/>
        <pc:sldMkLst>
          <pc:docMk/>
          <pc:sldMk cId="361226998" sldId="532"/>
        </pc:sldMkLst>
      </pc:sldChg>
      <pc:sldChg chg="del">
        <pc:chgData name="Clayton Silva" userId="29ef9a7b83f2ddc4" providerId="LiveId" clId="{338DC093-0D4F-42E2-A813-038351D8A7D5}" dt="2020-09-16T23:33:24.473" v="96" actId="47"/>
        <pc:sldMkLst>
          <pc:docMk/>
          <pc:sldMk cId="3090222154" sldId="533"/>
        </pc:sldMkLst>
      </pc:sldChg>
      <pc:sldChg chg="del">
        <pc:chgData name="Clayton Silva" userId="29ef9a7b83f2ddc4" providerId="LiveId" clId="{338DC093-0D4F-42E2-A813-038351D8A7D5}" dt="2020-09-16T23:33:25.037" v="97" actId="47"/>
        <pc:sldMkLst>
          <pc:docMk/>
          <pc:sldMk cId="1970897411" sldId="534"/>
        </pc:sldMkLst>
      </pc:sldChg>
      <pc:sldChg chg="del">
        <pc:chgData name="Clayton Silva" userId="29ef9a7b83f2ddc4" providerId="LiveId" clId="{338DC093-0D4F-42E2-A813-038351D8A7D5}" dt="2020-09-16T23:33:26.197" v="99" actId="47"/>
        <pc:sldMkLst>
          <pc:docMk/>
          <pc:sldMk cId="4052707968" sldId="535"/>
        </pc:sldMkLst>
      </pc:sldChg>
      <pc:sldChg chg="del">
        <pc:chgData name="Clayton Silva" userId="29ef9a7b83f2ddc4" providerId="LiveId" clId="{338DC093-0D4F-42E2-A813-038351D8A7D5}" dt="2020-09-16T23:33:27.737" v="102" actId="47"/>
        <pc:sldMkLst>
          <pc:docMk/>
          <pc:sldMk cId="4077585077" sldId="536"/>
        </pc:sldMkLst>
      </pc:sldChg>
      <pc:sldChg chg="del">
        <pc:chgData name="Clayton Silva" userId="29ef9a7b83f2ddc4" providerId="LiveId" clId="{338DC093-0D4F-42E2-A813-038351D8A7D5}" dt="2020-09-16T23:33:25.592" v="98" actId="47"/>
        <pc:sldMkLst>
          <pc:docMk/>
          <pc:sldMk cId="412250250" sldId="537"/>
        </pc:sldMkLst>
      </pc:sldChg>
      <pc:sldChg chg="del">
        <pc:chgData name="Clayton Silva" userId="29ef9a7b83f2ddc4" providerId="LiveId" clId="{338DC093-0D4F-42E2-A813-038351D8A7D5}" dt="2020-09-16T23:33:28.313" v="103" actId="47"/>
        <pc:sldMkLst>
          <pc:docMk/>
          <pc:sldMk cId="1954688678" sldId="539"/>
        </pc:sldMkLst>
      </pc:sldChg>
      <pc:sldChg chg="del">
        <pc:chgData name="Clayton Silva" userId="29ef9a7b83f2ddc4" providerId="LiveId" clId="{338DC093-0D4F-42E2-A813-038351D8A7D5}" dt="2020-09-16T23:33:26.730" v="100" actId="47"/>
        <pc:sldMkLst>
          <pc:docMk/>
          <pc:sldMk cId="3158075988" sldId="540"/>
        </pc:sldMkLst>
      </pc:sldChg>
      <pc:sldChg chg="del">
        <pc:chgData name="Clayton Silva" userId="29ef9a7b83f2ddc4" providerId="LiveId" clId="{338DC093-0D4F-42E2-A813-038351D8A7D5}" dt="2020-09-16T23:33:28.910" v="104" actId="47"/>
        <pc:sldMkLst>
          <pc:docMk/>
          <pc:sldMk cId="2736679585" sldId="541"/>
        </pc:sldMkLst>
      </pc:sldChg>
      <pc:sldChg chg="del">
        <pc:chgData name="Clayton Silva" userId="29ef9a7b83f2ddc4" providerId="LiveId" clId="{338DC093-0D4F-42E2-A813-038351D8A7D5}" dt="2020-09-16T23:33:21.767" v="92" actId="47"/>
        <pc:sldMkLst>
          <pc:docMk/>
          <pc:sldMk cId="4011111042" sldId="542"/>
        </pc:sldMkLst>
      </pc:sldChg>
      <pc:sldChg chg="del">
        <pc:chgData name="Clayton Silva" userId="29ef9a7b83f2ddc4" providerId="LiveId" clId="{338DC093-0D4F-42E2-A813-038351D8A7D5}" dt="2020-09-16T23:33:29.943" v="106" actId="47"/>
        <pc:sldMkLst>
          <pc:docMk/>
          <pc:sldMk cId="3918808496" sldId="543"/>
        </pc:sldMkLst>
      </pc:sldChg>
      <pc:sldChg chg="del">
        <pc:chgData name="Clayton Silva" userId="29ef9a7b83f2ddc4" providerId="LiveId" clId="{338DC093-0D4F-42E2-A813-038351D8A7D5}" dt="2020-09-16T23:33:29.458" v="105" actId="47"/>
        <pc:sldMkLst>
          <pc:docMk/>
          <pc:sldMk cId="3109880465" sldId="544"/>
        </pc:sldMkLst>
      </pc:sldChg>
      <pc:sldChg chg="del">
        <pc:chgData name="Clayton Silva" userId="29ef9a7b83f2ddc4" providerId="LiveId" clId="{338DC093-0D4F-42E2-A813-038351D8A7D5}" dt="2020-09-16T23:33:31.628" v="109" actId="47"/>
        <pc:sldMkLst>
          <pc:docMk/>
          <pc:sldMk cId="1400108134" sldId="545"/>
        </pc:sldMkLst>
      </pc:sldChg>
      <pc:sldChg chg="del">
        <pc:chgData name="Clayton Silva" userId="29ef9a7b83f2ddc4" providerId="LiveId" clId="{338DC093-0D4F-42E2-A813-038351D8A7D5}" dt="2020-09-16T23:33:30.480" v="107" actId="47"/>
        <pc:sldMkLst>
          <pc:docMk/>
          <pc:sldMk cId="3800598213" sldId="546"/>
        </pc:sldMkLst>
      </pc:sldChg>
      <pc:sldChg chg="del">
        <pc:chgData name="Clayton Silva" userId="29ef9a7b83f2ddc4" providerId="LiveId" clId="{338DC093-0D4F-42E2-A813-038351D8A7D5}" dt="2020-09-16T23:33:31.034" v="108" actId="47"/>
        <pc:sldMkLst>
          <pc:docMk/>
          <pc:sldMk cId="2624345580" sldId="547"/>
        </pc:sldMkLst>
      </pc:sldChg>
      <pc:sldChg chg="del">
        <pc:chgData name="Clayton Silva" userId="29ef9a7b83f2ddc4" providerId="LiveId" clId="{338DC093-0D4F-42E2-A813-038351D8A7D5}" dt="2020-09-16T23:33:32.041" v="110" actId="47"/>
        <pc:sldMkLst>
          <pc:docMk/>
          <pc:sldMk cId="3889411567" sldId="548"/>
        </pc:sldMkLst>
      </pc:sldChg>
      <pc:sldChg chg="del">
        <pc:chgData name="Clayton Silva" userId="29ef9a7b83f2ddc4" providerId="LiveId" clId="{338DC093-0D4F-42E2-A813-038351D8A7D5}" dt="2020-09-16T23:33:22.654" v="93" actId="47"/>
        <pc:sldMkLst>
          <pc:docMk/>
          <pc:sldMk cId="437514339" sldId="549"/>
        </pc:sldMkLst>
      </pc:sldChg>
      <pc:sldChg chg="del">
        <pc:chgData name="Clayton Silva" userId="29ef9a7b83f2ddc4" providerId="LiveId" clId="{338DC093-0D4F-42E2-A813-038351D8A7D5}" dt="2020-09-16T23:33:32.545" v="111" actId="47"/>
        <pc:sldMkLst>
          <pc:docMk/>
          <pc:sldMk cId="825874115" sldId="550"/>
        </pc:sldMkLst>
      </pc:sldChg>
      <pc:sldChg chg="del">
        <pc:chgData name="Clayton Silva" userId="29ef9a7b83f2ddc4" providerId="LiveId" clId="{338DC093-0D4F-42E2-A813-038351D8A7D5}" dt="2020-09-16T23:33:33.008" v="112" actId="47"/>
        <pc:sldMkLst>
          <pc:docMk/>
          <pc:sldMk cId="3158404655" sldId="551"/>
        </pc:sldMkLst>
      </pc:sldChg>
      <pc:sldChg chg="del">
        <pc:chgData name="Clayton Silva" userId="29ef9a7b83f2ddc4" providerId="LiveId" clId="{338DC093-0D4F-42E2-A813-038351D8A7D5}" dt="2020-09-16T23:33:34.317" v="113" actId="47"/>
        <pc:sldMkLst>
          <pc:docMk/>
          <pc:sldMk cId="2528720017" sldId="552"/>
        </pc:sldMkLst>
      </pc:sldChg>
      <pc:sldChg chg="del">
        <pc:chgData name="Clayton Silva" userId="29ef9a7b83f2ddc4" providerId="LiveId" clId="{338DC093-0D4F-42E2-A813-038351D8A7D5}" dt="2020-09-16T23:33:34.859" v="114" actId="47"/>
        <pc:sldMkLst>
          <pc:docMk/>
          <pc:sldMk cId="4265377865" sldId="553"/>
        </pc:sldMkLst>
      </pc:sldChg>
      <pc:sldChg chg="del">
        <pc:chgData name="Clayton Silva" userId="29ef9a7b83f2ddc4" providerId="LiveId" clId="{338DC093-0D4F-42E2-A813-038351D8A7D5}" dt="2020-09-16T23:33:35.679" v="115" actId="47"/>
        <pc:sldMkLst>
          <pc:docMk/>
          <pc:sldMk cId="1015317593" sldId="554"/>
        </pc:sldMkLst>
      </pc:sldChg>
      <pc:sldChg chg="del">
        <pc:chgData name="Clayton Silva" userId="29ef9a7b83f2ddc4" providerId="LiveId" clId="{338DC093-0D4F-42E2-A813-038351D8A7D5}" dt="2020-09-16T23:33:36.302" v="116" actId="47"/>
        <pc:sldMkLst>
          <pc:docMk/>
          <pc:sldMk cId="1521650196" sldId="555"/>
        </pc:sldMkLst>
      </pc:sldChg>
      <pc:sldChg chg="del">
        <pc:chgData name="Clayton Silva" userId="29ef9a7b83f2ddc4" providerId="LiveId" clId="{338DC093-0D4F-42E2-A813-038351D8A7D5}" dt="2020-09-16T23:33:36.914" v="117" actId="47"/>
        <pc:sldMkLst>
          <pc:docMk/>
          <pc:sldMk cId="199936729" sldId="556"/>
        </pc:sldMkLst>
      </pc:sldChg>
      <pc:sldChg chg="del">
        <pc:chgData name="Clayton Silva" userId="29ef9a7b83f2ddc4" providerId="LiveId" clId="{338DC093-0D4F-42E2-A813-038351D8A7D5}" dt="2020-09-16T23:33:37.547" v="118" actId="47"/>
        <pc:sldMkLst>
          <pc:docMk/>
          <pc:sldMk cId="3102311189" sldId="557"/>
        </pc:sldMkLst>
      </pc:sldChg>
      <pc:sldChg chg="del">
        <pc:chgData name="Clayton Silva" userId="29ef9a7b83f2ddc4" providerId="LiveId" clId="{338DC093-0D4F-42E2-A813-038351D8A7D5}" dt="2020-09-16T23:33:38.468" v="119" actId="47"/>
        <pc:sldMkLst>
          <pc:docMk/>
          <pc:sldMk cId="2214751960" sldId="558"/>
        </pc:sldMkLst>
      </pc:sldChg>
      <pc:sldChg chg="addSp delSp modSp add mod">
        <pc:chgData name="Clayton Silva" userId="29ef9a7b83f2ddc4" providerId="LiveId" clId="{338DC093-0D4F-42E2-A813-038351D8A7D5}" dt="2020-09-16T20:36:08.576" v="91" actId="20577"/>
        <pc:sldMkLst>
          <pc:docMk/>
          <pc:sldMk cId="3999855760" sldId="559"/>
        </pc:sldMkLst>
        <pc:spChg chg="mod">
          <ac:chgData name="Clayton Silva" userId="29ef9a7b83f2ddc4" providerId="LiveId" clId="{338DC093-0D4F-42E2-A813-038351D8A7D5}" dt="2020-09-16T20:36:08.576" v="91" actId="20577"/>
          <ac:spMkLst>
            <pc:docMk/>
            <pc:sldMk cId="3999855760" sldId="559"/>
            <ac:spMk id="4" creationId="{4D95FF0F-F271-48E7-A204-C5656918B6A3}"/>
          </ac:spMkLst>
        </pc:spChg>
        <pc:spChg chg="del">
          <ac:chgData name="Clayton Silva" userId="29ef9a7b83f2ddc4" providerId="LiveId" clId="{338DC093-0D4F-42E2-A813-038351D8A7D5}" dt="2020-09-16T20:36:01.136" v="73" actId="26606"/>
          <ac:spMkLst>
            <pc:docMk/>
            <pc:sldMk cId="3999855760" sldId="559"/>
            <ac:spMk id="33" creationId="{37C89E4B-3C9F-44B9-8B86-D9E3D112D8EC}"/>
          </ac:spMkLst>
        </pc:spChg>
        <pc:spChg chg="add">
          <ac:chgData name="Clayton Silva" userId="29ef9a7b83f2ddc4" providerId="LiveId" clId="{338DC093-0D4F-42E2-A813-038351D8A7D5}" dt="2020-09-16T20:36:01.136" v="73" actId="26606"/>
          <ac:spMkLst>
            <pc:docMk/>
            <pc:sldMk cId="3999855760" sldId="559"/>
            <ac:spMk id="42" creationId="{37C89E4B-3C9F-44B9-8B86-D9E3D112D8EC}"/>
          </ac:spMkLst>
        </pc:spChg>
        <pc:picChg chg="mod">
          <ac:chgData name="Clayton Silva" userId="29ef9a7b83f2ddc4" providerId="LiveId" clId="{338DC093-0D4F-42E2-A813-038351D8A7D5}" dt="2020-09-16T20:36:01.136" v="73" actId="26606"/>
          <ac:picMkLst>
            <pc:docMk/>
            <pc:sldMk cId="3999855760" sldId="559"/>
            <ac:picMk id="8" creationId="{5976A124-2A17-44A5-AD4C-4BE6C0E5A92D}"/>
          </ac:picMkLst>
        </pc:picChg>
        <pc:cxnChg chg="del">
          <ac:chgData name="Clayton Silva" userId="29ef9a7b83f2ddc4" providerId="LiveId" clId="{338DC093-0D4F-42E2-A813-038351D8A7D5}" dt="2020-09-16T20:36:01.136" v="73" actId="26606"/>
          <ac:cxnSpMkLst>
            <pc:docMk/>
            <pc:sldMk cId="3999855760" sldId="559"/>
            <ac:cxnSpMk id="35" creationId="{AA2EAA10-076F-46BD-8F0F-B9A2FB77A85C}"/>
          </ac:cxnSpMkLst>
        </pc:cxnChg>
        <pc:cxnChg chg="del">
          <ac:chgData name="Clayton Silva" userId="29ef9a7b83f2ddc4" providerId="LiveId" clId="{338DC093-0D4F-42E2-A813-038351D8A7D5}" dt="2020-09-16T20:36:01.136" v="73" actId="26606"/>
          <ac:cxnSpMkLst>
            <pc:docMk/>
            <pc:sldMk cId="3999855760" sldId="559"/>
            <ac:cxnSpMk id="37" creationId="{D891E407-403B-4764-86C9-33A56D3BCAA3}"/>
          </ac:cxnSpMkLst>
        </pc:cxnChg>
        <pc:cxnChg chg="add">
          <ac:chgData name="Clayton Silva" userId="29ef9a7b83f2ddc4" providerId="LiveId" clId="{338DC093-0D4F-42E2-A813-038351D8A7D5}" dt="2020-09-16T20:36:01.136" v="73" actId="26606"/>
          <ac:cxnSpMkLst>
            <pc:docMk/>
            <pc:sldMk cId="3999855760" sldId="559"/>
            <ac:cxnSpMk id="44" creationId="{AA2EAA10-076F-46BD-8F0F-B9A2FB77A85C}"/>
          </ac:cxnSpMkLst>
        </pc:cxnChg>
        <pc:cxnChg chg="add">
          <ac:chgData name="Clayton Silva" userId="29ef9a7b83f2ddc4" providerId="LiveId" clId="{338DC093-0D4F-42E2-A813-038351D8A7D5}" dt="2020-09-16T20:36:01.136" v="73" actId="26606"/>
          <ac:cxnSpMkLst>
            <pc:docMk/>
            <pc:sldMk cId="3999855760" sldId="559"/>
            <ac:cxnSpMk id="46" creationId="{D891E407-403B-4764-86C9-33A56D3BCAA3}"/>
          </ac:cxnSpMkLst>
        </pc:cxnChg>
      </pc:sldChg>
      <pc:sldChg chg="addSp delSp modSp new mod setBg setClrOvrMap">
        <pc:chgData name="Clayton Silva" userId="29ef9a7b83f2ddc4" providerId="LiveId" clId="{338DC093-0D4F-42E2-A813-038351D8A7D5}" dt="2020-09-16T23:41:20.354" v="138" actId="478"/>
        <pc:sldMkLst>
          <pc:docMk/>
          <pc:sldMk cId="1045601341" sldId="560"/>
        </pc:sldMkLst>
        <pc:spChg chg="mod ord">
          <ac:chgData name="Clayton Silva" userId="29ef9a7b83f2ddc4" providerId="LiveId" clId="{338DC093-0D4F-42E2-A813-038351D8A7D5}" dt="2020-09-16T23:41:12.608" v="137" actId="26606"/>
          <ac:spMkLst>
            <pc:docMk/>
            <pc:sldMk cId="1045601341" sldId="560"/>
            <ac:spMk id="2" creationId="{74503814-10DB-41C7-BFB1-57BC99222741}"/>
          </ac:spMkLst>
        </pc:spChg>
        <pc:spChg chg="del">
          <ac:chgData name="Clayton Silva" userId="29ef9a7b83f2ddc4" providerId="LiveId" clId="{338DC093-0D4F-42E2-A813-038351D8A7D5}" dt="2020-09-16T23:40:48.377" v="132" actId="22"/>
          <ac:spMkLst>
            <pc:docMk/>
            <pc:sldMk cId="1045601341" sldId="560"/>
            <ac:spMk id="3" creationId="{1DFC505A-5251-41C7-B5E2-01D181434AB3}"/>
          </ac:spMkLst>
        </pc:spChg>
        <pc:spChg chg="del mod">
          <ac:chgData name="Clayton Silva" userId="29ef9a7b83f2ddc4" providerId="LiveId" clId="{338DC093-0D4F-42E2-A813-038351D8A7D5}" dt="2020-09-16T23:41:20.354" v="138" actId="478"/>
          <ac:spMkLst>
            <pc:docMk/>
            <pc:sldMk cId="1045601341" sldId="560"/>
            <ac:spMk id="4" creationId="{1BC367B8-6721-4044-9A45-79DF29759A50}"/>
          </ac:spMkLst>
        </pc:spChg>
        <pc:spChg chg="add del">
          <ac:chgData name="Clayton Silva" userId="29ef9a7b83f2ddc4" providerId="LiveId" clId="{338DC093-0D4F-42E2-A813-038351D8A7D5}" dt="2020-09-16T23:40:58.930" v="134" actId="26606"/>
          <ac:spMkLst>
            <pc:docMk/>
            <pc:sldMk cId="1045601341" sldId="560"/>
            <ac:spMk id="11" creationId="{E49CC64F-7275-4E33-961B-0C5CDC439875}"/>
          </ac:spMkLst>
        </pc:spChg>
        <pc:spChg chg="add del">
          <ac:chgData name="Clayton Silva" userId="29ef9a7b83f2ddc4" providerId="LiveId" clId="{338DC093-0D4F-42E2-A813-038351D8A7D5}" dt="2020-09-16T23:41:12.554" v="136" actId="26606"/>
          <ac:spMkLst>
            <pc:docMk/>
            <pc:sldMk cId="1045601341" sldId="560"/>
            <ac:spMk id="13" creationId="{7316481C-0A49-4796-812B-0D64F063B720}"/>
          </ac:spMkLst>
        </pc:spChg>
        <pc:spChg chg="add del">
          <ac:chgData name="Clayton Silva" userId="29ef9a7b83f2ddc4" providerId="LiveId" clId="{338DC093-0D4F-42E2-A813-038351D8A7D5}" dt="2020-09-16T23:41:12.554" v="136" actId="26606"/>
          <ac:spMkLst>
            <pc:docMk/>
            <pc:sldMk cId="1045601341" sldId="560"/>
            <ac:spMk id="14" creationId="{DE4C27B6-DB04-4891-AF97-BA1671B17EE8}"/>
          </ac:spMkLst>
        </pc:spChg>
        <pc:spChg chg="add del">
          <ac:chgData name="Clayton Silva" userId="29ef9a7b83f2ddc4" providerId="LiveId" clId="{338DC093-0D4F-42E2-A813-038351D8A7D5}" dt="2020-09-16T23:41:12.554" v="136" actId="26606"/>
          <ac:spMkLst>
            <pc:docMk/>
            <pc:sldMk cId="1045601341" sldId="560"/>
            <ac:spMk id="15" creationId="{A5271697-90F1-4A23-8EF2-0179F2EAFACB}"/>
          </ac:spMkLst>
        </pc:spChg>
        <pc:spChg chg="add del">
          <ac:chgData name="Clayton Silva" userId="29ef9a7b83f2ddc4" providerId="LiveId" clId="{338DC093-0D4F-42E2-A813-038351D8A7D5}" dt="2020-09-16T23:41:12.554" v="136" actId="26606"/>
          <ac:spMkLst>
            <pc:docMk/>
            <pc:sldMk cId="1045601341" sldId="560"/>
            <ac:spMk id="39" creationId="{D9F5512A-48E1-4C07-B75E-3CCC517B6804}"/>
          </ac:spMkLst>
        </pc:spChg>
        <pc:spChg chg="add">
          <ac:chgData name="Clayton Silva" userId="29ef9a7b83f2ddc4" providerId="LiveId" clId="{338DC093-0D4F-42E2-A813-038351D8A7D5}" dt="2020-09-16T23:41:12.608" v="137" actId="26606"/>
          <ac:spMkLst>
            <pc:docMk/>
            <pc:sldMk cId="1045601341" sldId="560"/>
            <ac:spMk id="41" creationId="{E49CC64F-7275-4E33-961B-0C5CDC439875}"/>
          </ac:spMkLst>
        </pc:spChg>
        <pc:grpChg chg="add del">
          <ac:chgData name="Clayton Silva" userId="29ef9a7b83f2ddc4" providerId="LiveId" clId="{338DC093-0D4F-42E2-A813-038351D8A7D5}" dt="2020-09-16T23:41:12.554" v="136" actId="26606"/>
          <ac:grpSpMkLst>
            <pc:docMk/>
            <pc:sldMk cId="1045601341" sldId="560"/>
            <ac:grpSpMk id="17" creationId="{5E0EAE70-C355-42D1-BF00-CA8A17A742A8}"/>
          </ac:grpSpMkLst>
        </pc:grpChg>
        <pc:picChg chg="add mod ord">
          <ac:chgData name="Clayton Silva" userId="29ef9a7b83f2ddc4" providerId="LiveId" clId="{338DC093-0D4F-42E2-A813-038351D8A7D5}" dt="2020-09-16T23:41:12.608" v="137" actId="26606"/>
          <ac:picMkLst>
            <pc:docMk/>
            <pc:sldMk cId="1045601341" sldId="560"/>
            <ac:picMk id="6" creationId="{75DF891D-3CD2-4108-8B6A-1C1F22B87A61}"/>
          </ac:picMkLst>
        </pc:picChg>
      </pc:sldChg>
      <pc:sldChg chg="addSp delSp modSp new mod setBg">
        <pc:chgData name="Clayton Silva" userId="29ef9a7b83f2ddc4" providerId="LiveId" clId="{338DC093-0D4F-42E2-A813-038351D8A7D5}" dt="2020-09-16T23:50:10.887" v="170" actId="962"/>
        <pc:sldMkLst>
          <pc:docMk/>
          <pc:sldMk cId="644458068" sldId="561"/>
        </pc:sldMkLst>
        <pc:spChg chg="mod">
          <ac:chgData name="Clayton Silva" userId="29ef9a7b83f2ddc4" providerId="LiveId" clId="{338DC093-0D4F-42E2-A813-038351D8A7D5}" dt="2020-09-16T23:50:10.887" v="170" actId="962"/>
          <ac:spMkLst>
            <pc:docMk/>
            <pc:sldMk cId="644458068" sldId="561"/>
            <ac:spMk id="2" creationId="{1A8E5B31-CD2B-4FBE-97B2-024F152BBD43}"/>
          </ac:spMkLst>
        </pc:spChg>
        <pc:spChg chg="del">
          <ac:chgData name="Clayton Silva" userId="29ef9a7b83f2ddc4" providerId="LiveId" clId="{338DC093-0D4F-42E2-A813-038351D8A7D5}" dt="2020-09-16T23:47:12.263" v="151" actId="22"/>
          <ac:spMkLst>
            <pc:docMk/>
            <pc:sldMk cId="644458068" sldId="561"/>
            <ac:spMk id="3" creationId="{0CB5DCDB-F039-4610-B1B7-85B8C12A8E95}"/>
          </ac:spMkLst>
        </pc:spChg>
        <pc:spChg chg="del">
          <ac:chgData name="Clayton Silva" userId="29ef9a7b83f2ddc4" providerId="LiveId" clId="{338DC093-0D4F-42E2-A813-038351D8A7D5}" dt="2020-09-16T23:47:55.734" v="154" actId="478"/>
          <ac:spMkLst>
            <pc:docMk/>
            <pc:sldMk cId="644458068" sldId="561"/>
            <ac:spMk id="4" creationId="{BAD110CE-A533-4478-81AD-807C86B10DE5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8" creationId="{A5704422-1118-4FD1-95AD-29A064EB80D9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9" creationId="{A88B2AAA-B805-498E-A9E6-98B885855498}"/>
          </ac:spMkLst>
        </pc:spChg>
        <pc:spChg chg="add del">
          <ac:chgData name="Clayton Silva" userId="29ef9a7b83f2ddc4" providerId="LiveId" clId="{338DC093-0D4F-42E2-A813-038351D8A7D5}" dt="2020-09-16T23:49:44.589" v="162" actId="26606"/>
          <ac:spMkLst>
            <pc:docMk/>
            <pc:sldMk cId="644458068" sldId="561"/>
            <ac:spMk id="10" creationId="{B4EDA5CA-E63C-46F6-96E6-4FE071D2D862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11" creationId="{07322A9E-F1EC-405E-8971-BA906EFFCCB8}"/>
          </ac:spMkLst>
        </pc:spChg>
        <pc:spChg chg="add del">
          <ac:chgData name="Clayton Silva" userId="29ef9a7b83f2ddc4" providerId="LiveId" clId="{338DC093-0D4F-42E2-A813-038351D8A7D5}" dt="2020-09-16T23:49:44.589" v="162" actId="26606"/>
          <ac:spMkLst>
            <pc:docMk/>
            <pc:sldMk cId="644458068" sldId="561"/>
            <ac:spMk id="13" creationId="{C0A1ED06-4733-4020-9C60-81D4D801408D}"/>
          </ac:spMkLst>
        </pc:spChg>
        <pc:spChg chg="add del">
          <ac:chgData name="Clayton Silva" userId="29ef9a7b83f2ddc4" providerId="LiveId" clId="{338DC093-0D4F-42E2-A813-038351D8A7D5}" dt="2020-09-16T23:49:44.589" v="162" actId="26606"/>
          <ac:spMkLst>
            <pc:docMk/>
            <pc:sldMk cId="644458068" sldId="561"/>
            <ac:spMk id="15" creationId="{B0CA3509-3AF9-45FE-93ED-57BB5D5E8E07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17" creationId="{9B8051E0-19D7-43E1-BFD9-E6DBFEB3A3F1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19" creationId="{4EDB2B02-86A2-46F5-A4BE-B7D9B10411D6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21" creationId="{43954639-FB5D-41F4-9560-6F6DFE778425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23" creationId="{E898931C-0323-41FA-A036-20F818B1FF81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25" creationId="{89AFE9DD-0792-4B98-B4EB-97ACA17E6AA8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27" creationId="{3981F5C4-9AE1-404E-AF44-A4E6DB374F9D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29" creationId="{763C1781-8726-4FAC-8C45-FF40376BE409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31" creationId="{301491B5-56C7-43DC-A3D9-861EECCA056A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33" creationId="{237E2353-22DF-46E0-A200-FB30F8F394E2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35" creationId="{DD6138DB-057B-45F7-A5F4-E7BFDA20D02C}"/>
          </ac:spMkLst>
        </pc:spChg>
        <pc:spChg chg="add">
          <ac:chgData name="Clayton Silva" userId="29ef9a7b83f2ddc4" providerId="LiveId" clId="{338DC093-0D4F-42E2-A813-038351D8A7D5}" dt="2020-09-16T23:50:04.594" v="168" actId="26606"/>
          <ac:spMkLst>
            <pc:docMk/>
            <pc:sldMk cId="644458068" sldId="561"/>
            <ac:spMk id="37" creationId="{79A54AB1-B64F-4843-BFAB-81CB74E66B65}"/>
          </ac:spMkLst>
        </pc:spChg>
        <pc:picChg chg="add mod ord modCrop">
          <ac:chgData name="Clayton Silva" userId="29ef9a7b83f2ddc4" providerId="LiveId" clId="{338DC093-0D4F-42E2-A813-038351D8A7D5}" dt="2020-09-16T23:50:10.887" v="169" actId="27614"/>
          <ac:picMkLst>
            <pc:docMk/>
            <pc:sldMk cId="644458068" sldId="561"/>
            <ac:picMk id="6" creationId="{CF915DDF-FECB-4E50-A1C0-F4237C8F960B}"/>
          </ac:picMkLst>
        </pc:picChg>
      </pc:sldChg>
      <pc:sldChg chg="addSp delSp modSp new mod setBg">
        <pc:chgData name="Clayton Silva" userId="29ef9a7b83f2ddc4" providerId="LiveId" clId="{338DC093-0D4F-42E2-A813-038351D8A7D5}" dt="2020-09-16T23:55:26.240" v="182" actId="14100"/>
        <pc:sldMkLst>
          <pc:docMk/>
          <pc:sldMk cId="3734161531" sldId="562"/>
        </pc:sldMkLst>
        <pc:spChg chg="del">
          <ac:chgData name="Clayton Silva" userId="29ef9a7b83f2ddc4" providerId="LiveId" clId="{338DC093-0D4F-42E2-A813-038351D8A7D5}" dt="2020-09-16T23:54:20.008" v="172" actId="478"/>
          <ac:spMkLst>
            <pc:docMk/>
            <pc:sldMk cId="3734161531" sldId="562"/>
            <ac:spMk id="2" creationId="{4F516116-DAC3-4429-A7F5-71A9209ED257}"/>
          </ac:spMkLst>
        </pc:spChg>
        <pc:spChg chg="del">
          <ac:chgData name="Clayton Silva" userId="29ef9a7b83f2ddc4" providerId="LiveId" clId="{338DC093-0D4F-42E2-A813-038351D8A7D5}" dt="2020-09-16T23:54:23.486" v="173" actId="478"/>
          <ac:spMkLst>
            <pc:docMk/>
            <pc:sldMk cId="3734161531" sldId="562"/>
            <ac:spMk id="3" creationId="{2EAE0978-5870-47A1-811C-148A87D832F8}"/>
          </ac:spMkLst>
        </pc:spChg>
        <pc:spChg chg="del">
          <ac:chgData name="Clayton Silva" userId="29ef9a7b83f2ddc4" providerId="LiveId" clId="{338DC093-0D4F-42E2-A813-038351D8A7D5}" dt="2020-09-16T23:54:26.660" v="174" actId="478"/>
          <ac:spMkLst>
            <pc:docMk/>
            <pc:sldMk cId="3734161531" sldId="562"/>
            <ac:spMk id="4" creationId="{BD63DCC6-1E21-46FA-8570-77A64A47BF17}"/>
          </ac:spMkLst>
        </pc:spChg>
        <pc:spChg chg="add">
          <ac:chgData name="Clayton Silva" userId="29ef9a7b83f2ddc4" providerId="LiveId" clId="{338DC093-0D4F-42E2-A813-038351D8A7D5}" dt="2020-09-16T23:55:10.502" v="179" actId="26606"/>
          <ac:spMkLst>
            <pc:docMk/>
            <pc:sldMk cId="3734161531" sldId="562"/>
            <ac:spMk id="11" creationId="{F3060C83-F051-4F0E-ABAD-AA0DFC48B218}"/>
          </ac:spMkLst>
        </pc:spChg>
        <pc:spChg chg="add">
          <ac:chgData name="Clayton Silva" userId="29ef9a7b83f2ddc4" providerId="LiveId" clId="{338DC093-0D4F-42E2-A813-038351D8A7D5}" dt="2020-09-16T23:55:10.502" v="179" actId="26606"/>
          <ac:spMkLst>
            <pc:docMk/>
            <pc:sldMk cId="3734161531" sldId="562"/>
            <ac:spMk id="13" creationId="{83C98ABE-055B-441F-B07E-44F97F083C39}"/>
          </ac:spMkLst>
        </pc:spChg>
        <pc:spChg chg="add">
          <ac:chgData name="Clayton Silva" userId="29ef9a7b83f2ddc4" providerId="LiveId" clId="{338DC093-0D4F-42E2-A813-038351D8A7D5}" dt="2020-09-16T23:55:10.502" v="179" actId="26606"/>
          <ac:spMkLst>
            <pc:docMk/>
            <pc:sldMk cId="3734161531" sldId="562"/>
            <ac:spMk id="15" creationId="{29FDB030-9B49-4CED-8CCD-4D99382388AC}"/>
          </ac:spMkLst>
        </pc:spChg>
        <pc:spChg chg="add">
          <ac:chgData name="Clayton Silva" userId="29ef9a7b83f2ddc4" providerId="LiveId" clId="{338DC093-0D4F-42E2-A813-038351D8A7D5}" dt="2020-09-16T23:55:10.502" v="179" actId="26606"/>
          <ac:spMkLst>
            <pc:docMk/>
            <pc:sldMk cId="3734161531" sldId="562"/>
            <ac:spMk id="17" creationId="{3783CA14-24A1-485C-8B30-D6A5D87987AD}"/>
          </ac:spMkLst>
        </pc:spChg>
        <pc:spChg chg="add">
          <ac:chgData name="Clayton Silva" userId="29ef9a7b83f2ddc4" providerId="LiveId" clId="{338DC093-0D4F-42E2-A813-038351D8A7D5}" dt="2020-09-16T23:55:10.502" v="179" actId="26606"/>
          <ac:spMkLst>
            <pc:docMk/>
            <pc:sldMk cId="3734161531" sldId="562"/>
            <ac:spMk id="19" creationId="{9A97C86A-04D6-40F7-AE84-31AB43E6A846}"/>
          </ac:spMkLst>
        </pc:spChg>
        <pc:spChg chg="add">
          <ac:chgData name="Clayton Silva" userId="29ef9a7b83f2ddc4" providerId="LiveId" clId="{338DC093-0D4F-42E2-A813-038351D8A7D5}" dt="2020-09-16T23:55:10.502" v="179" actId="26606"/>
          <ac:spMkLst>
            <pc:docMk/>
            <pc:sldMk cId="3734161531" sldId="562"/>
            <ac:spMk id="21" creationId="{FF9F2414-84E8-453E-B1F3-389FDE8192D9}"/>
          </ac:spMkLst>
        </pc:spChg>
        <pc:spChg chg="add">
          <ac:chgData name="Clayton Silva" userId="29ef9a7b83f2ddc4" providerId="LiveId" clId="{338DC093-0D4F-42E2-A813-038351D8A7D5}" dt="2020-09-16T23:55:10.502" v="179" actId="26606"/>
          <ac:spMkLst>
            <pc:docMk/>
            <pc:sldMk cId="3734161531" sldId="562"/>
            <ac:spMk id="23" creationId="{3ECA69A1-7536-43AC-85EF-C7106179F5ED}"/>
          </ac:spMkLst>
        </pc:spChg>
        <pc:picChg chg="add mod">
          <ac:chgData name="Clayton Silva" userId="29ef9a7b83f2ddc4" providerId="LiveId" clId="{338DC093-0D4F-42E2-A813-038351D8A7D5}" dt="2020-09-16T23:55:26.240" v="182" actId="14100"/>
          <ac:picMkLst>
            <pc:docMk/>
            <pc:sldMk cId="3734161531" sldId="562"/>
            <ac:picMk id="6" creationId="{45D7CE7E-9070-4DA3-895C-AE95BF94F587}"/>
          </ac:picMkLst>
        </pc:picChg>
      </pc:sldChg>
      <pc:sldChg chg="modSp new mod">
        <pc:chgData name="Clayton Silva" userId="29ef9a7b83f2ddc4" providerId="LiveId" clId="{338DC093-0D4F-42E2-A813-038351D8A7D5}" dt="2020-09-16T23:59:09.053" v="373" actId="5793"/>
        <pc:sldMkLst>
          <pc:docMk/>
          <pc:sldMk cId="1354981634" sldId="563"/>
        </pc:sldMkLst>
        <pc:spChg chg="mod">
          <ac:chgData name="Clayton Silva" userId="29ef9a7b83f2ddc4" providerId="LiveId" clId="{338DC093-0D4F-42E2-A813-038351D8A7D5}" dt="2020-09-16T23:56:21.362" v="193" actId="20577"/>
          <ac:spMkLst>
            <pc:docMk/>
            <pc:sldMk cId="1354981634" sldId="563"/>
            <ac:spMk id="2" creationId="{0BC0D1B1-E8EC-47BF-8AB7-9E4BA7D9EC35}"/>
          </ac:spMkLst>
        </pc:spChg>
        <pc:spChg chg="mod">
          <ac:chgData name="Clayton Silva" userId="29ef9a7b83f2ddc4" providerId="LiveId" clId="{338DC093-0D4F-42E2-A813-038351D8A7D5}" dt="2020-09-16T23:59:09.053" v="373" actId="5793"/>
          <ac:spMkLst>
            <pc:docMk/>
            <pc:sldMk cId="1354981634" sldId="563"/>
            <ac:spMk id="3" creationId="{280A28EC-5762-4837-B59F-4FFE071DADDD}"/>
          </ac:spMkLst>
        </pc:spChg>
      </pc:sldChg>
    </pc:docChg>
  </pc:docChgLst>
  <pc:docChgLst>
    <pc:chgData name="Clayton Silva" userId="29ef9a7b83f2ddc4" providerId="LiveId" clId="{B2F7C288-D1D5-45D8-9DC9-1958CA3DBFCC}"/>
    <pc:docChg chg="undo custSel mod addSld delSld modSld sldOrd">
      <pc:chgData name="Clayton Silva" userId="29ef9a7b83f2ddc4" providerId="LiveId" clId="{B2F7C288-D1D5-45D8-9DC9-1958CA3DBFCC}" dt="2020-07-30T15:56:09.937" v="906" actId="1076"/>
      <pc:docMkLst>
        <pc:docMk/>
      </pc:docMkLst>
      <pc:sldChg chg="addSp modSp mod setBg">
        <pc:chgData name="Clayton Silva" userId="29ef9a7b83f2ddc4" providerId="LiveId" clId="{B2F7C288-D1D5-45D8-9DC9-1958CA3DBFCC}" dt="2020-07-29T19:22:52.868" v="59" actId="20577"/>
        <pc:sldMkLst>
          <pc:docMk/>
          <pc:sldMk cId="0" sldId="256"/>
        </pc:sldMkLst>
        <pc:spChg chg="add mod">
          <ac:chgData name="Clayton Silva" userId="29ef9a7b83f2ddc4" providerId="LiveId" clId="{B2F7C288-D1D5-45D8-9DC9-1958CA3DBFCC}" dt="2020-07-29T19:21:28.050" v="18" actId="20577"/>
          <ac:spMkLst>
            <pc:docMk/>
            <pc:sldMk cId="0" sldId="256"/>
            <ac:spMk id="6" creationId="{131A6E28-DDE7-4181-9277-2BEF8AA242AD}"/>
          </ac:spMkLst>
        </pc:spChg>
        <pc:spChg chg="mod">
          <ac:chgData name="Clayton Silva" userId="29ef9a7b83f2ddc4" providerId="LiveId" clId="{B2F7C288-D1D5-45D8-9DC9-1958CA3DBFCC}" dt="2020-07-29T19:22:52.868" v="59" actId="20577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Clayton Silva" userId="29ef9a7b83f2ddc4" providerId="LiveId" clId="{B2F7C288-D1D5-45D8-9DC9-1958CA3DBFCC}" dt="2020-07-29T19:21:41.733" v="45" actId="20577"/>
          <ac:spMkLst>
            <pc:docMk/>
            <pc:sldMk cId="0" sldId="256"/>
            <ac:spMk id="121" creationId="{00000000-0000-0000-0000-000000000000}"/>
          </ac:spMkLst>
        </pc:spChg>
        <pc:spChg chg="add">
          <ac:chgData name="Clayton Silva" userId="29ef9a7b83f2ddc4" providerId="LiveId" clId="{B2F7C288-D1D5-45D8-9DC9-1958CA3DBFCC}" dt="2020-07-29T19:21:06.158" v="0" actId="26606"/>
          <ac:spMkLst>
            <pc:docMk/>
            <pc:sldMk cId="0" sldId="256"/>
            <ac:spMk id="126" creationId="{C1DD1A8A-57D5-4A81-AD04-532B043C5611}"/>
          </ac:spMkLst>
        </pc:spChg>
        <pc:spChg chg="add">
          <ac:chgData name="Clayton Silva" userId="29ef9a7b83f2ddc4" providerId="LiveId" clId="{B2F7C288-D1D5-45D8-9DC9-1958CA3DBFCC}" dt="2020-07-29T19:21:06.158" v="0" actId="26606"/>
          <ac:spMkLst>
            <pc:docMk/>
            <pc:sldMk cId="0" sldId="256"/>
            <ac:spMk id="128" creationId="{007891EC-4501-44ED-A8C8-B11B6DB767AB}"/>
          </ac:spMkLst>
        </pc:spChg>
        <pc:picChg chg="mod">
          <ac:chgData name="Clayton Silva" userId="29ef9a7b83f2ddc4" providerId="LiveId" clId="{B2F7C288-D1D5-45D8-9DC9-1958CA3DBFCC}" dt="2020-07-29T19:21:06.158" v="0" actId="26606"/>
          <ac:picMkLst>
            <pc:docMk/>
            <pc:sldMk cId="0" sldId="256"/>
            <ac:picMk id="119" creationId="{00000000-0000-0000-0000-000000000000}"/>
          </ac:picMkLst>
        </pc:picChg>
      </pc:sldChg>
      <pc:sldChg chg="addSp modSp mod setBg modClrScheme chgLayout">
        <pc:chgData name="Clayton Silva" userId="29ef9a7b83f2ddc4" providerId="LiveId" clId="{B2F7C288-D1D5-45D8-9DC9-1958CA3DBFCC}" dt="2020-07-30T14:32:10.394" v="208" actId="20577"/>
        <pc:sldMkLst>
          <pc:docMk/>
          <pc:sldMk cId="3923553548" sldId="257"/>
        </pc:sldMkLst>
        <pc:spChg chg="mod ord">
          <ac:chgData name="Clayton Silva" userId="29ef9a7b83f2ddc4" providerId="LiveId" clId="{B2F7C288-D1D5-45D8-9DC9-1958CA3DBFCC}" dt="2020-07-30T14:31:28.244" v="186" actId="26606"/>
          <ac:spMkLst>
            <pc:docMk/>
            <pc:sldMk cId="3923553548" sldId="257"/>
            <ac:spMk id="2" creationId="{00000000-0000-0000-0000-000000000000}"/>
          </ac:spMkLst>
        </pc:spChg>
        <pc:spChg chg="mod ord">
          <ac:chgData name="Clayton Silva" userId="29ef9a7b83f2ddc4" providerId="LiveId" clId="{B2F7C288-D1D5-45D8-9DC9-1958CA3DBFCC}" dt="2020-07-30T14:32:10.394" v="208" actId="20577"/>
          <ac:spMkLst>
            <pc:docMk/>
            <pc:sldMk cId="3923553548" sldId="257"/>
            <ac:spMk id="3" creationId="{00000000-0000-0000-0000-000000000000}"/>
          </ac:spMkLst>
        </pc:spChg>
        <pc:spChg chg="mod ord">
          <ac:chgData name="Clayton Silva" userId="29ef9a7b83f2ddc4" providerId="LiveId" clId="{B2F7C288-D1D5-45D8-9DC9-1958CA3DBFCC}" dt="2020-07-30T14:31:28.244" v="186" actId="26606"/>
          <ac:spMkLst>
            <pc:docMk/>
            <pc:sldMk cId="3923553548" sldId="257"/>
            <ac:spMk id="4" creationId="{48570101-F9CD-4C2C-B0D0-6BC9F773C576}"/>
          </ac:spMkLst>
        </pc:spChg>
        <pc:spChg chg="add">
          <ac:chgData name="Clayton Silva" userId="29ef9a7b83f2ddc4" providerId="LiveId" clId="{B2F7C288-D1D5-45D8-9DC9-1958CA3DBFCC}" dt="2020-07-30T14:31:28.244" v="186" actId="26606"/>
          <ac:spMkLst>
            <pc:docMk/>
            <pc:sldMk cId="3923553548" sldId="257"/>
            <ac:spMk id="9" creationId="{E8A8EAB8-D2FF-444D-B34B-7D32F106AD0E}"/>
          </ac:spMkLst>
        </pc:spChg>
        <pc:cxnChg chg="add">
          <ac:chgData name="Clayton Silva" userId="29ef9a7b83f2ddc4" providerId="LiveId" clId="{B2F7C288-D1D5-45D8-9DC9-1958CA3DBFCC}" dt="2020-07-30T14:31:28.244" v="186" actId="26606"/>
          <ac:cxnSpMkLst>
            <pc:docMk/>
            <pc:sldMk cId="3923553548" sldId="257"/>
            <ac:cxnSpMk id="11" creationId="{067633D1-6EE6-4118-B9F0-B363477BEE7A}"/>
          </ac:cxnSpMkLst>
        </pc:cxnChg>
        <pc:cxnChg chg="add">
          <ac:chgData name="Clayton Silva" userId="29ef9a7b83f2ddc4" providerId="LiveId" clId="{B2F7C288-D1D5-45D8-9DC9-1958CA3DBFCC}" dt="2020-07-30T14:31:28.244" v="186" actId="26606"/>
          <ac:cxnSpMkLst>
            <pc:docMk/>
            <pc:sldMk cId="3923553548" sldId="257"/>
            <ac:cxnSpMk id="13" creationId="{4AD7FFC6-42A9-49CB-B5E9-B3F6B038331B}"/>
          </ac:cxnSpMkLst>
        </pc:cxnChg>
      </pc:sldChg>
      <pc:sldChg chg="del">
        <pc:chgData name="Clayton Silva" userId="29ef9a7b83f2ddc4" providerId="LiveId" clId="{B2F7C288-D1D5-45D8-9DC9-1958CA3DBFCC}" dt="2020-07-30T14:32:28.088" v="209" actId="47"/>
        <pc:sldMkLst>
          <pc:docMk/>
          <pc:sldMk cId="2441328118" sldId="260"/>
        </pc:sldMkLst>
      </pc:sldChg>
      <pc:sldChg chg="addSp delSp modSp mod setBg modClrScheme setClrOvrMap chgLayout">
        <pc:chgData name="Clayton Silva" userId="29ef9a7b83f2ddc4" providerId="LiveId" clId="{B2F7C288-D1D5-45D8-9DC9-1958CA3DBFCC}" dt="2020-07-30T14:45:36.130" v="479" actId="14100"/>
        <pc:sldMkLst>
          <pc:docMk/>
          <pc:sldMk cId="3498711493" sldId="265"/>
        </pc:sldMkLst>
        <pc:spChg chg="del mod ord">
          <ac:chgData name="Clayton Silva" userId="29ef9a7b83f2ddc4" providerId="LiveId" clId="{B2F7C288-D1D5-45D8-9DC9-1958CA3DBFCC}" dt="2020-07-30T14:34:56.017" v="213" actId="478"/>
          <ac:spMkLst>
            <pc:docMk/>
            <pc:sldMk cId="3498711493" sldId="265"/>
            <ac:spMk id="2" creationId="{00000000-0000-0000-0000-000000000000}"/>
          </ac:spMkLst>
        </pc:spChg>
        <pc:spChg chg="del mod ord">
          <ac:chgData name="Clayton Silva" userId="29ef9a7b83f2ddc4" providerId="LiveId" clId="{B2F7C288-D1D5-45D8-9DC9-1958CA3DBFCC}" dt="2020-07-30T14:34:58.898" v="214" actId="478"/>
          <ac:spMkLst>
            <pc:docMk/>
            <pc:sldMk cId="3498711493" sldId="265"/>
            <ac:spMk id="3" creationId="{00000000-0000-0000-0000-000000000000}"/>
          </ac:spMkLst>
        </pc:spChg>
        <pc:spChg chg="mod ord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4" creationId="{FEEA9445-0BCA-4464-99DB-4F6EFC9E69ED}"/>
          </ac:spMkLst>
        </pc:spChg>
        <pc:spChg chg="add mod">
          <ac:chgData name="Clayton Silva" userId="29ef9a7b83f2ddc4" providerId="LiveId" clId="{B2F7C288-D1D5-45D8-9DC9-1958CA3DBFCC}" dt="2020-07-30T14:45:36.130" v="479" actId="14100"/>
          <ac:spMkLst>
            <pc:docMk/>
            <pc:sldMk cId="3498711493" sldId="265"/>
            <ac:spMk id="6" creationId="{AE4A51FF-554B-4BB2-8528-5DF8335E40C2}"/>
          </ac:spMkLst>
        </pc:spChg>
        <pc:spChg chg="add del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10" creationId="{F3060C83-F051-4F0E-ABAD-AA0DFC48B218}"/>
          </ac:spMkLst>
        </pc:spChg>
        <pc:spChg chg="add del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12" creationId="{83C98ABE-055B-441F-B07E-44F97F083C39}"/>
          </ac:spMkLst>
        </pc:spChg>
        <pc:spChg chg="add del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14" creationId="{29FDB030-9B49-4CED-8CCD-4D99382388AC}"/>
          </ac:spMkLst>
        </pc:spChg>
        <pc:spChg chg="add del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16" creationId="{3783CA14-24A1-485C-8B30-D6A5D87987AD}"/>
          </ac:spMkLst>
        </pc:spChg>
        <pc:spChg chg="add del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18" creationId="{9A97C86A-04D6-40F7-AE84-31AB43E6A846}"/>
          </ac:spMkLst>
        </pc:spChg>
        <pc:spChg chg="add del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20" creationId="{FF9F2414-84E8-453E-B1F3-389FDE8192D9}"/>
          </ac:spMkLst>
        </pc:spChg>
        <pc:spChg chg="add del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22" creationId="{3ECA69A1-7536-43AC-85EF-C7106179F5ED}"/>
          </ac:spMkLst>
        </pc:spChg>
        <pc:spChg chg="add del">
          <ac:chgData name="Clayton Silva" userId="29ef9a7b83f2ddc4" providerId="LiveId" clId="{B2F7C288-D1D5-45D8-9DC9-1958CA3DBFCC}" dt="2020-07-30T14:36:07.837" v="259" actId="26606"/>
          <ac:spMkLst>
            <pc:docMk/>
            <pc:sldMk cId="3498711493" sldId="265"/>
            <ac:spMk id="27" creationId="{0E9C5405-4A49-4E12-98FD-8966C1118F23}"/>
          </ac:spMkLst>
        </pc:spChg>
        <pc:spChg chg="add del">
          <ac:chgData name="Clayton Silva" userId="29ef9a7b83f2ddc4" providerId="LiveId" clId="{B2F7C288-D1D5-45D8-9DC9-1958CA3DBFCC}" dt="2020-07-30T14:36:07.837" v="259" actId="26606"/>
          <ac:spMkLst>
            <pc:docMk/>
            <pc:sldMk cId="3498711493" sldId="265"/>
            <ac:spMk id="29" creationId="{35B9823A-85C3-4837-8700-3D94F9B36113}"/>
          </ac:spMkLst>
        </pc:spChg>
        <pc:spChg chg="add del">
          <ac:chgData name="Clayton Silva" userId="29ef9a7b83f2ddc4" providerId="LiveId" clId="{B2F7C288-D1D5-45D8-9DC9-1958CA3DBFCC}" dt="2020-07-30T14:36:07.837" v="259" actId="26606"/>
          <ac:spMkLst>
            <pc:docMk/>
            <pc:sldMk cId="3498711493" sldId="265"/>
            <ac:spMk id="31" creationId="{5BAFBDD6-35EA-4318-81BD-034C73032263}"/>
          </ac:spMkLst>
        </pc:spChg>
        <pc:spChg chg="add del">
          <ac:chgData name="Clayton Silva" userId="29ef9a7b83f2ddc4" providerId="LiveId" clId="{B2F7C288-D1D5-45D8-9DC9-1958CA3DBFCC}" dt="2020-07-30T14:36:07.837" v="259" actId="26606"/>
          <ac:spMkLst>
            <pc:docMk/>
            <pc:sldMk cId="3498711493" sldId="265"/>
            <ac:spMk id="33" creationId="{9668AFA7-0343-4462-B952-29775C02D4E4}"/>
          </ac:spMkLst>
        </pc:spChg>
        <pc:spChg chg="add del">
          <ac:chgData name="Clayton Silva" userId="29ef9a7b83f2ddc4" providerId="LiveId" clId="{B2F7C288-D1D5-45D8-9DC9-1958CA3DBFCC}" dt="2020-07-30T14:36:07.837" v="259" actId="26606"/>
          <ac:spMkLst>
            <pc:docMk/>
            <pc:sldMk cId="3498711493" sldId="265"/>
            <ac:spMk id="35" creationId="{FABAF75E-3794-4E38-AFE5-55C262447584}"/>
          </ac:spMkLst>
        </pc:spChg>
        <pc:spChg chg="add del">
          <ac:chgData name="Clayton Silva" userId="29ef9a7b83f2ddc4" providerId="LiveId" clId="{B2F7C288-D1D5-45D8-9DC9-1958CA3DBFCC}" dt="2020-07-30T14:36:10.734" v="261" actId="26606"/>
          <ac:spMkLst>
            <pc:docMk/>
            <pc:sldMk cId="3498711493" sldId="265"/>
            <ac:spMk id="37" creationId="{68AF5748-FED8-45BA-8631-26D1D10F3246}"/>
          </ac:spMkLst>
        </pc:spChg>
        <pc:spChg chg="add del">
          <ac:chgData name="Clayton Silva" userId="29ef9a7b83f2ddc4" providerId="LiveId" clId="{B2F7C288-D1D5-45D8-9DC9-1958CA3DBFCC}" dt="2020-07-30T14:36:10.734" v="261" actId="26606"/>
          <ac:spMkLst>
            <pc:docMk/>
            <pc:sldMk cId="3498711493" sldId="265"/>
            <ac:spMk id="38" creationId="{AF2F604E-43BE-4DC3-B983-E071523364F8}"/>
          </ac:spMkLst>
        </pc:spChg>
        <pc:spChg chg="add del">
          <ac:chgData name="Clayton Silva" userId="29ef9a7b83f2ddc4" providerId="LiveId" clId="{B2F7C288-D1D5-45D8-9DC9-1958CA3DBFCC}" dt="2020-07-30T14:36:10.734" v="261" actId="26606"/>
          <ac:spMkLst>
            <pc:docMk/>
            <pc:sldMk cId="3498711493" sldId="265"/>
            <ac:spMk id="39" creationId="{08C9B587-E65E-4B52-B37C-ABEBB6E87928}"/>
          </ac:spMkLst>
        </pc:spChg>
        <pc:spChg chg="add del">
          <ac:chgData name="Clayton Silva" userId="29ef9a7b83f2ddc4" providerId="LiveId" clId="{B2F7C288-D1D5-45D8-9DC9-1958CA3DBFCC}" dt="2020-07-30T14:36:15.457" v="263" actId="26606"/>
          <ac:spMkLst>
            <pc:docMk/>
            <pc:sldMk cId="3498711493" sldId="265"/>
            <ac:spMk id="41" creationId="{6753252F-4873-4F63-801D-CC719279A7D5}"/>
          </ac:spMkLst>
        </pc:spChg>
        <pc:spChg chg="add del">
          <ac:chgData name="Clayton Silva" userId="29ef9a7b83f2ddc4" providerId="LiveId" clId="{B2F7C288-D1D5-45D8-9DC9-1958CA3DBFCC}" dt="2020-07-30T14:36:15.457" v="263" actId="26606"/>
          <ac:spMkLst>
            <pc:docMk/>
            <pc:sldMk cId="3498711493" sldId="265"/>
            <ac:spMk id="42" creationId="{047C8CCB-F95D-4249-92DD-651249D3535A}"/>
          </ac:spMkLst>
        </pc:spChg>
        <pc:spChg chg="add del">
          <ac:chgData name="Clayton Silva" userId="29ef9a7b83f2ddc4" providerId="LiveId" clId="{B2F7C288-D1D5-45D8-9DC9-1958CA3DBFCC}" dt="2020-07-30T14:36:17.433" v="265" actId="26606"/>
          <ac:spMkLst>
            <pc:docMk/>
            <pc:sldMk cId="3498711493" sldId="265"/>
            <ac:spMk id="44" creationId="{80E5FECD-C9FF-49B3-B1FD-6B2D855C4AD5}"/>
          </ac:spMkLst>
        </pc:spChg>
        <pc:spChg chg="add del">
          <ac:chgData name="Clayton Silva" userId="29ef9a7b83f2ddc4" providerId="LiveId" clId="{B2F7C288-D1D5-45D8-9DC9-1958CA3DBFCC}" dt="2020-07-30T14:36:17.433" v="265" actId="26606"/>
          <ac:spMkLst>
            <pc:docMk/>
            <pc:sldMk cId="3498711493" sldId="265"/>
            <ac:spMk id="45" creationId="{F5569EEC-E12F-4856-B407-02B2813A4AA5}"/>
          </ac:spMkLst>
        </pc:spChg>
        <pc:spChg chg="add del">
          <ac:chgData name="Clayton Silva" userId="29ef9a7b83f2ddc4" providerId="LiveId" clId="{B2F7C288-D1D5-45D8-9DC9-1958CA3DBFCC}" dt="2020-07-30T14:36:17.433" v="265" actId="26606"/>
          <ac:spMkLst>
            <pc:docMk/>
            <pc:sldMk cId="3498711493" sldId="265"/>
            <ac:spMk id="46" creationId="{CF860788-3A6A-45A3-B3F1-06F159665603}"/>
          </ac:spMkLst>
        </pc:spChg>
        <pc:spChg chg="add del">
          <ac:chgData name="Clayton Silva" userId="29ef9a7b83f2ddc4" providerId="LiveId" clId="{B2F7C288-D1D5-45D8-9DC9-1958CA3DBFCC}" dt="2020-07-30T14:36:17.433" v="265" actId="26606"/>
          <ac:spMkLst>
            <pc:docMk/>
            <pc:sldMk cId="3498711493" sldId="265"/>
            <ac:spMk id="47" creationId="{DF1E3393-B852-4883-B778-ED3525112942}"/>
          </ac:spMkLst>
        </pc:spChg>
        <pc:spChg chg="add del">
          <ac:chgData name="Clayton Silva" userId="29ef9a7b83f2ddc4" providerId="LiveId" clId="{B2F7C288-D1D5-45D8-9DC9-1958CA3DBFCC}" dt="2020-07-30T14:36:17.433" v="265" actId="26606"/>
          <ac:spMkLst>
            <pc:docMk/>
            <pc:sldMk cId="3498711493" sldId="265"/>
            <ac:spMk id="48" creationId="{39853D09-4205-4CC7-83EB-288E886AC9E4}"/>
          </ac:spMkLst>
        </pc:spChg>
        <pc:spChg chg="add del">
          <ac:chgData name="Clayton Silva" userId="29ef9a7b83f2ddc4" providerId="LiveId" clId="{B2F7C288-D1D5-45D8-9DC9-1958CA3DBFCC}" dt="2020-07-30T14:36:17.433" v="265" actId="26606"/>
          <ac:spMkLst>
            <pc:docMk/>
            <pc:sldMk cId="3498711493" sldId="265"/>
            <ac:spMk id="49" creationId="{0D040B79-3E73-4A31-840D-D6B9C9FDFC46}"/>
          </ac:spMkLst>
        </pc:spChg>
        <pc:spChg chg="add del">
          <ac:chgData name="Clayton Silva" userId="29ef9a7b83f2ddc4" providerId="LiveId" clId="{B2F7C288-D1D5-45D8-9DC9-1958CA3DBFCC}" dt="2020-07-30T14:36:17.433" v="265" actId="26606"/>
          <ac:spMkLst>
            <pc:docMk/>
            <pc:sldMk cId="3498711493" sldId="265"/>
            <ac:spMk id="50" creationId="{156C6AE5-3F8B-42AC-9EA4-1B686A11E93F}"/>
          </ac:spMkLst>
        </pc:spChg>
        <pc:spChg chg="add del">
          <ac:chgData name="Clayton Silva" userId="29ef9a7b83f2ddc4" providerId="LiveId" clId="{B2F7C288-D1D5-45D8-9DC9-1958CA3DBFCC}" dt="2020-07-30T14:36:21.110" v="267" actId="26606"/>
          <ac:spMkLst>
            <pc:docMk/>
            <pc:sldMk cId="3498711493" sldId="265"/>
            <ac:spMk id="52" creationId="{2810EA4A-D297-4DD2-93C5-31115F58EC77}"/>
          </ac:spMkLst>
        </pc:spChg>
        <pc:spChg chg="add del">
          <ac:chgData name="Clayton Silva" userId="29ef9a7b83f2ddc4" providerId="LiveId" clId="{B2F7C288-D1D5-45D8-9DC9-1958CA3DBFCC}" dt="2020-07-30T14:36:21.110" v="267" actId="26606"/>
          <ac:spMkLst>
            <pc:docMk/>
            <pc:sldMk cId="3498711493" sldId="265"/>
            <ac:spMk id="54" creationId="{643A7A40-1AE6-4218-A8E0-8248174A5377}"/>
          </ac:spMkLst>
        </pc:spChg>
        <pc:spChg chg="add del">
          <ac:chgData name="Clayton Silva" userId="29ef9a7b83f2ddc4" providerId="LiveId" clId="{B2F7C288-D1D5-45D8-9DC9-1958CA3DBFCC}" dt="2020-07-30T14:36:24.863" v="269" actId="26606"/>
          <ac:spMkLst>
            <pc:docMk/>
            <pc:sldMk cId="3498711493" sldId="265"/>
            <ac:spMk id="56" creationId="{B9D7E975-9161-4F2D-AC53-69E1912F6B5D}"/>
          </ac:spMkLst>
        </pc:spChg>
        <pc:spChg chg="add del">
          <ac:chgData name="Clayton Silva" userId="29ef9a7b83f2ddc4" providerId="LiveId" clId="{B2F7C288-D1D5-45D8-9DC9-1958CA3DBFCC}" dt="2020-07-30T14:36:24.863" v="269" actId="26606"/>
          <ac:spMkLst>
            <pc:docMk/>
            <pc:sldMk cId="3498711493" sldId="265"/>
            <ac:spMk id="57" creationId="{827DC2C4-B485-428A-BF4A-472D2967F47F}"/>
          </ac:spMkLst>
        </pc:spChg>
        <pc:spChg chg="add del">
          <ac:chgData name="Clayton Silva" userId="29ef9a7b83f2ddc4" providerId="LiveId" clId="{B2F7C288-D1D5-45D8-9DC9-1958CA3DBFCC}" dt="2020-07-30T14:36:24.863" v="269" actId="26606"/>
          <ac:spMkLst>
            <pc:docMk/>
            <pc:sldMk cId="3498711493" sldId="265"/>
            <ac:spMk id="58" creationId="{463E6235-1649-4B47-9862-4026FC473B6F}"/>
          </ac:spMkLst>
        </pc:spChg>
        <pc:spChg chg="add del">
          <ac:chgData name="Clayton Silva" userId="29ef9a7b83f2ddc4" providerId="LiveId" clId="{B2F7C288-D1D5-45D8-9DC9-1958CA3DBFCC}" dt="2020-07-30T14:36:27.700" v="271" actId="26606"/>
          <ac:spMkLst>
            <pc:docMk/>
            <pc:sldMk cId="3498711493" sldId="265"/>
            <ac:spMk id="60" creationId="{8537B233-9CDD-4A90-AABB-A8963DEE4FBC}"/>
          </ac:spMkLst>
        </pc:spChg>
        <pc:spChg chg="add del">
          <ac:chgData name="Clayton Silva" userId="29ef9a7b83f2ddc4" providerId="LiveId" clId="{B2F7C288-D1D5-45D8-9DC9-1958CA3DBFCC}" dt="2020-07-30T14:36:31.258" v="273" actId="26606"/>
          <ac:spMkLst>
            <pc:docMk/>
            <pc:sldMk cId="3498711493" sldId="265"/>
            <ac:spMk id="63" creationId="{FB5B0058-AF13-4859-B429-4EDDE2A26F7F}"/>
          </ac:spMkLst>
        </pc:spChg>
        <pc:spChg chg="add del">
          <ac:chgData name="Clayton Silva" userId="29ef9a7b83f2ddc4" providerId="LiveId" clId="{B2F7C288-D1D5-45D8-9DC9-1958CA3DBFCC}" dt="2020-07-30T14:36:31.258" v="273" actId="26606"/>
          <ac:spMkLst>
            <pc:docMk/>
            <pc:sldMk cId="3498711493" sldId="265"/>
            <ac:spMk id="65" creationId="{A4A161CC-6DC5-4863-B213-94529D6E06D7}"/>
          </ac:spMkLst>
        </pc:spChg>
        <pc:spChg chg="add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67" creationId="{68AF5748-FED8-45BA-8631-26D1D10F3246}"/>
          </ac:spMkLst>
        </pc:spChg>
        <pc:spChg chg="add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68" creationId="{AF2F604E-43BE-4DC3-B983-E071523364F8}"/>
          </ac:spMkLst>
        </pc:spChg>
        <pc:spChg chg="add">
          <ac:chgData name="Clayton Silva" userId="29ef9a7b83f2ddc4" providerId="LiveId" clId="{B2F7C288-D1D5-45D8-9DC9-1958CA3DBFCC}" dt="2020-07-30T14:36:31.370" v="274" actId="26606"/>
          <ac:spMkLst>
            <pc:docMk/>
            <pc:sldMk cId="3498711493" sldId="265"/>
            <ac:spMk id="69" creationId="{08C9B587-E65E-4B52-B37C-ABEBB6E87928}"/>
          </ac:spMkLst>
        </pc:spChg>
        <pc:picChg chg="add mod ord">
          <ac:chgData name="Clayton Silva" userId="29ef9a7b83f2ddc4" providerId="LiveId" clId="{B2F7C288-D1D5-45D8-9DC9-1958CA3DBFCC}" dt="2020-07-30T14:36:43.803" v="277" actId="14100"/>
          <ac:picMkLst>
            <pc:docMk/>
            <pc:sldMk cId="3498711493" sldId="265"/>
            <ac:picMk id="5" creationId="{A8F6748B-B75E-4669-B777-CD4BA21D9354}"/>
          </ac:picMkLst>
        </pc:picChg>
        <pc:picChg chg="add del">
          <ac:chgData name="Clayton Silva" userId="29ef9a7b83f2ddc4" providerId="LiveId" clId="{B2F7C288-D1D5-45D8-9DC9-1958CA3DBFCC}" dt="2020-07-30T14:36:21.110" v="267" actId="26606"/>
          <ac:picMkLst>
            <pc:docMk/>
            <pc:sldMk cId="3498711493" sldId="265"/>
            <ac:picMk id="53" creationId="{6FF42514-8879-4726-A5DC-9181A01AE54C}"/>
          </ac:picMkLst>
        </pc:picChg>
        <pc:cxnChg chg="add del">
          <ac:chgData name="Clayton Silva" userId="29ef9a7b83f2ddc4" providerId="LiveId" clId="{B2F7C288-D1D5-45D8-9DC9-1958CA3DBFCC}" dt="2020-07-30T14:36:27.700" v="271" actId="26606"/>
          <ac:cxnSpMkLst>
            <pc:docMk/>
            <pc:sldMk cId="3498711493" sldId="265"/>
            <ac:cxnSpMk id="61" creationId="{040575EE-C594-4566-BC00-663004E52AB5}"/>
          </ac:cxnSpMkLst>
        </pc:cxnChg>
        <pc:cxnChg chg="add del">
          <ac:chgData name="Clayton Silva" userId="29ef9a7b83f2ddc4" providerId="LiveId" clId="{B2F7C288-D1D5-45D8-9DC9-1958CA3DBFCC}" dt="2020-07-30T14:36:31.258" v="273" actId="26606"/>
          <ac:cxnSpMkLst>
            <pc:docMk/>
            <pc:sldMk cId="3498711493" sldId="265"/>
            <ac:cxnSpMk id="64" creationId="{AC65C03C-3F17-45DC-A1B9-35ACA43397D4}"/>
          </ac:cxnSpMkLst>
        </pc:cxnChg>
      </pc:sldChg>
      <pc:sldChg chg="del">
        <pc:chgData name="Clayton Silva" userId="29ef9a7b83f2ddc4" providerId="LiveId" clId="{B2F7C288-D1D5-45D8-9DC9-1958CA3DBFCC}" dt="2020-07-30T15:30:36.084" v="707" actId="47"/>
        <pc:sldMkLst>
          <pc:docMk/>
          <pc:sldMk cId="3048851855" sldId="266"/>
        </pc:sldMkLst>
      </pc:sldChg>
      <pc:sldChg chg="del">
        <pc:chgData name="Clayton Silva" userId="29ef9a7b83f2ddc4" providerId="LiveId" clId="{B2F7C288-D1D5-45D8-9DC9-1958CA3DBFCC}" dt="2020-07-30T15:30:36.084" v="707" actId="47"/>
        <pc:sldMkLst>
          <pc:docMk/>
          <pc:sldMk cId="675027452" sldId="267"/>
        </pc:sldMkLst>
      </pc:sldChg>
      <pc:sldChg chg="del">
        <pc:chgData name="Clayton Silva" userId="29ef9a7b83f2ddc4" providerId="LiveId" clId="{B2F7C288-D1D5-45D8-9DC9-1958CA3DBFCC}" dt="2020-07-30T15:30:38.807" v="708" actId="47"/>
        <pc:sldMkLst>
          <pc:docMk/>
          <pc:sldMk cId="4253107765" sldId="269"/>
        </pc:sldMkLst>
      </pc:sldChg>
      <pc:sldChg chg="del">
        <pc:chgData name="Clayton Silva" userId="29ef9a7b83f2ddc4" providerId="LiveId" clId="{B2F7C288-D1D5-45D8-9DC9-1958CA3DBFCC}" dt="2020-07-30T15:30:41.507" v="709" actId="47"/>
        <pc:sldMkLst>
          <pc:docMk/>
          <pc:sldMk cId="1041630277" sldId="270"/>
        </pc:sldMkLst>
      </pc:sldChg>
      <pc:sldChg chg="del">
        <pc:chgData name="Clayton Silva" userId="29ef9a7b83f2ddc4" providerId="LiveId" clId="{B2F7C288-D1D5-45D8-9DC9-1958CA3DBFCC}" dt="2020-07-30T15:30:53.060" v="719" actId="47"/>
        <pc:sldMkLst>
          <pc:docMk/>
          <pc:sldMk cId="1016530808" sldId="271"/>
        </pc:sldMkLst>
      </pc:sldChg>
      <pc:sldChg chg="del">
        <pc:chgData name="Clayton Silva" userId="29ef9a7b83f2ddc4" providerId="LiveId" clId="{B2F7C288-D1D5-45D8-9DC9-1958CA3DBFCC}" dt="2020-07-30T15:30:54.086" v="720" actId="47"/>
        <pc:sldMkLst>
          <pc:docMk/>
          <pc:sldMk cId="2387225758" sldId="273"/>
        </pc:sldMkLst>
      </pc:sldChg>
      <pc:sldChg chg="del">
        <pc:chgData name="Clayton Silva" userId="29ef9a7b83f2ddc4" providerId="LiveId" clId="{B2F7C288-D1D5-45D8-9DC9-1958CA3DBFCC}" dt="2020-07-30T15:30:44.675" v="711" actId="47"/>
        <pc:sldMkLst>
          <pc:docMk/>
          <pc:sldMk cId="2916762686" sldId="275"/>
        </pc:sldMkLst>
      </pc:sldChg>
      <pc:sldChg chg="del">
        <pc:chgData name="Clayton Silva" userId="29ef9a7b83f2ddc4" providerId="LiveId" clId="{B2F7C288-D1D5-45D8-9DC9-1958CA3DBFCC}" dt="2020-07-30T15:30:45.542" v="712" actId="47"/>
        <pc:sldMkLst>
          <pc:docMk/>
          <pc:sldMk cId="2500524420" sldId="276"/>
        </pc:sldMkLst>
      </pc:sldChg>
      <pc:sldChg chg="del">
        <pc:chgData name="Clayton Silva" userId="29ef9a7b83f2ddc4" providerId="LiveId" clId="{B2F7C288-D1D5-45D8-9DC9-1958CA3DBFCC}" dt="2020-07-30T15:30:47.280" v="714" actId="47"/>
        <pc:sldMkLst>
          <pc:docMk/>
          <pc:sldMk cId="1519318085" sldId="277"/>
        </pc:sldMkLst>
      </pc:sldChg>
      <pc:sldChg chg="del">
        <pc:chgData name="Clayton Silva" userId="29ef9a7b83f2ddc4" providerId="LiveId" clId="{B2F7C288-D1D5-45D8-9DC9-1958CA3DBFCC}" dt="2020-07-30T15:30:50.989" v="716" actId="47"/>
        <pc:sldMkLst>
          <pc:docMk/>
          <pc:sldMk cId="1924916561" sldId="278"/>
        </pc:sldMkLst>
      </pc:sldChg>
      <pc:sldChg chg="del">
        <pc:chgData name="Clayton Silva" userId="29ef9a7b83f2ddc4" providerId="LiveId" clId="{B2F7C288-D1D5-45D8-9DC9-1958CA3DBFCC}" dt="2020-07-30T15:30:51.599" v="717" actId="47"/>
        <pc:sldMkLst>
          <pc:docMk/>
          <pc:sldMk cId="1145994230" sldId="279"/>
        </pc:sldMkLst>
      </pc:sldChg>
      <pc:sldChg chg="del">
        <pc:chgData name="Clayton Silva" userId="29ef9a7b83f2ddc4" providerId="LiveId" clId="{B2F7C288-D1D5-45D8-9DC9-1958CA3DBFCC}" dt="2020-07-30T15:30:52.209" v="718" actId="47"/>
        <pc:sldMkLst>
          <pc:docMk/>
          <pc:sldMk cId="1398506904" sldId="280"/>
        </pc:sldMkLst>
      </pc:sldChg>
      <pc:sldChg chg="del">
        <pc:chgData name="Clayton Silva" userId="29ef9a7b83f2ddc4" providerId="LiveId" clId="{B2F7C288-D1D5-45D8-9DC9-1958CA3DBFCC}" dt="2020-07-30T15:31:01.372" v="728" actId="47"/>
        <pc:sldMkLst>
          <pc:docMk/>
          <pc:sldMk cId="830315175" sldId="282"/>
        </pc:sldMkLst>
      </pc:sldChg>
      <pc:sldChg chg="del">
        <pc:chgData name="Clayton Silva" userId="29ef9a7b83f2ddc4" providerId="LiveId" clId="{B2F7C288-D1D5-45D8-9DC9-1958CA3DBFCC}" dt="2020-07-30T15:31:02.944" v="730" actId="47"/>
        <pc:sldMkLst>
          <pc:docMk/>
          <pc:sldMk cId="2790085931" sldId="283"/>
        </pc:sldMkLst>
      </pc:sldChg>
      <pc:sldChg chg="del">
        <pc:chgData name="Clayton Silva" userId="29ef9a7b83f2ddc4" providerId="LiveId" clId="{B2F7C288-D1D5-45D8-9DC9-1958CA3DBFCC}" dt="2020-07-30T15:31:03.632" v="731" actId="47"/>
        <pc:sldMkLst>
          <pc:docMk/>
          <pc:sldMk cId="3610398831" sldId="284"/>
        </pc:sldMkLst>
      </pc:sldChg>
      <pc:sldChg chg="del">
        <pc:chgData name="Clayton Silva" userId="29ef9a7b83f2ddc4" providerId="LiveId" clId="{B2F7C288-D1D5-45D8-9DC9-1958CA3DBFCC}" dt="2020-07-30T15:30:55.308" v="721" actId="47"/>
        <pc:sldMkLst>
          <pc:docMk/>
          <pc:sldMk cId="1188469462" sldId="383"/>
        </pc:sldMkLst>
      </pc:sldChg>
      <pc:sldChg chg="del">
        <pc:chgData name="Clayton Silva" userId="29ef9a7b83f2ddc4" providerId="LiveId" clId="{B2F7C288-D1D5-45D8-9DC9-1958CA3DBFCC}" dt="2020-07-30T15:30:58.205" v="724" actId="47"/>
        <pc:sldMkLst>
          <pc:docMk/>
          <pc:sldMk cId="503923209" sldId="384"/>
        </pc:sldMkLst>
      </pc:sldChg>
      <pc:sldChg chg="del">
        <pc:chgData name="Clayton Silva" userId="29ef9a7b83f2ddc4" providerId="LiveId" clId="{B2F7C288-D1D5-45D8-9DC9-1958CA3DBFCC}" dt="2020-07-30T15:30:59.094" v="725" actId="47"/>
        <pc:sldMkLst>
          <pc:docMk/>
          <pc:sldMk cId="1473324039" sldId="385"/>
        </pc:sldMkLst>
      </pc:sldChg>
      <pc:sldChg chg="del">
        <pc:chgData name="Clayton Silva" userId="29ef9a7b83f2ddc4" providerId="LiveId" clId="{B2F7C288-D1D5-45D8-9DC9-1958CA3DBFCC}" dt="2020-07-30T15:31:00.795" v="727" actId="47"/>
        <pc:sldMkLst>
          <pc:docMk/>
          <pc:sldMk cId="2006386247" sldId="387"/>
        </pc:sldMkLst>
      </pc:sldChg>
      <pc:sldChg chg="del">
        <pc:chgData name="Clayton Silva" userId="29ef9a7b83f2ddc4" providerId="LiveId" clId="{B2F7C288-D1D5-45D8-9DC9-1958CA3DBFCC}" dt="2020-07-30T14:32:29.321" v="210" actId="47"/>
        <pc:sldMkLst>
          <pc:docMk/>
          <pc:sldMk cId="4096355618" sldId="405"/>
        </pc:sldMkLst>
      </pc:sldChg>
      <pc:sldChg chg="del">
        <pc:chgData name="Clayton Silva" userId="29ef9a7b83f2ddc4" providerId="LiveId" clId="{B2F7C288-D1D5-45D8-9DC9-1958CA3DBFCC}" dt="2020-07-30T15:30:43.530" v="710" actId="47"/>
        <pc:sldMkLst>
          <pc:docMk/>
          <pc:sldMk cId="2684089232" sldId="406"/>
        </pc:sldMkLst>
      </pc:sldChg>
      <pc:sldChg chg="del">
        <pc:chgData name="Clayton Silva" userId="29ef9a7b83f2ddc4" providerId="LiveId" clId="{B2F7C288-D1D5-45D8-9DC9-1958CA3DBFCC}" dt="2020-07-30T15:30:46.417" v="713" actId="47"/>
        <pc:sldMkLst>
          <pc:docMk/>
          <pc:sldMk cId="4146586282" sldId="407"/>
        </pc:sldMkLst>
      </pc:sldChg>
      <pc:sldChg chg="del">
        <pc:chgData name="Clayton Silva" userId="29ef9a7b83f2ddc4" providerId="LiveId" clId="{B2F7C288-D1D5-45D8-9DC9-1958CA3DBFCC}" dt="2020-07-30T15:30:49.143" v="715" actId="47"/>
        <pc:sldMkLst>
          <pc:docMk/>
          <pc:sldMk cId="262502734" sldId="408"/>
        </pc:sldMkLst>
      </pc:sldChg>
      <pc:sldChg chg="del">
        <pc:chgData name="Clayton Silva" userId="29ef9a7b83f2ddc4" providerId="LiveId" clId="{B2F7C288-D1D5-45D8-9DC9-1958CA3DBFCC}" dt="2020-07-30T15:30:56.203" v="722" actId="47"/>
        <pc:sldMkLst>
          <pc:docMk/>
          <pc:sldMk cId="2999178309" sldId="409"/>
        </pc:sldMkLst>
      </pc:sldChg>
      <pc:sldChg chg="del">
        <pc:chgData name="Clayton Silva" userId="29ef9a7b83f2ddc4" providerId="LiveId" clId="{B2F7C288-D1D5-45D8-9DC9-1958CA3DBFCC}" dt="2020-07-30T15:30:56.972" v="723" actId="47"/>
        <pc:sldMkLst>
          <pc:docMk/>
          <pc:sldMk cId="1657024629" sldId="410"/>
        </pc:sldMkLst>
      </pc:sldChg>
      <pc:sldChg chg="del">
        <pc:chgData name="Clayton Silva" userId="29ef9a7b83f2ddc4" providerId="LiveId" clId="{B2F7C288-D1D5-45D8-9DC9-1958CA3DBFCC}" dt="2020-07-30T15:31:02.002" v="729" actId="47"/>
        <pc:sldMkLst>
          <pc:docMk/>
          <pc:sldMk cId="1083418632" sldId="411"/>
        </pc:sldMkLst>
      </pc:sldChg>
      <pc:sldChg chg="del">
        <pc:chgData name="Clayton Silva" userId="29ef9a7b83f2ddc4" providerId="LiveId" clId="{B2F7C288-D1D5-45D8-9DC9-1958CA3DBFCC}" dt="2020-07-30T15:30:59.871" v="726" actId="47"/>
        <pc:sldMkLst>
          <pc:docMk/>
          <pc:sldMk cId="1657743135" sldId="412"/>
        </pc:sldMkLst>
      </pc:sldChg>
      <pc:sldChg chg="del">
        <pc:chgData name="Clayton Silva" userId="29ef9a7b83f2ddc4" providerId="LiveId" clId="{B2F7C288-D1D5-45D8-9DC9-1958CA3DBFCC}" dt="2020-07-30T15:31:05.523" v="734" actId="47"/>
        <pc:sldMkLst>
          <pc:docMk/>
          <pc:sldMk cId="1333715286" sldId="413"/>
        </pc:sldMkLst>
      </pc:sldChg>
      <pc:sldChg chg="del">
        <pc:chgData name="Clayton Silva" userId="29ef9a7b83f2ddc4" providerId="LiveId" clId="{B2F7C288-D1D5-45D8-9DC9-1958CA3DBFCC}" dt="2020-07-30T15:31:04.250" v="732" actId="47"/>
        <pc:sldMkLst>
          <pc:docMk/>
          <pc:sldMk cId="99362184" sldId="414"/>
        </pc:sldMkLst>
      </pc:sldChg>
      <pc:sldChg chg="del">
        <pc:chgData name="Clayton Silva" userId="29ef9a7b83f2ddc4" providerId="LiveId" clId="{B2F7C288-D1D5-45D8-9DC9-1958CA3DBFCC}" dt="2020-07-30T15:31:04.968" v="733" actId="47"/>
        <pc:sldMkLst>
          <pc:docMk/>
          <pc:sldMk cId="2357257936" sldId="415"/>
        </pc:sldMkLst>
      </pc:sldChg>
      <pc:sldChg chg="add del">
        <pc:chgData name="Clayton Silva" userId="29ef9a7b83f2ddc4" providerId="LiveId" clId="{B2F7C288-D1D5-45D8-9DC9-1958CA3DBFCC}" dt="2020-07-30T14:41:06.697" v="360"/>
        <pc:sldMkLst>
          <pc:docMk/>
          <pc:sldMk cId="2171086188" sldId="416"/>
        </pc:sldMkLst>
      </pc:sldChg>
      <pc:sldChg chg="addSp delSp modSp new mod ord setBg">
        <pc:chgData name="Clayton Silva" userId="29ef9a7b83f2ddc4" providerId="LiveId" clId="{B2F7C288-D1D5-45D8-9DC9-1958CA3DBFCC}" dt="2020-07-30T14:45:00.515" v="452" actId="1038"/>
        <pc:sldMkLst>
          <pc:docMk/>
          <pc:sldMk cId="2757276560" sldId="416"/>
        </pc:sldMkLst>
        <pc:spChg chg="del mod">
          <ac:chgData name="Clayton Silva" userId="29ef9a7b83f2ddc4" providerId="LiveId" clId="{B2F7C288-D1D5-45D8-9DC9-1958CA3DBFCC}" dt="2020-07-30T14:41:44.742" v="371" actId="478"/>
          <ac:spMkLst>
            <pc:docMk/>
            <pc:sldMk cId="2757276560" sldId="416"/>
            <ac:spMk id="2" creationId="{80797A1D-85AD-45D1-83C4-E3D9934B0A3B}"/>
          </ac:spMkLst>
        </pc:spChg>
        <pc:spChg chg="add mod">
          <ac:chgData name="Clayton Silva" userId="29ef9a7b83f2ddc4" providerId="LiveId" clId="{B2F7C288-D1D5-45D8-9DC9-1958CA3DBFCC}" dt="2020-07-30T14:44:45.244" v="426" actId="108"/>
          <ac:spMkLst>
            <pc:docMk/>
            <pc:sldMk cId="2757276560" sldId="416"/>
            <ac:spMk id="3" creationId="{E64E2913-9AFE-4F57-8459-2411B1EC6F5D}"/>
          </ac:spMkLst>
        </pc:spChg>
        <pc:spChg chg="add mod">
          <ac:chgData name="Clayton Silva" userId="29ef9a7b83f2ddc4" providerId="LiveId" clId="{B2F7C288-D1D5-45D8-9DC9-1958CA3DBFCC}" dt="2020-07-30T14:45:00.515" v="452" actId="1038"/>
          <ac:spMkLst>
            <pc:docMk/>
            <pc:sldMk cId="2757276560" sldId="416"/>
            <ac:spMk id="4" creationId="{6E227285-93EB-49EA-BF17-5CA5DBFDBF21}"/>
          </ac:spMkLst>
        </pc:spChg>
        <pc:spChg chg="add">
          <ac:chgData name="Clayton Silva" userId="29ef9a7b83f2ddc4" providerId="LiveId" clId="{B2F7C288-D1D5-45D8-9DC9-1958CA3DBFCC}" dt="2020-07-30T14:41:58.656" v="372" actId="26606"/>
          <ac:spMkLst>
            <pc:docMk/>
            <pc:sldMk cId="2757276560" sldId="416"/>
            <ac:spMk id="10" creationId="{E8A8EAB8-D2FF-444D-B34B-7D32F106AD0E}"/>
          </ac:spMkLst>
        </pc:spChg>
        <pc:picChg chg="add">
          <ac:chgData name="Clayton Silva" userId="29ef9a7b83f2ddc4" providerId="LiveId" clId="{B2F7C288-D1D5-45D8-9DC9-1958CA3DBFCC}" dt="2020-07-30T14:41:58.656" v="372" actId="26606"/>
          <ac:picMkLst>
            <pc:docMk/>
            <pc:sldMk cId="2757276560" sldId="416"/>
            <ac:picMk id="7" creationId="{CDC1B9A1-0BB7-4289-BDA2-AE71D820F329}"/>
          </ac:picMkLst>
        </pc:picChg>
        <pc:cxnChg chg="add">
          <ac:chgData name="Clayton Silva" userId="29ef9a7b83f2ddc4" providerId="LiveId" clId="{B2F7C288-D1D5-45D8-9DC9-1958CA3DBFCC}" dt="2020-07-30T14:41:58.656" v="372" actId="26606"/>
          <ac:cxnSpMkLst>
            <pc:docMk/>
            <pc:sldMk cId="2757276560" sldId="416"/>
            <ac:cxnSpMk id="12" creationId="{EEA38897-7BA3-4408-8083-3235339C4A60}"/>
          </ac:cxnSpMkLst>
        </pc:cxnChg>
        <pc:cxnChg chg="add">
          <ac:chgData name="Clayton Silva" userId="29ef9a7b83f2ddc4" providerId="LiveId" clId="{B2F7C288-D1D5-45D8-9DC9-1958CA3DBFCC}" dt="2020-07-30T14:41:58.656" v="372" actId="26606"/>
          <ac:cxnSpMkLst>
            <pc:docMk/>
            <pc:sldMk cId="2757276560" sldId="416"/>
            <ac:cxnSpMk id="14" creationId="{F11AD06B-AB20-4097-8606-5DA00DBACE88}"/>
          </ac:cxnSpMkLst>
        </pc:cxnChg>
      </pc:sldChg>
      <pc:sldChg chg="addSp delSp modSp new mod setBg setClrOvrMap">
        <pc:chgData name="Clayton Silva" userId="29ef9a7b83f2ddc4" providerId="LiveId" clId="{B2F7C288-D1D5-45D8-9DC9-1958CA3DBFCC}" dt="2020-07-30T14:51:09.425" v="527" actId="790"/>
        <pc:sldMkLst>
          <pc:docMk/>
          <pc:sldMk cId="2355032481" sldId="417"/>
        </pc:sldMkLst>
        <pc:spChg chg="mod ord">
          <ac:chgData name="Clayton Silva" userId="29ef9a7b83f2ddc4" providerId="LiveId" clId="{B2F7C288-D1D5-45D8-9DC9-1958CA3DBFCC}" dt="2020-07-30T14:49:38.710" v="503" actId="26606"/>
          <ac:spMkLst>
            <pc:docMk/>
            <pc:sldMk cId="2355032481" sldId="417"/>
            <ac:spMk id="2" creationId="{F141633B-7169-4044-9642-C93BC85AA47C}"/>
          </ac:spMkLst>
        </pc:spChg>
        <pc:spChg chg="add mod">
          <ac:chgData name="Clayton Silva" userId="29ef9a7b83f2ddc4" providerId="LiveId" clId="{B2F7C288-D1D5-45D8-9DC9-1958CA3DBFCC}" dt="2020-07-30T14:51:09.425" v="527" actId="790"/>
          <ac:spMkLst>
            <pc:docMk/>
            <pc:sldMk cId="2355032481" sldId="417"/>
            <ac:spMk id="3" creationId="{4D7205BD-E250-4FBA-9976-ABEA5EFED526}"/>
          </ac:spMkLst>
        </pc:spChg>
        <pc:spChg chg="add del mod">
          <ac:chgData name="Clayton Silva" userId="29ef9a7b83f2ddc4" providerId="LiveId" clId="{B2F7C288-D1D5-45D8-9DC9-1958CA3DBFCC}" dt="2020-07-30T14:47:44.015" v="493"/>
          <ac:spMkLst>
            <pc:docMk/>
            <pc:sldMk cId="2355032481" sldId="417"/>
            <ac:spMk id="4" creationId="{83410E01-D0E3-44BE-87FB-09A64066905A}"/>
          </ac:spMkLst>
        </pc:spChg>
        <pc:spChg chg="add mod">
          <ac:chgData name="Clayton Silva" userId="29ef9a7b83f2ddc4" providerId="LiveId" clId="{B2F7C288-D1D5-45D8-9DC9-1958CA3DBFCC}" dt="2020-07-30T14:50:41.232" v="526" actId="14100"/>
          <ac:spMkLst>
            <pc:docMk/>
            <pc:sldMk cId="2355032481" sldId="417"/>
            <ac:spMk id="5" creationId="{69B0BC06-66CC-4DAD-A3CB-1B86D8C47877}"/>
          </ac:spMkLst>
        </pc:spChg>
        <pc:spChg chg="add">
          <ac:chgData name="Clayton Silva" userId="29ef9a7b83f2ddc4" providerId="LiveId" clId="{B2F7C288-D1D5-45D8-9DC9-1958CA3DBFCC}" dt="2020-07-30T14:49:38.710" v="503" actId="26606"/>
          <ac:spMkLst>
            <pc:docMk/>
            <pc:sldMk cId="2355032481" sldId="417"/>
            <ac:spMk id="9" creationId="{6B3BAD04-E614-4C16-8360-019FCF0045AC}"/>
          </ac:spMkLst>
        </pc:spChg>
        <pc:spChg chg="add del">
          <ac:chgData name="Clayton Silva" userId="29ef9a7b83f2ddc4" providerId="LiveId" clId="{B2F7C288-D1D5-45D8-9DC9-1958CA3DBFCC}" dt="2020-07-30T14:49:30.506" v="502" actId="26606"/>
          <ac:spMkLst>
            <pc:docMk/>
            <pc:sldMk cId="2355032481" sldId="417"/>
            <ac:spMk id="11" creationId="{5A59F003-E00A-43F9-91DC-CC54E3B87466}"/>
          </ac:spMkLst>
        </pc:spChg>
        <pc:spChg chg="add del">
          <ac:chgData name="Clayton Silva" userId="29ef9a7b83f2ddc4" providerId="LiveId" clId="{B2F7C288-D1D5-45D8-9DC9-1958CA3DBFCC}" dt="2020-07-30T14:49:30.506" v="502" actId="26606"/>
          <ac:spMkLst>
            <pc:docMk/>
            <pc:sldMk cId="2355032481" sldId="417"/>
            <ac:spMk id="13" creationId="{D74A4382-E3AD-430A-9A1F-DFA3E0E77A7D}"/>
          </ac:spMkLst>
        </pc:spChg>
        <pc:spChg chg="add del">
          <ac:chgData name="Clayton Silva" userId="29ef9a7b83f2ddc4" providerId="LiveId" clId="{B2F7C288-D1D5-45D8-9DC9-1958CA3DBFCC}" dt="2020-07-30T14:49:30.506" v="502" actId="26606"/>
          <ac:spMkLst>
            <pc:docMk/>
            <pc:sldMk cId="2355032481" sldId="417"/>
            <ac:spMk id="15" creationId="{79F40191-0F44-4FD1-82CC-ACB507C14BE6}"/>
          </ac:spMkLst>
        </pc:spChg>
        <pc:picChg chg="add del mod">
          <ac:chgData name="Clayton Silva" userId="29ef9a7b83f2ddc4" providerId="LiveId" clId="{B2F7C288-D1D5-45D8-9DC9-1958CA3DBFCC}" dt="2020-07-30T14:49:30.506" v="502" actId="26606"/>
          <ac:picMkLst>
            <pc:docMk/>
            <pc:sldMk cId="2355032481" sldId="417"/>
            <ac:picMk id="7" creationId="{7F54E383-772D-4EFC-B86A-0EA6686678FE}"/>
          </ac:picMkLst>
        </pc:picChg>
        <pc:picChg chg="add">
          <ac:chgData name="Clayton Silva" userId="29ef9a7b83f2ddc4" providerId="LiveId" clId="{B2F7C288-D1D5-45D8-9DC9-1958CA3DBFCC}" dt="2020-07-30T14:49:38.710" v="503" actId="26606"/>
          <ac:picMkLst>
            <pc:docMk/>
            <pc:sldMk cId="2355032481" sldId="417"/>
            <ac:picMk id="8" creationId="{F7DC19E8-30BA-48DE-9DA9-1592B97C4991}"/>
          </ac:picMkLst>
        </pc:picChg>
      </pc:sldChg>
      <pc:sldChg chg="addSp delSp modSp new mod setBg modClrScheme chgLayout">
        <pc:chgData name="Clayton Silva" userId="29ef9a7b83f2ddc4" providerId="LiveId" clId="{B2F7C288-D1D5-45D8-9DC9-1958CA3DBFCC}" dt="2020-07-30T15:16:39.964" v="678" actId="790"/>
        <pc:sldMkLst>
          <pc:docMk/>
          <pc:sldMk cId="3426753064" sldId="418"/>
        </pc:sldMkLst>
        <pc:spChg chg="del mod ord">
          <ac:chgData name="Clayton Silva" userId="29ef9a7b83f2ddc4" providerId="LiveId" clId="{B2F7C288-D1D5-45D8-9DC9-1958CA3DBFCC}" dt="2020-07-30T15:10:37.547" v="609" actId="478"/>
          <ac:spMkLst>
            <pc:docMk/>
            <pc:sldMk cId="3426753064" sldId="418"/>
            <ac:spMk id="2" creationId="{BABB5969-1F9D-40EB-8CBA-8EF09A344AB4}"/>
          </ac:spMkLst>
        </pc:spChg>
        <pc:spChg chg="add mod ord">
          <ac:chgData name="Clayton Silva" userId="29ef9a7b83f2ddc4" providerId="LiveId" clId="{B2F7C288-D1D5-45D8-9DC9-1958CA3DBFCC}" dt="2020-07-30T15:16:39.964" v="678" actId="790"/>
          <ac:spMkLst>
            <pc:docMk/>
            <pc:sldMk cId="3426753064" sldId="418"/>
            <ac:spMk id="3" creationId="{70F99570-22D6-4336-A888-97F721ED277F}"/>
          </ac:spMkLst>
        </pc:spChg>
        <pc:spChg chg="add del mod ord">
          <ac:chgData name="Clayton Silva" userId="29ef9a7b83f2ddc4" providerId="LiveId" clId="{B2F7C288-D1D5-45D8-9DC9-1958CA3DBFCC}" dt="2020-07-30T14:52:50.370" v="547" actId="478"/>
          <ac:spMkLst>
            <pc:docMk/>
            <pc:sldMk cId="3426753064" sldId="418"/>
            <ac:spMk id="4" creationId="{821171D3-A93D-4A59-9D66-36B84D339A2F}"/>
          </ac:spMkLst>
        </pc:spChg>
        <pc:spChg chg="add">
          <ac:chgData name="Clayton Silva" userId="29ef9a7b83f2ddc4" providerId="LiveId" clId="{B2F7C288-D1D5-45D8-9DC9-1958CA3DBFCC}" dt="2020-07-30T15:03:23.865" v="579" actId="26606"/>
          <ac:spMkLst>
            <pc:docMk/>
            <pc:sldMk cId="3426753064" sldId="418"/>
            <ac:spMk id="12" creationId="{D4771268-CB57-404A-9271-370EB28F6090}"/>
          </ac:spMkLst>
        </pc:spChg>
        <pc:graphicFrameChg chg="del mod">
          <ac:chgData name="Clayton Silva" userId="29ef9a7b83f2ddc4" providerId="LiveId" clId="{B2F7C288-D1D5-45D8-9DC9-1958CA3DBFCC}" dt="2020-07-30T14:57:46.540" v="566" actId="478"/>
          <ac:graphicFrameMkLst>
            <pc:docMk/>
            <pc:sldMk cId="3426753064" sldId="418"/>
            <ac:graphicFrameMk id="6" creationId="{22F084FE-46D0-4111-AD8F-35556F98803C}"/>
          </ac:graphicFrameMkLst>
        </pc:graphicFrameChg>
        <pc:picChg chg="add del mod">
          <ac:chgData name="Clayton Silva" userId="29ef9a7b83f2ddc4" providerId="LiveId" clId="{B2F7C288-D1D5-45D8-9DC9-1958CA3DBFCC}" dt="2020-07-30T14:54:14.452" v="562" actId="478"/>
          <ac:picMkLst>
            <pc:docMk/>
            <pc:sldMk cId="3426753064" sldId="418"/>
            <ac:picMk id="5" creationId="{30672618-5852-4FE4-9722-F083ACA56812}"/>
          </ac:picMkLst>
        </pc:picChg>
        <pc:picChg chg="add del mod">
          <ac:chgData name="Clayton Silva" userId="29ef9a7b83f2ddc4" providerId="LiveId" clId="{B2F7C288-D1D5-45D8-9DC9-1958CA3DBFCC}" dt="2020-07-30T15:10:07.462" v="585" actId="478"/>
          <ac:picMkLst>
            <pc:docMk/>
            <pc:sldMk cId="3426753064" sldId="418"/>
            <ac:picMk id="7" creationId="{79E4D149-9502-42E7-9E5F-0E080A2759DE}"/>
          </ac:picMkLst>
        </pc:picChg>
        <pc:picChg chg="add mod">
          <ac:chgData name="Clayton Silva" userId="29ef9a7b83f2ddc4" providerId="LiveId" clId="{B2F7C288-D1D5-45D8-9DC9-1958CA3DBFCC}" dt="2020-07-30T15:10:30.392" v="608" actId="1038"/>
          <ac:picMkLst>
            <pc:docMk/>
            <pc:sldMk cId="3426753064" sldId="418"/>
            <ac:picMk id="9" creationId="{7131A2A6-BF00-40C4-B200-32199C489B3A}"/>
          </ac:picMkLst>
        </pc:picChg>
      </pc:sldChg>
      <pc:sldChg chg="addSp delSp modSp new mod ord modClrScheme chgLayout">
        <pc:chgData name="Clayton Silva" userId="29ef9a7b83f2ddc4" providerId="LiveId" clId="{B2F7C288-D1D5-45D8-9DC9-1958CA3DBFCC}" dt="2020-07-30T15:16:04.765" v="664"/>
        <pc:sldMkLst>
          <pc:docMk/>
          <pc:sldMk cId="3243516949" sldId="419"/>
        </pc:sldMkLst>
        <pc:spChg chg="mod ord">
          <ac:chgData name="Clayton Silva" userId="29ef9a7b83f2ddc4" providerId="LiveId" clId="{B2F7C288-D1D5-45D8-9DC9-1958CA3DBFCC}" dt="2020-07-30T15:12:30.991" v="611" actId="700"/>
          <ac:spMkLst>
            <pc:docMk/>
            <pc:sldMk cId="3243516949" sldId="419"/>
            <ac:spMk id="2" creationId="{55995A5A-C660-4EC1-842F-96189A2EBE7F}"/>
          </ac:spMkLst>
        </pc:spChg>
        <pc:spChg chg="add mod ord">
          <ac:chgData name="Clayton Silva" userId="29ef9a7b83f2ddc4" providerId="LiveId" clId="{B2F7C288-D1D5-45D8-9DC9-1958CA3DBFCC}" dt="2020-07-30T15:12:54.978" v="657" actId="20577"/>
          <ac:spMkLst>
            <pc:docMk/>
            <pc:sldMk cId="3243516949" sldId="419"/>
            <ac:spMk id="3" creationId="{158927E9-2B19-450F-81CD-628DA3DFC52F}"/>
          </ac:spMkLst>
        </pc:spChg>
        <pc:spChg chg="add del mod ord">
          <ac:chgData name="Clayton Silva" userId="29ef9a7b83f2ddc4" providerId="LiveId" clId="{B2F7C288-D1D5-45D8-9DC9-1958CA3DBFCC}" dt="2020-07-30T15:12:58.623" v="658" actId="478"/>
          <ac:spMkLst>
            <pc:docMk/>
            <pc:sldMk cId="3243516949" sldId="419"/>
            <ac:spMk id="4" creationId="{ADA62088-5DC7-4B5F-ACF6-ADE6B8B803A6}"/>
          </ac:spMkLst>
        </pc:spChg>
        <pc:picChg chg="add mod">
          <ac:chgData name="Clayton Silva" userId="29ef9a7b83f2ddc4" providerId="LiveId" clId="{B2F7C288-D1D5-45D8-9DC9-1958CA3DBFCC}" dt="2020-07-30T15:13:11.856" v="662" actId="1076"/>
          <ac:picMkLst>
            <pc:docMk/>
            <pc:sldMk cId="3243516949" sldId="419"/>
            <ac:picMk id="5" creationId="{94B50F38-805A-44F4-A179-9E0F39DE357E}"/>
          </ac:picMkLst>
        </pc:picChg>
      </pc:sldChg>
      <pc:sldChg chg="addSp delSp modSp add mod">
        <pc:chgData name="Clayton Silva" userId="29ef9a7b83f2ddc4" providerId="LiveId" clId="{B2F7C288-D1D5-45D8-9DC9-1958CA3DBFCC}" dt="2020-07-30T15:21:26.221" v="706" actId="1038"/>
        <pc:sldMkLst>
          <pc:docMk/>
          <pc:sldMk cId="1224781204" sldId="420"/>
        </pc:sldMkLst>
        <pc:spChg chg="mod">
          <ac:chgData name="Clayton Silva" userId="29ef9a7b83f2ddc4" providerId="LiveId" clId="{B2F7C288-D1D5-45D8-9DC9-1958CA3DBFCC}" dt="2020-07-30T15:16:53.422" v="685" actId="6549"/>
          <ac:spMkLst>
            <pc:docMk/>
            <pc:sldMk cId="1224781204" sldId="420"/>
            <ac:spMk id="3" creationId="{70F99570-22D6-4336-A888-97F721ED277F}"/>
          </ac:spMkLst>
        </pc:spChg>
        <pc:picChg chg="add mod">
          <ac:chgData name="Clayton Silva" userId="29ef9a7b83f2ddc4" providerId="LiveId" clId="{B2F7C288-D1D5-45D8-9DC9-1958CA3DBFCC}" dt="2020-07-30T15:21:26.221" v="706" actId="1038"/>
          <ac:picMkLst>
            <pc:docMk/>
            <pc:sldMk cId="1224781204" sldId="420"/>
            <ac:picMk id="4" creationId="{B5E93D6C-AC98-40CC-BA9D-7F5EC8829741}"/>
          </ac:picMkLst>
        </pc:picChg>
        <pc:picChg chg="add del mod">
          <ac:chgData name="Clayton Silva" userId="29ef9a7b83f2ddc4" providerId="LiveId" clId="{B2F7C288-D1D5-45D8-9DC9-1958CA3DBFCC}" dt="2020-07-30T15:21:09.035" v="690" actId="478"/>
          <ac:picMkLst>
            <pc:docMk/>
            <pc:sldMk cId="1224781204" sldId="420"/>
            <ac:picMk id="5" creationId="{73FD1D17-BF63-4193-ACE2-AEE4E2FD45FC}"/>
          </ac:picMkLst>
        </pc:picChg>
        <pc:picChg chg="del">
          <ac:chgData name="Clayton Silva" userId="29ef9a7b83f2ddc4" providerId="LiveId" clId="{B2F7C288-D1D5-45D8-9DC9-1958CA3DBFCC}" dt="2020-07-30T15:16:56.866" v="686" actId="478"/>
          <ac:picMkLst>
            <pc:docMk/>
            <pc:sldMk cId="1224781204" sldId="420"/>
            <ac:picMk id="9" creationId="{7131A2A6-BF00-40C4-B200-32199C489B3A}"/>
          </ac:picMkLst>
        </pc:picChg>
      </pc:sldChg>
      <pc:sldChg chg="addSp delSp modSp new mod setBg">
        <pc:chgData name="Clayton Silva" userId="29ef9a7b83f2ddc4" providerId="LiveId" clId="{B2F7C288-D1D5-45D8-9DC9-1958CA3DBFCC}" dt="2020-07-30T15:51:29.934" v="855" actId="1076"/>
        <pc:sldMkLst>
          <pc:docMk/>
          <pc:sldMk cId="1864478780" sldId="421"/>
        </pc:sldMkLst>
        <pc:spChg chg="del mod ord">
          <ac:chgData name="Clayton Silva" userId="29ef9a7b83f2ddc4" providerId="LiveId" clId="{B2F7C288-D1D5-45D8-9DC9-1958CA3DBFCC}" dt="2020-07-30T15:40:24.027" v="778" actId="478"/>
          <ac:spMkLst>
            <pc:docMk/>
            <pc:sldMk cId="1864478780" sldId="421"/>
            <ac:spMk id="2" creationId="{A0793230-A153-4F8F-8E08-F8FF0E6F8D0F}"/>
          </ac:spMkLst>
        </pc:spChg>
        <pc:spChg chg="add mod">
          <ac:chgData name="Clayton Silva" userId="29ef9a7b83f2ddc4" providerId="LiveId" clId="{B2F7C288-D1D5-45D8-9DC9-1958CA3DBFCC}" dt="2020-07-30T15:32:11.117" v="770" actId="26606"/>
          <ac:spMkLst>
            <pc:docMk/>
            <pc:sldMk cId="1864478780" sldId="421"/>
            <ac:spMk id="3" creationId="{9F47ECBA-C4A7-4131-BB3F-B81BF8FCDFC6}"/>
          </ac:spMkLst>
        </pc:spChg>
        <pc:spChg chg="add">
          <ac:chgData name="Clayton Silva" userId="29ef9a7b83f2ddc4" providerId="LiveId" clId="{B2F7C288-D1D5-45D8-9DC9-1958CA3DBFCC}" dt="2020-07-30T15:32:11.117" v="770" actId="26606"/>
          <ac:spMkLst>
            <pc:docMk/>
            <pc:sldMk cId="1864478780" sldId="421"/>
            <ac:spMk id="8" creationId="{FFD48BC7-DC40-47DE-87EE-9F4B6ECB9ABB}"/>
          </ac:spMkLst>
        </pc:spChg>
        <pc:spChg chg="add">
          <ac:chgData name="Clayton Silva" userId="29ef9a7b83f2ddc4" providerId="LiveId" clId="{B2F7C288-D1D5-45D8-9DC9-1958CA3DBFCC}" dt="2020-07-30T15:32:11.117" v="770" actId="26606"/>
          <ac:spMkLst>
            <pc:docMk/>
            <pc:sldMk cId="1864478780" sldId="421"/>
            <ac:spMk id="10" creationId="{E502BBC7-2C76-46F3-BC24-5985BC13DB88}"/>
          </ac:spMkLst>
        </pc:spChg>
        <pc:spChg chg="add">
          <ac:chgData name="Clayton Silva" userId="29ef9a7b83f2ddc4" providerId="LiveId" clId="{B2F7C288-D1D5-45D8-9DC9-1958CA3DBFCC}" dt="2020-07-30T15:32:11.117" v="770" actId="26606"/>
          <ac:spMkLst>
            <pc:docMk/>
            <pc:sldMk cId="1864478780" sldId="421"/>
            <ac:spMk id="12" creationId="{C7F28D52-2A5F-4D23-81AE-7CB8B591C7AF}"/>
          </ac:spMkLst>
        </pc:spChg>
        <pc:spChg chg="add">
          <ac:chgData name="Clayton Silva" userId="29ef9a7b83f2ddc4" providerId="LiveId" clId="{B2F7C288-D1D5-45D8-9DC9-1958CA3DBFCC}" dt="2020-07-30T15:32:11.117" v="770" actId="26606"/>
          <ac:spMkLst>
            <pc:docMk/>
            <pc:sldMk cId="1864478780" sldId="421"/>
            <ac:spMk id="14" creationId="{3629484E-3792-4B3D-89AD-7C8A1ED0E0D4}"/>
          </ac:spMkLst>
        </pc:spChg>
        <pc:picChg chg="add mod">
          <ac:chgData name="Clayton Silva" userId="29ef9a7b83f2ddc4" providerId="LiveId" clId="{B2F7C288-D1D5-45D8-9DC9-1958CA3DBFCC}" dt="2020-07-30T15:40:32.517" v="814" actId="1038"/>
          <ac:picMkLst>
            <pc:docMk/>
            <pc:sldMk cId="1864478780" sldId="421"/>
            <ac:picMk id="5" creationId="{6E7025CA-DC88-432E-9919-9F2F200D1DC2}"/>
          </ac:picMkLst>
        </pc:picChg>
        <pc:picChg chg="add mod">
          <ac:chgData name="Clayton Silva" userId="29ef9a7b83f2ddc4" providerId="LiveId" clId="{B2F7C288-D1D5-45D8-9DC9-1958CA3DBFCC}" dt="2020-07-30T15:51:25.180" v="854" actId="1076"/>
          <ac:picMkLst>
            <pc:docMk/>
            <pc:sldMk cId="1864478780" sldId="421"/>
            <ac:picMk id="7" creationId="{F80CF538-8EA5-4395-9C0B-E18BA7CE4E23}"/>
          </ac:picMkLst>
        </pc:picChg>
        <pc:picChg chg="add mod">
          <ac:chgData name="Clayton Silva" userId="29ef9a7b83f2ddc4" providerId="LiveId" clId="{B2F7C288-D1D5-45D8-9DC9-1958CA3DBFCC}" dt="2020-07-30T15:51:29.934" v="855" actId="1076"/>
          <ac:picMkLst>
            <pc:docMk/>
            <pc:sldMk cId="1864478780" sldId="421"/>
            <ac:picMk id="11" creationId="{AE9669A4-8235-41DF-91F2-210F69D98F7F}"/>
          </ac:picMkLst>
        </pc:picChg>
        <pc:picChg chg="add mod">
          <ac:chgData name="Clayton Silva" userId="29ef9a7b83f2ddc4" providerId="LiveId" clId="{B2F7C288-D1D5-45D8-9DC9-1958CA3DBFCC}" dt="2020-07-30T15:49:33.464" v="851"/>
          <ac:picMkLst>
            <pc:docMk/>
            <pc:sldMk cId="1864478780" sldId="421"/>
            <ac:picMk id="15" creationId="{92674E71-87CC-4763-8DCA-CFA675B38E65}"/>
          </ac:picMkLst>
        </pc:picChg>
        <pc:picChg chg="add mod">
          <ac:chgData name="Clayton Silva" userId="29ef9a7b83f2ddc4" providerId="LiveId" clId="{B2F7C288-D1D5-45D8-9DC9-1958CA3DBFCC}" dt="2020-07-30T15:51:20.954" v="853" actId="1076"/>
          <ac:picMkLst>
            <pc:docMk/>
            <pc:sldMk cId="1864478780" sldId="421"/>
            <ac:picMk id="17" creationId="{335B2B76-C5A2-4240-B477-E5F8EC520FC7}"/>
          </ac:picMkLst>
        </pc:picChg>
      </pc:sldChg>
      <pc:sldChg chg="addSp delSp modSp new mod">
        <pc:chgData name="Clayton Silva" userId="29ef9a7b83f2ddc4" providerId="LiveId" clId="{B2F7C288-D1D5-45D8-9DC9-1958CA3DBFCC}" dt="2020-07-30T15:56:09.937" v="906" actId="1076"/>
        <pc:sldMkLst>
          <pc:docMk/>
          <pc:sldMk cId="1024398529" sldId="422"/>
        </pc:sldMkLst>
        <pc:spChg chg="del">
          <ac:chgData name="Clayton Silva" userId="29ef9a7b83f2ddc4" providerId="LiveId" clId="{B2F7C288-D1D5-45D8-9DC9-1958CA3DBFCC}" dt="2020-07-30T15:54:43.510" v="864" actId="478"/>
          <ac:spMkLst>
            <pc:docMk/>
            <pc:sldMk cId="1024398529" sldId="422"/>
            <ac:spMk id="2" creationId="{FEF85716-7C56-49A8-86EC-0FAEFC4DA281}"/>
          </ac:spMkLst>
        </pc:spChg>
        <pc:spChg chg="add del mod">
          <ac:chgData name="Clayton Silva" userId="29ef9a7b83f2ddc4" providerId="LiveId" clId="{B2F7C288-D1D5-45D8-9DC9-1958CA3DBFCC}" dt="2020-07-30T15:54:20.743" v="859" actId="478"/>
          <ac:spMkLst>
            <pc:docMk/>
            <pc:sldMk cId="1024398529" sldId="422"/>
            <ac:spMk id="3" creationId="{BFBFE152-AFC4-4246-AE06-3999BB41CAD1}"/>
          </ac:spMkLst>
        </pc:spChg>
        <pc:spChg chg="add del">
          <ac:chgData name="Clayton Silva" userId="29ef9a7b83f2ddc4" providerId="LiveId" clId="{B2F7C288-D1D5-45D8-9DC9-1958CA3DBFCC}" dt="2020-07-30T15:54:30.152" v="861" actId="478"/>
          <ac:spMkLst>
            <pc:docMk/>
            <pc:sldMk cId="1024398529" sldId="422"/>
            <ac:spMk id="5" creationId="{409452DC-8DAF-4816-9D4C-76E3B66A12CA}"/>
          </ac:spMkLst>
        </pc:spChg>
        <pc:spChg chg="add mod">
          <ac:chgData name="Clayton Silva" userId="29ef9a7b83f2ddc4" providerId="LiveId" clId="{B2F7C288-D1D5-45D8-9DC9-1958CA3DBFCC}" dt="2020-07-30T15:56:09.937" v="906" actId="1076"/>
          <ac:spMkLst>
            <pc:docMk/>
            <pc:sldMk cId="1024398529" sldId="422"/>
            <ac:spMk id="7" creationId="{19C6B0EC-34D3-4977-A0C6-B392A6ED7E8B}"/>
          </ac:spMkLst>
        </pc:spChg>
        <pc:graphicFrameChg chg="add del mod">
          <ac:chgData name="Clayton Silva" userId="29ef9a7b83f2ddc4" providerId="LiveId" clId="{B2F7C288-D1D5-45D8-9DC9-1958CA3DBFCC}" dt="2020-07-30T15:54:20.743" v="859" actId="478"/>
          <ac:graphicFrameMkLst>
            <pc:docMk/>
            <pc:sldMk cId="1024398529" sldId="422"/>
            <ac:graphicFrameMk id="4" creationId="{AA3F6979-89AE-411A-B950-0A5C6B609CA1}"/>
          </ac:graphicFrameMkLst>
        </pc:graphicFrameChg>
        <pc:graphicFrameChg chg="add mod">
          <ac:chgData name="Clayton Silva" userId="29ef9a7b83f2ddc4" providerId="LiveId" clId="{B2F7C288-D1D5-45D8-9DC9-1958CA3DBFCC}" dt="2020-07-30T15:56:01.598" v="902" actId="1076"/>
          <ac:graphicFrameMkLst>
            <pc:docMk/>
            <pc:sldMk cId="1024398529" sldId="422"/>
            <ac:graphicFrameMk id="6" creationId="{143B3F36-0FA3-4333-9276-E79F3E6ECDA2}"/>
          </ac:graphicFrameMkLst>
        </pc:graphicFrameChg>
      </pc:sldChg>
    </pc:docChg>
  </pc:docChgLst>
  <pc:docChgLst>
    <pc:chgData name="Clayton Silva" userId="29ef9a7b83f2ddc4" providerId="LiveId" clId="{CD30AD5C-12E7-4019-B905-FB4BF41BDCE4}"/>
    <pc:docChg chg="undo custSel addSld delSld modSld sldOrd">
      <pc:chgData name="Clayton Silva" userId="29ef9a7b83f2ddc4" providerId="LiveId" clId="{CD30AD5C-12E7-4019-B905-FB4BF41BDCE4}" dt="2024-10-22T02:14:28.069" v="4225" actId="47"/>
      <pc:docMkLst>
        <pc:docMk/>
      </pc:docMkLst>
      <pc:sldChg chg="addSp delSp modSp mod">
        <pc:chgData name="Clayton Silva" userId="29ef9a7b83f2ddc4" providerId="LiveId" clId="{CD30AD5C-12E7-4019-B905-FB4BF41BDCE4}" dt="2024-10-22T01:55:00.327" v="3889" actId="27636"/>
        <pc:sldMkLst>
          <pc:docMk/>
          <pc:sldMk cId="1501597433" sldId="485"/>
        </pc:sldMkLst>
        <pc:spChg chg="del">
          <ac:chgData name="Clayton Silva" userId="29ef9a7b83f2ddc4" providerId="LiveId" clId="{CD30AD5C-12E7-4019-B905-FB4BF41BDCE4}" dt="2024-10-22T01:54:20.712" v="3849" actId="478"/>
          <ac:spMkLst>
            <pc:docMk/>
            <pc:sldMk cId="1501597433" sldId="485"/>
            <ac:spMk id="3" creationId="{432E7860-C548-4541-BFD3-1FA02EFFB607}"/>
          </ac:spMkLst>
        </pc:spChg>
        <pc:spChg chg="add mod">
          <ac:chgData name="Clayton Silva" userId="29ef9a7b83f2ddc4" providerId="LiveId" clId="{CD30AD5C-12E7-4019-B905-FB4BF41BDCE4}" dt="2024-10-22T01:55:00.327" v="3889" actId="27636"/>
          <ac:spMkLst>
            <pc:docMk/>
            <pc:sldMk cId="1501597433" sldId="485"/>
            <ac:spMk id="9" creationId="{54C104CF-AC60-AAED-03EA-3C990577FFA9}"/>
          </ac:spMkLst>
        </pc:spChg>
      </pc:sldChg>
      <pc:sldChg chg="delSp add setBg delDesignElem">
        <pc:chgData name="Clayton Silva" userId="29ef9a7b83f2ddc4" providerId="LiveId" clId="{CD30AD5C-12E7-4019-B905-FB4BF41BDCE4}" dt="2024-10-22T01:55:45.741" v="3893"/>
        <pc:sldMkLst>
          <pc:docMk/>
          <pc:sldMk cId="3324034660" sldId="491"/>
        </pc:sldMkLst>
        <pc:spChg chg="del">
          <ac:chgData name="Clayton Silva" userId="29ef9a7b83f2ddc4" providerId="LiveId" clId="{CD30AD5C-12E7-4019-B905-FB4BF41BDCE4}" dt="2024-10-22T01:55:45.741" v="3893"/>
          <ac:spMkLst>
            <pc:docMk/>
            <pc:sldMk cId="3324034660" sldId="491"/>
            <ac:spMk id="9" creationId="{6753252F-4873-4F63-801D-CC719279A7D5}"/>
          </ac:spMkLst>
        </pc:spChg>
        <pc:spChg chg="del">
          <ac:chgData name="Clayton Silva" userId="29ef9a7b83f2ddc4" providerId="LiveId" clId="{CD30AD5C-12E7-4019-B905-FB4BF41BDCE4}" dt="2024-10-22T01:55:45.741" v="3893"/>
          <ac:spMkLst>
            <pc:docMk/>
            <pc:sldMk cId="3324034660" sldId="491"/>
            <ac:spMk id="11" creationId="{047C8CCB-F95D-4249-92DD-651249D3535A}"/>
          </ac:spMkLst>
        </pc:spChg>
      </pc:sldChg>
      <pc:sldChg chg="delSp add setBg delDesignElem">
        <pc:chgData name="Clayton Silva" userId="29ef9a7b83f2ddc4" providerId="LiveId" clId="{CD30AD5C-12E7-4019-B905-FB4BF41BDCE4}" dt="2024-10-22T02:13:18.064" v="4223"/>
        <pc:sldMkLst>
          <pc:docMk/>
          <pc:sldMk cId="2614266852" sldId="500"/>
        </pc:sldMkLst>
        <pc:spChg chg="del">
          <ac:chgData name="Clayton Silva" userId="29ef9a7b83f2ddc4" providerId="LiveId" clId="{CD30AD5C-12E7-4019-B905-FB4BF41BDCE4}" dt="2024-10-22T02:13:18.064" v="4223"/>
          <ac:spMkLst>
            <pc:docMk/>
            <pc:sldMk cId="2614266852" sldId="500"/>
            <ac:spMk id="10" creationId="{867D4867-5BA7-4462-B2F6-A23F4A622AA7}"/>
          </ac:spMkLst>
        </pc:spChg>
      </pc:sldChg>
      <pc:sldChg chg="delSp modSp add mod setBg delDesignElem">
        <pc:chgData name="Clayton Silva" userId="29ef9a7b83f2ddc4" providerId="LiveId" clId="{CD30AD5C-12E7-4019-B905-FB4BF41BDCE4}" dt="2024-10-22T02:13:51.880" v="4224" actId="207"/>
        <pc:sldMkLst>
          <pc:docMk/>
          <pc:sldMk cId="667232601" sldId="501"/>
        </pc:sldMkLst>
        <pc:spChg chg="mod">
          <ac:chgData name="Clayton Silva" userId="29ef9a7b83f2ddc4" providerId="LiveId" clId="{CD30AD5C-12E7-4019-B905-FB4BF41BDCE4}" dt="2024-10-22T02:13:51.880" v="4224" actId="207"/>
          <ac:spMkLst>
            <pc:docMk/>
            <pc:sldMk cId="667232601" sldId="501"/>
            <ac:spMk id="3" creationId="{24848DD9-FE4D-497E-9DAB-30323639D2DF}"/>
          </ac:spMkLst>
        </pc:spChg>
        <pc:spChg chg="del">
          <ac:chgData name="Clayton Silva" userId="29ef9a7b83f2ddc4" providerId="LiveId" clId="{CD30AD5C-12E7-4019-B905-FB4BF41BDCE4}" dt="2024-10-22T02:13:18.064" v="4223"/>
          <ac:spMkLst>
            <pc:docMk/>
            <pc:sldMk cId="667232601" sldId="501"/>
            <ac:spMk id="10" creationId="{867D4867-5BA7-4462-B2F6-A23F4A622AA7}"/>
          </ac:spMkLst>
        </pc:spChg>
      </pc:sldChg>
      <pc:sldChg chg="modSp mod">
        <pc:chgData name="Clayton Silva" userId="29ef9a7b83f2ddc4" providerId="LiveId" clId="{CD30AD5C-12E7-4019-B905-FB4BF41BDCE4}" dt="2024-10-22T00:15:17.837" v="1329" actId="113"/>
        <pc:sldMkLst>
          <pc:docMk/>
          <pc:sldMk cId="2774926086" sldId="633"/>
        </pc:sldMkLst>
        <pc:spChg chg="mod">
          <ac:chgData name="Clayton Silva" userId="29ef9a7b83f2ddc4" providerId="LiveId" clId="{CD30AD5C-12E7-4019-B905-FB4BF41BDCE4}" dt="2024-10-21T23:57:22.214" v="423" actId="6549"/>
          <ac:spMkLst>
            <pc:docMk/>
            <pc:sldMk cId="2774926086" sldId="633"/>
            <ac:spMk id="2" creationId="{9CF32A0B-47EF-E3B0-BAEF-C27A61E24313}"/>
          </ac:spMkLst>
        </pc:spChg>
        <pc:spChg chg="mod">
          <ac:chgData name="Clayton Silva" userId="29ef9a7b83f2ddc4" providerId="LiveId" clId="{CD30AD5C-12E7-4019-B905-FB4BF41BDCE4}" dt="2024-10-22T00:15:17.837" v="1329" actId="113"/>
          <ac:spMkLst>
            <pc:docMk/>
            <pc:sldMk cId="2774926086" sldId="633"/>
            <ac:spMk id="3" creationId="{7A4DF3FA-894E-968E-D8BB-D255C49A23A1}"/>
          </ac:spMkLst>
        </pc:spChg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357445783" sldId="676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4041654187" sldId="677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1252664078" sldId="678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657185017" sldId="679"/>
        </pc:sldMkLst>
      </pc:sldChg>
      <pc:sldChg chg="addSp delSp modSp mod">
        <pc:chgData name="Clayton Silva" userId="29ef9a7b83f2ddc4" providerId="LiveId" clId="{CD30AD5C-12E7-4019-B905-FB4BF41BDCE4}" dt="2024-10-22T02:09:20.183" v="4174" actId="1076"/>
        <pc:sldMkLst>
          <pc:docMk/>
          <pc:sldMk cId="2715660767" sldId="681"/>
        </pc:sldMkLst>
        <pc:spChg chg="mod">
          <ac:chgData name="Clayton Silva" userId="29ef9a7b83f2ddc4" providerId="LiveId" clId="{CD30AD5C-12E7-4019-B905-FB4BF41BDCE4}" dt="2024-10-22T02:09:13.243" v="4172" actId="404"/>
          <ac:spMkLst>
            <pc:docMk/>
            <pc:sldMk cId="2715660767" sldId="681"/>
            <ac:spMk id="2" creationId="{9CF32A0B-47EF-E3B0-BAEF-C27A61E24313}"/>
          </ac:spMkLst>
        </pc:spChg>
        <pc:spChg chg="del">
          <ac:chgData name="Clayton Silva" userId="29ef9a7b83f2ddc4" providerId="LiveId" clId="{CD30AD5C-12E7-4019-B905-FB4BF41BDCE4}" dt="2024-10-22T02:07:37.790" v="4120" actId="478"/>
          <ac:spMkLst>
            <pc:docMk/>
            <pc:sldMk cId="2715660767" sldId="681"/>
            <ac:spMk id="3" creationId="{7A4DF3FA-894E-968E-D8BB-D255C49A23A1}"/>
          </ac:spMkLst>
        </pc:spChg>
        <pc:spChg chg="add del mod">
          <ac:chgData name="Clayton Silva" userId="29ef9a7b83f2ddc4" providerId="LiveId" clId="{CD30AD5C-12E7-4019-B905-FB4BF41BDCE4}" dt="2024-10-22T02:07:40.077" v="4121" actId="478"/>
          <ac:spMkLst>
            <pc:docMk/>
            <pc:sldMk cId="2715660767" sldId="681"/>
            <ac:spMk id="6" creationId="{26253BE0-A833-4143-0AED-21B54234E436}"/>
          </ac:spMkLst>
        </pc:spChg>
        <pc:spChg chg="add del">
          <ac:chgData name="Clayton Silva" userId="29ef9a7b83f2ddc4" providerId="LiveId" clId="{CD30AD5C-12E7-4019-B905-FB4BF41BDCE4}" dt="2024-10-22T02:07:51.876" v="4123" actId="478"/>
          <ac:spMkLst>
            <pc:docMk/>
            <pc:sldMk cId="2715660767" sldId="681"/>
            <ac:spMk id="8" creationId="{5D19914E-3116-3BAD-690F-8408EBC546FD}"/>
          </ac:spMkLst>
        </pc:spChg>
        <pc:picChg chg="add mod modCrop">
          <ac:chgData name="Clayton Silva" userId="29ef9a7b83f2ddc4" providerId="LiveId" clId="{CD30AD5C-12E7-4019-B905-FB4BF41BDCE4}" dt="2024-10-22T02:09:20.183" v="4174" actId="1076"/>
          <ac:picMkLst>
            <pc:docMk/>
            <pc:sldMk cId="2715660767" sldId="681"/>
            <ac:picMk id="10" creationId="{0ABA4173-3540-B98D-8EB7-BD33859F1ABB}"/>
          </ac:picMkLst>
        </pc:picChg>
      </pc:sldChg>
      <pc:sldChg chg="addSp delSp modSp mod">
        <pc:chgData name="Clayton Silva" userId="29ef9a7b83f2ddc4" providerId="LiveId" clId="{CD30AD5C-12E7-4019-B905-FB4BF41BDCE4}" dt="2024-10-22T02:03:42.250" v="4119" actId="207"/>
        <pc:sldMkLst>
          <pc:docMk/>
          <pc:sldMk cId="3469155593" sldId="682"/>
        </pc:sldMkLst>
        <pc:spChg chg="del mod">
          <ac:chgData name="Clayton Silva" userId="29ef9a7b83f2ddc4" providerId="LiveId" clId="{CD30AD5C-12E7-4019-B905-FB4BF41BDCE4}" dt="2024-10-22T02:00:31.419" v="3952" actId="478"/>
          <ac:spMkLst>
            <pc:docMk/>
            <pc:sldMk cId="3469155593" sldId="682"/>
            <ac:spMk id="2" creationId="{9CF32A0B-47EF-E3B0-BAEF-C27A61E24313}"/>
          </ac:spMkLst>
        </pc:spChg>
        <pc:spChg chg="del">
          <ac:chgData name="Clayton Silva" userId="29ef9a7b83f2ddc4" providerId="LiveId" clId="{CD30AD5C-12E7-4019-B905-FB4BF41BDCE4}" dt="2024-10-22T02:00:35.024" v="3953" actId="478"/>
          <ac:spMkLst>
            <pc:docMk/>
            <pc:sldMk cId="3469155593" sldId="682"/>
            <ac:spMk id="3" creationId="{7A4DF3FA-894E-968E-D8BB-D255C49A23A1}"/>
          </ac:spMkLst>
        </pc:spChg>
        <pc:spChg chg="add del mod">
          <ac:chgData name="Clayton Silva" userId="29ef9a7b83f2ddc4" providerId="LiveId" clId="{CD30AD5C-12E7-4019-B905-FB4BF41BDCE4}" dt="2024-10-22T02:00:37.473" v="3954" actId="478"/>
          <ac:spMkLst>
            <pc:docMk/>
            <pc:sldMk cId="3469155593" sldId="682"/>
            <ac:spMk id="6" creationId="{5D042949-9E24-B662-0B28-F6EEC64693EE}"/>
          </ac:spMkLst>
        </pc:spChg>
        <pc:graphicFrameChg chg="add mod modGraphic">
          <ac:chgData name="Clayton Silva" userId="29ef9a7b83f2ddc4" providerId="LiveId" clId="{CD30AD5C-12E7-4019-B905-FB4BF41BDCE4}" dt="2024-10-22T02:03:42.250" v="4119" actId="207"/>
          <ac:graphicFrameMkLst>
            <pc:docMk/>
            <pc:sldMk cId="3469155593" sldId="682"/>
            <ac:graphicFrameMk id="7" creationId="{1FA99B94-2D78-9549-0BEA-41A65D3EE0EF}"/>
          </ac:graphicFrameMkLst>
        </pc:graphicFrameChg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3373299380" sldId="683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2825147860" sldId="684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2610624047" sldId="685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3612252155" sldId="686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2450615767" sldId="687"/>
        </pc:sldMkLst>
      </pc:sldChg>
      <pc:sldChg chg="addSp modSp mod">
        <pc:chgData name="Clayton Silva" userId="29ef9a7b83f2ddc4" providerId="LiveId" clId="{CD30AD5C-12E7-4019-B905-FB4BF41BDCE4}" dt="2024-10-21T23:51:14.905" v="264" actId="1035"/>
        <pc:sldMkLst>
          <pc:docMk/>
          <pc:sldMk cId="4254697087" sldId="688"/>
        </pc:sldMkLst>
        <pc:spChg chg="mod">
          <ac:chgData name="Clayton Silva" userId="29ef9a7b83f2ddc4" providerId="LiveId" clId="{CD30AD5C-12E7-4019-B905-FB4BF41BDCE4}" dt="2024-10-21T23:48:18.187" v="19" actId="20577"/>
          <ac:spMkLst>
            <pc:docMk/>
            <pc:sldMk cId="4254697087" sldId="688"/>
            <ac:spMk id="2" creationId="{1BBD3723-CE05-4EC9-D4FC-7DE643A850B8}"/>
          </ac:spMkLst>
        </pc:spChg>
        <pc:spChg chg="mod">
          <ac:chgData name="Clayton Silva" userId="29ef9a7b83f2ddc4" providerId="LiveId" clId="{CD30AD5C-12E7-4019-B905-FB4BF41BDCE4}" dt="2024-10-21T23:50:39.110" v="221" actId="12"/>
          <ac:spMkLst>
            <pc:docMk/>
            <pc:sldMk cId="4254697087" sldId="688"/>
            <ac:spMk id="3" creationId="{9E5C90CD-98B8-E7BB-6239-E8A9EC5AF544}"/>
          </ac:spMkLst>
        </pc:spChg>
        <pc:spChg chg="add mod">
          <ac:chgData name="Clayton Silva" userId="29ef9a7b83f2ddc4" providerId="LiveId" clId="{CD30AD5C-12E7-4019-B905-FB4BF41BDCE4}" dt="2024-10-21T23:51:14.905" v="264" actId="1035"/>
          <ac:spMkLst>
            <pc:docMk/>
            <pc:sldMk cId="4254697087" sldId="688"/>
            <ac:spMk id="5" creationId="{192D3C76-D349-081A-0428-22ABC0E2F299}"/>
          </ac:spMkLst>
        </pc:spChg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1564519565" sldId="689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1853464887" sldId="690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297295549" sldId="691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341554145" sldId="692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19057194" sldId="693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2702081137" sldId="695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4072990745" sldId="696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4294683225" sldId="697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1685122326" sldId="698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1040578128" sldId="699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3965853113" sldId="700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174081274" sldId="701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4258243127" sldId="702"/>
        </pc:sldMkLst>
      </pc:sldChg>
      <pc:sldChg chg="del">
        <pc:chgData name="Clayton Silva" userId="29ef9a7b83f2ddc4" providerId="LiveId" clId="{CD30AD5C-12E7-4019-B905-FB4BF41BDCE4}" dt="2024-10-22T02:14:28.069" v="4225" actId="47"/>
        <pc:sldMkLst>
          <pc:docMk/>
          <pc:sldMk cId="2135870150" sldId="703"/>
        </pc:sldMkLst>
      </pc:sldChg>
      <pc:sldChg chg="modSp add mod">
        <pc:chgData name="Clayton Silva" userId="29ef9a7b83f2ddc4" providerId="LiveId" clId="{CD30AD5C-12E7-4019-B905-FB4BF41BDCE4}" dt="2024-10-22T00:15:30.085" v="1330" actId="113"/>
        <pc:sldMkLst>
          <pc:docMk/>
          <pc:sldMk cId="3476715532" sldId="704"/>
        </pc:sldMkLst>
        <pc:spChg chg="mod">
          <ac:chgData name="Clayton Silva" userId="29ef9a7b83f2ddc4" providerId="LiveId" clId="{CD30AD5C-12E7-4019-B905-FB4BF41BDCE4}" dt="2024-10-22T00:15:30.085" v="1330" actId="113"/>
          <ac:spMkLst>
            <pc:docMk/>
            <pc:sldMk cId="3476715532" sldId="704"/>
            <ac:spMk id="3" creationId="{0DD8681A-E1A6-5E85-F272-C0852BDD5E5D}"/>
          </ac:spMkLst>
        </pc:spChg>
      </pc:sldChg>
      <pc:sldChg chg="addSp delSp modSp add mod ord">
        <pc:chgData name="Clayton Silva" userId="29ef9a7b83f2ddc4" providerId="LiveId" clId="{CD30AD5C-12E7-4019-B905-FB4BF41BDCE4}" dt="2024-10-22T00:25:13.046" v="1401" actId="113"/>
        <pc:sldMkLst>
          <pc:docMk/>
          <pc:sldMk cId="176947051" sldId="705"/>
        </pc:sldMkLst>
        <pc:spChg chg="mod">
          <ac:chgData name="Clayton Silva" userId="29ef9a7b83f2ddc4" providerId="LiveId" clId="{CD30AD5C-12E7-4019-B905-FB4BF41BDCE4}" dt="2024-10-22T00:25:13.046" v="1401" actId="113"/>
          <ac:spMkLst>
            <pc:docMk/>
            <pc:sldMk cId="176947051" sldId="705"/>
            <ac:spMk id="2" creationId="{1741F836-F980-0BE2-C826-8EAB3219F282}"/>
          </ac:spMkLst>
        </pc:spChg>
        <pc:spChg chg="del">
          <ac:chgData name="Clayton Silva" userId="29ef9a7b83f2ddc4" providerId="LiveId" clId="{CD30AD5C-12E7-4019-B905-FB4BF41BDCE4}" dt="2024-10-22T00:20:50.292" v="1332" actId="478"/>
          <ac:spMkLst>
            <pc:docMk/>
            <pc:sldMk cId="176947051" sldId="705"/>
            <ac:spMk id="3" creationId="{594ADF93-25BE-3B41-75A4-5F99608BEEAF}"/>
          </ac:spMkLst>
        </pc:spChg>
        <pc:spChg chg="del">
          <ac:chgData name="Clayton Silva" userId="29ef9a7b83f2ddc4" providerId="LiveId" clId="{CD30AD5C-12E7-4019-B905-FB4BF41BDCE4}" dt="2024-10-22T00:21:01.600" v="1334" actId="478"/>
          <ac:spMkLst>
            <pc:docMk/>
            <pc:sldMk cId="176947051" sldId="705"/>
            <ac:spMk id="5" creationId="{23DEB74A-0598-4648-9D60-3362E7CBD859}"/>
          </ac:spMkLst>
        </pc:spChg>
        <pc:spChg chg="add del mod">
          <ac:chgData name="Clayton Silva" userId="29ef9a7b83f2ddc4" providerId="LiveId" clId="{CD30AD5C-12E7-4019-B905-FB4BF41BDCE4}" dt="2024-10-22T00:20:57.858" v="1333" actId="478"/>
          <ac:spMkLst>
            <pc:docMk/>
            <pc:sldMk cId="176947051" sldId="705"/>
            <ac:spMk id="7" creationId="{81ADAA41-9155-9470-33FA-8EA94839C81D}"/>
          </ac:spMkLst>
        </pc:spChg>
        <pc:picChg chg="add mod ord">
          <ac:chgData name="Clayton Silva" userId="29ef9a7b83f2ddc4" providerId="LiveId" clId="{CD30AD5C-12E7-4019-B905-FB4BF41BDCE4}" dt="2024-10-22T00:22:14.453" v="1370" actId="1076"/>
          <ac:picMkLst>
            <pc:docMk/>
            <pc:sldMk cId="176947051" sldId="705"/>
            <ac:picMk id="8" creationId="{7BFFECD5-F0F3-0A07-8A60-2BF3F350B4D0}"/>
          </ac:picMkLst>
        </pc:picChg>
      </pc:sldChg>
      <pc:sldChg chg="modSp add mod">
        <pc:chgData name="Clayton Silva" userId="29ef9a7b83f2ddc4" providerId="LiveId" clId="{CD30AD5C-12E7-4019-B905-FB4BF41BDCE4}" dt="2024-10-22T00:35:19.381" v="1984" actId="1037"/>
        <pc:sldMkLst>
          <pc:docMk/>
          <pc:sldMk cId="1071487193" sldId="706"/>
        </pc:sldMkLst>
        <pc:spChg chg="mod">
          <ac:chgData name="Clayton Silva" userId="29ef9a7b83f2ddc4" providerId="LiveId" clId="{CD30AD5C-12E7-4019-B905-FB4BF41BDCE4}" dt="2024-10-22T00:26:17.270" v="1427" actId="20577"/>
          <ac:spMkLst>
            <pc:docMk/>
            <pc:sldMk cId="1071487193" sldId="706"/>
            <ac:spMk id="2" creationId="{25373D15-6700-9488-D03E-0F6C7C866928}"/>
          </ac:spMkLst>
        </pc:spChg>
        <pc:spChg chg="mod">
          <ac:chgData name="Clayton Silva" userId="29ef9a7b83f2ddc4" providerId="LiveId" clId="{CD30AD5C-12E7-4019-B905-FB4BF41BDCE4}" dt="2024-10-22T00:35:10.459" v="1963" actId="255"/>
          <ac:spMkLst>
            <pc:docMk/>
            <pc:sldMk cId="1071487193" sldId="706"/>
            <ac:spMk id="3" creationId="{150095E2-2634-52C8-0C59-197A316A81C1}"/>
          </ac:spMkLst>
        </pc:spChg>
        <pc:spChg chg="mod">
          <ac:chgData name="Clayton Silva" userId="29ef9a7b83f2ddc4" providerId="LiveId" clId="{CD30AD5C-12E7-4019-B905-FB4BF41BDCE4}" dt="2024-10-22T00:35:19.381" v="1984" actId="1037"/>
          <ac:spMkLst>
            <pc:docMk/>
            <pc:sldMk cId="1071487193" sldId="706"/>
            <ac:spMk id="5" creationId="{86040E23-D3CF-C54A-AF86-8CB219C6AEDC}"/>
          </ac:spMkLst>
        </pc:spChg>
      </pc:sldChg>
      <pc:sldChg chg="addSp delSp modSp add mod">
        <pc:chgData name="Clayton Silva" userId="29ef9a7b83f2ddc4" providerId="LiveId" clId="{CD30AD5C-12E7-4019-B905-FB4BF41BDCE4}" dt="2024-10-22T01:37:27.234" v="3702" actId="20577"/>
        <pc:sldMkLst>
          <pc:docMk/>
          <pc:sldMk cId="1037647923" sldId="707"/>
        </pc:sldMkLst>
        <pc:spChg chg="mod">
          <ac:chgData name="Clayton Silva" userId="29ef9a7b83f2ddc4" providerId="LiveId" clId="{CD30AD5C-12E7-4019-B905-FB4BF41BDCE4}" dt="2024-10-22T00:40:46.099" v="2031" actId="20577"/>
          <ac:spMkLst>
            <pc:docMk/>
            <pc:sldMk cId="1037647923" sldId="707"/>
            <ac:spMk id="2" creationId="{0E5F5B41-3F5C-9D88-7226-15B2F76F1E74}"/>
          </ac:spMkLst>
        </pc:spChg>
        <pc:spChg chg="add del mod">
          <ac:chgData name="Clayton Silva" userId="29ef9a7b83f2ddc4" providerId="LiveId" clId="{CD30AD5C-12E7-4019-B905-FB4BF41BDCE4}" dt="2024-10-22T00:52:12.868" v="2179" actId="478"/>
          <ac:spMkLst>
            <pc:docMk/>
            <pc:sldMk cId="1037647923" sldId="707"/>
            <ac:spMk id="3" creationId="{4C6B77E9-7BFE-FC7E-CC39-7F8439AA3FA6}"/>
          </ac:spMkLst>
        </pc:spChg>
        <pc:spChg chg="add mod">
          <ac:chgData name="Clayton Silva" userId="29ef9a7b83f2ddc4" providerId="LiveId" clId="{CD30AD5C-12E7-4019-B905-FB4BF41BDCE4}" dt="2024-10-22T00:51:36.237" v="2173" actId="478"/>
          <ac:spMkLst>
            <pc:docMk/>
            <pc:sldMk cId="1037647923" sldId="707"/>
            <ac:spMk id="5" creationId="{32118DA4-3F0A-F6EC-5947-3E0479DD3051}"/>
          </ac:spMkLst>
        </pc:spChg>
        <pc:spChg chg="add mod">
          <ac:chgData name="Clayton Silva" userId="29ef9a7b83f2ddc4" providerId="LiveId" clId="{CD30AD5C-12E7-4019-B905-FB4BF41BDCE4}" dt="2024-10-22T01:37:27.234" v="3702" actId="20577"/>
          <ac:spMkLst>
            <pc:docMk/>
            <pc:sldMk cId="1037647923" sldId="707"/>
            <ac:spMk id="7" creationId="{4EECF5C7-74FD-9F49-043F-5CA8603A2EFA}"/>
          </ac:spMkLst>
        </pc:spChg>
        <pc:picChg chg="add del mod">
          <ac:chgData name="Clayton Silva" userId="29ef9a7b83f2ddc4" providerId="LiveId" clId="{CD30AD5C-12E7-4019-B905-FB4BF41BDCE4}" dt="2024-10-22T00:53:40.612" v="2188" actId="478"/>
          <ac:picMkLst>
            <pc:docMk/>
            <pc:sldMk cId="1037647923" sldId="707"/>
            <ac:picMk id="1026" creationId="{4E86A485-EE39-0C47-CD96-192237EB8186}"/>
          </ac:picMkLst>
        </pc:picChg>
      </pc:sldChg>
      <pc:sldChg chg="addSp delSp modSp add mod">
        <pc:chgData name="Clayton Silva" userId="29ef9a7b83f2ddc4" providerId="LiveId" clId="{CD30AD5C-12E7-4019-B905-FB4BF41BDCE4}" dt="2024-10-22T00:55:31.531" v="2278" actId="1076"/>
        <pc:sldMkLst>
          <pc:docMk/>
          <pc:sldMk cId="3156535996" sldId="708"/>
        </pc:sldMkLst>
        <pc:spChg chg="mod">
          <ac:chgData name="Clayton Silva" userId="29ef9a7b83f2ddc4" providerId="LiveId" clId="{CD30AD5C-12E7-4019-B905-FB4BF41BDCE4}" dt="2024-10-22T00:55:31.531" v="2278" actId="1076"/>
          <ac:spMkLst>
            <pc:docMk/>
            <pc:sldMk cId="3156535996" sldId="708"/>
            <ac:spMk id="2" creationId="{09A39D60-596C-5753-A74B-BF83E1490BF3}"/>
          </ac:spMkLst>
        </pc:spChg>
        <pc:spChg chg="add del mod">
          <ac:chgData name="Clayton Silva" userId="29ef9a7b83f2ddc4" providerId="LiveId" clId="{CD30AD5C-12E7-4019-B905-FB4BF41BDCE4}" dt="2024-10-22T00:54:48.990" v="2261" actId="478"/>
          <ac:spMkLst>
            <pc:docMk/>
            <pc:sldMk cId="3156535996" sldId="708"/>
            <ac:spMk id="5" creationId="{FF021A83-7B60-B270-B838-64F2FA116663}"/>
          </ac:spMkLst>
        </pc:spChg>
        <pc:spChg chg="del">
          <ac:chgData name="Clayton Silva" userId="29ef9a7b83f2ddc4" providerId="LiveId" clId="{CD30AD5C-12E7-4019-B905-FB4BF41BDCE4}" dt="2024-10-22T00:54:46.306" v="2260" actId="478"/>
          <ac:spMkLst>
            <pc:docMk/>
            <pc:sldMk cId="3156535996" sldId="708"/>
            <ac:spMk id="7" creationId="{F123833F-86B2-4781-A192-82A8AD9FB924}"/>
          </ac:spMkLst>
        </pc:spChg>
        <pc:picChg chg="mod">
          <ac:chgData name="Clayton Silva" userId="29ef9a7b83f2ddc4" providerId="LiveId" clId="{CD30AD5C-12E7-4019-B905-FB4BF41BDCE4}" dt="2024-10-22T00:55:21.308" v="2276" actId="14100"/>
          <ac:picMkLst>
            <pc:docMk/>
            <pc:sldMk cId="3156535996" sldId="708"/>
            <ac:picMk id="1026" creationId="{E904EE46-78B6-0B0F-00D1-58B870C642D3}"/>
          </ac:picMkLst>
        </pc:picChg>
      </pc:sldChg>
      <pc:sldChg chg="modSp new mod">
        <pc:chgData name="Clayton Silva" userId="29ef9a7b83f2ddc4" providerId="LiveId" clId="{CD30AD5C-12E7-4019-B905-FB4BF41BDCE4}" dt="2024-10-22T01:18:18.269" v="2806" actId="113"/>
        <pc:sldMkLst>
          <pc:docMk/>
          <pc:sldMk cId="2955659537" sldId="709"/>
        </pc:sldMkLst>
        <pc:spChg chg="mod">
          <ac:chgData name="Clayton Silva" userId="29ef9a7b83f2ddc4" providerId="LiveId" clId="{CD30AD5C-12E7-4019-B905-FB4BF41BDCE4}" dt="2024-10-22T01:05:55.884" v="2327" actId="20577"/>
          <ac:spMkLst>
            <pc:docMk/>
            <pc:sldMk cId="2955659537" sldId="709"/>
            <ac:spMk id="2" creationId="{176B85C3-E3EF-0251-227E-4143E9C5B009}"/>
          </ac:spMkLst>
        </pc:spChg>
        <pc:spChg chg="mod">
          <ac:chgData name="Clayton Silva" userId="29ef9a7b83f2ddc4" providerId="LiveId" clId="{CD30AD5C-12E7-4019-B905-FB4BF41BDCE4}" dt="2024-10-22T01:18:18.269" v="2806" actId="113"/>
          <ac:spMkLst>
            <pc:docMk/>
            <pc:sldMk cId="2955659537" sldId="709"/>
            <ac:spMk id="3" creationId="{E3035631-D7EA-63D0-B9D3-EC0149945034}"/>
          </ac:spMkLst>
        </pc:spChg>
      </pc:sldChg>
      <pc:sldChg chg="add del">
        <pc:chgData name="Clayton Silva" userId="29ef9a7b83f2ddc4" providerId="LiveId" clId="{CD30AD5C-12E7-4019-B905-FB4BF41BDCE4}" dt="2024-10-22T01:18:36.051" v="2808" actId="47"/>
        <pc:sldMkLst>
          <pc:docMk/>
          <pc:sldMk cId="4203287849" sldId="710"/>
        </pc:sldMkLst>
      </pc:sldChg>
      <pc:sldChg chg="modSp add mod">
        <pc:chgData name="Clayton Silva" userId="29ef9a7b83f2ddc4" providerId="LiveId" clId="{CD30AD5C-12E7-4019-B905-FB4BF41BDCE4}" dt="2024-10-22T01:40:19.685" v="3766" actId="404"/>
        <pc:sldMkLst>
          <pc:docMk/>
          <pc:sldMk cId="709478166" sldId="711"/>
        </pc:sldMkLst>
        <pc:spChg chg="mod">
          <ac:chgData name="Clayton Silva" userId="29ef9a7b83f2ddc4" providerId="LiveId" clId="{CD30AD5C-12E7-4019-B905-FB4BF41BDCE4}" dt="2024-10-22T01:18:42.011" v="2823" actId="20577"/>
          <ac:spMkLst>
            <pc:docMk/>
            <pc:sldMk cId="709478166" sldId="711"/>
            <ac:spMk id="2" creationId="{1568C5E5-BA53-059C-5811-36847373AD8F}"/>
          </ac:spMkLst>
        </pc:spChg>
        <pc:spChg chg="mod">
          <ac:chgData name="Clayton Silva" userId="29ef9a7b83f2ddc4" providerId="LiveId" clId="{CD30AD5C-12E7-4019-B905-FB4BF41BDCE4}" dt="2024-10-22T01:40:19.685" v="3766" actId="404"/>
          <ac:spMkLst>
            <pc:docMk/>
            <pc:sldMk cId="709478166" sldId="711"/>
            <ac:spMk id="3" creationId="{92EE7E8D-B001-EE3D-1EBD-BEA53173E742}"/>
          </ac:spMkLst>
        </pc:spChg>
      </pc:sldChg>
      <pc:sldChg chg="addSp delSp modSp add mod">
        <pc:chgData name="Clayton Silva" userId="29ef9a7b83f2ddc4" providerId="LiveId" clId="{CD30AD5C-12E7-4019-B905-FB4BF41BDCE4}" dt="2024-10-22T01:27:07.017" v="3216" actId="20577"/>
        <pc:sldMkLst>
          <pc:docMk/>
          <pc:sldMk cId="323402831" sldId="712"/>
        </pc:sldMkLst>
        <pc:spChg chg="mod">
          <ac:chgData name="Clayton Silva" userId="29ef9a7b83f2ddc4" providerId="LiveId" clId="{CD30AD5C-12E7-4019-B905-FB4BF41BDCE4}" dt="2024-10-22T01:24:55.807" v="3104" actId="6549"/>
          <ac:spMkLst>
            <pc:docMk/>
            <pc:sldMk cId="323402831" sldId="712"/>
            <ac:spMk id="2" creationId="{FB6D4DAD-954C-EA33-9FA1-B1D94958BD7F}"/>
          </ac:spMkLst>
        </pc:spChg>
        <pc:spChg chg="del mod">
          <ac:chgData name="Clayton Silva" userId="29ef9a7b83f2ddc4" providerId="LiveId" clId="{CD30AD5C-12E7-4019-B905-FB4BF41BDCE4}" dt="2024-10-22T01:25:59.268" v="3106" actId="1032"/>
          <ac:spMkLst>
            <pc:docMk/>
            <pc:sldMk cId="323402831" sldId="712"/>
            <ac:spMk id="3" creationId="{3086629B-731F-DD44-57F6-DC1EF412240C}"/>
          </ac:spMkLst>
        </pc:spChg>
        <pc:graphicFrameChg chg="add mod modGraphic">
          <ac:chgData name="Clayton Silva" userId="29ef9a7b83f2ddc4" providerId="LiveId" clId="{CD30AD5C-12E7-4019-B905-FB4BF41BDCE4}" dt="2024-10-22T01:27:07.017" v="3216" actId="20577"/>
          <ac:graphicFrameMkLst>
            <pc:docMk/>
            <pc:sldMk cId="323402831" sldId="712"/>
            <ac:graphicFrameMk id="5" creationId="{015BD5A5-C50F-C4A0-E31A-B9F0D7E2ECC4}"/>
          </ac:graphicFrameMkLst>
        </pc:graphicFrameChg>
      </pc:sldChg>
      <pc:sldChg chg="addSp delSp modSp add mod">
        <pc:chgData name="Clayton Silva" userId="29ef9a7b83f2ddc4" providerId="LiveId" clId="{CD30AD5C-12E7-4019-B905-FB4BF41BDCE4}" dt="2024-10-22T01:31:31.011" v="3492" actId="20577"/>
        <pc:sldMkLst>
          <pc:docMk/>
          <pc:sldMk cId="2200776134" sldId="713"/>
        </pc:sldMkLst>
        <pc:spChg chg="add mod">
          <ac:chgData name="Clayton Silva" userId="29ef9a7b83f2ddc4" providerId="LiveId" clId="{CD30AD5C-12E7-4019-B905-FB4BF41BDCE4}" dt="2024-10-22T01:31:31.011" v="3492" actId="20577"/>
          <ac:spMkLst>
            <pc:docMk/>
            <pc:sldMk cId="2200776134" sldId="713"/>
            <ac:spMk id="6" creationId="{7F387417-8E70-F207-43D1-6FBFE74C7A1A}"/>
          </ac:spMkLst>
        </pc:spChg>
        <pc:graphicFrameChg chg="del">
          <ac:chgData name="Clayton Silva" userId="29ef9a7b83f2ddc4" providerId="LiveId" clId="{CD30AD5C-12E7-4019-B905-FB4BF41BDCE4}" dt="2024-10-22T01:27:18.043" v="3218" actId="478"/>
          <ac:graphicFrameMkLst>
            <pc:docMk/>
            <pc:sldMk cId="2200776134" sldId="713"/>
            <ac:graphicFrameMk id="5" creationId="{36B88EBF-30DF-D537-3846-AE719254FFBF}"/>
          </ac:graphicFrameMkLst>
        </pc:graphicFrameChg>
      </pc:sldChg>
      <pc:sldChg chg="addSp modSp add mod">
        <pc:chgData name="Clayton Silva" userId="29ef9a7b83f2ddc4" providerId="LiveId" clId="{CD30AD5C-12E7-4019-B905-FB4BF41BDCE4}" dt="2024-10-22T01:38:47.999" v="3711" actId="1076"/>
        <pc:sldMkLst>
          <pc:docMk/>
          <pc:sldMk cId="3429769260" sldId="714"/>
        </pc:sldMkLst>
        <pc:spChg chg="mod">
          <ac:chgData name="Clayton Silva" userId="29ef9a7b83f2ddc4" providerId="LiveId" clId="{CD30AD5C-12E7-4019-B905-FB4BF41BDCE4}" dt="2024-10-22T01:33:21.903" v="3516" actId="20577"/>
          <ac:spMkLst>
            <pc:docMk/>
            <pc:sldMk cId="3429769260" sldId="714"/>
            <ac:spMk id="2" creationId="{7662803D-C836-0CAE-BBD0-6FBB79BB58B9}"/>
          </ac:spMkLst>
        </pc:spChg>
        <pc:spChg chg="mod">
          <ac:chgData name="Clayton Silva" userId="29ef9a7b83f2ddc4" providerId="LiveId" clId="{CD30AD5C-12E7-4019-B905-FB4BF41BDCE4}" dt="2024-10-22T01:36:43.146" v="3657" actId="20577"/>
          <ac:spMkLst>
            <pc:docMk/>
            <pc:sldMk cId="3429769260" sldId="714"/>
            <ac:spMk id="6" creationId="{60C0A241-CCD6-5302-8BBF-D9DFF5B0374B}"/>
          </ac:spMkLst>
        </pc:spChg>
        <pc:picChg chg="add mod">
          <ac:chgData name="Clayton Silva" userId="29ef9a7b83f2ddc4" providerId="LiveId" clId="{CD30AD5C-12E7-4019-B905-FB4BF41BDCE4}" dt="2024-10-22T01:38:47.999" v="3711" actId="1076"/>
          <ac:picMkLst>
            <pc:docMk/>
            <pc:sldMk cId="3429769260" sldId="714"/>
            <ac:picMk id="8" creationId="{4F7EDD20-D49B-0678-1579-AD6FD64D5A1E}"/>
          </ac:picMkLst>
        </pc:picChg>
      </pc:sldChg>
      <pc:sldChg chg="delSp modSp add del mod">
        <pc:chgData name="Clayton Silva" userId="29ef9a7b83f2ddc4" providerId="LiveId" clId="{CD30AD5C-12E7-4019-B905-FB4BF41BDCE4}" dt="2024-10-22T01:39:09.453" v="3712" actId="47"/>
        <pc:sldMkLst>
          <pc:docMk/>
          <pc:sldMk cId="384611402" sldId="715"/>
        </pc:sldMkLst>
        <pc:picChg chg="del mod modCrop">
          <ac:chgData name="Clayton Silva" userId="29ef9a7b83f2ddc4" providerId="LiveId" clId="{CD30AD5C-12E7-4019-B905-FB4BF41BDCE4}" dt="2024-10-22T01:38:13.136" v="3706" actId="21"/>
          <ac:picMkLst>
            <pc:docMk/>
            <pc:sldMk cId="384611402" sldId="715"/>
            <ac:picMk id="8" creationId="{4F7EDD20-D49B-0678-1579-AD6FD64D5A1E}"/>
          </ac:picMkLst>
        </pc:picChg>
      </pc:sldChg>
      <pc:sldChg chg="add">
        <pc:chgData name="Clayton Silva" userId="29ef9a7b83f2ddc4" providerId="LiveId" clId="{CD30AD5C-12E7-4019-B905-FB4BF41BDCE4}" dt="2024-10-22T01:39:37.176" v="3713" actId="2890"/>
        <pc:sldMkLst>
          <pc:docMk/>
          <pc:sldMk cId="2317523014" sldId="715"/>
        </pc:sldMkLst>
      </pc:sldChg>
      <pc:sldChg chg="addSp delSp modSp add mod">
        <pc:chgData name="Clayton Silva" userId="29ef9a7b83f2ddc4" providerId="LiveId" clId="{CD30AD5C-12E7-4019-B905-FB4BF41BDCE4}" dt="2024-10-22T01:47:55.480" v="3806" actId="1076"/>
        <pc:sldMkLst>
          <pc:docMk/>
          <pc:sldMk cId="3022706297" sldId="716"/>
        </pc:sldMkLst>
        <pc:spChg chg="mod">
          <ac:chgData name="Clayton Silva" userId="29ef9a7b83f2ddc4" providerId="LiveId" clId="{CD30AD5C-12E7-4019-B905-FB4BF41BDCE4}" dt="2024-10-22T01:41:26.549" v="3792" actId="6549"/>
          <ac:spMkLst>
            <pc:docMk/>
            <pc:sldMk cId="3022706297" sldId="716"/>
            <ac:spMk id="2" creationId="{A3E7139B-D366-6F94-3580-1D4D4061FA32}"/>
          </ac:spMkLst>
        </pc:spChg>
        <pc:spChg chg="add del mod">
          <ac:chgData name="Clayton Silva" userId="29ef9a7b83f2ddc4" providerId="LiveId" clId="{CD30AD5C-12E7-4019-B905-FB4BF41BDCE4}" dt="2024-10-22T01:42:15.744" v="3798" actId="478"/>
          <ac:spMkLst>
            <pc:docMk/>
            <pc:sldMk cId="3022706297" sldId="716"/>
            <ac:spMk id="5" creationId="{EF79BF24-DC11-CA5B-330F-B70993F2F23D}"/>
          </ac:spMkLst>
        </pc:spChg>
        <pc:spChg chg="del mod">
          <ac:chgData name="Clayton Silva" userId="29ef9a7b83f2ddc4" providerId="LiveId" clId="{CD30AD5C-12E7-4019-B905-FB4BF41BDCE4}" dt="2024-10-22T01:42:13.635" v="3797" actId="478"/>
          <ac:spMkLst>
            <pc:docMk/>
            <pc:sldMk cId="3022706297" sldId="716"/>
            <ac:spMk id="6" creationId="{7C700E30-CF5B-8C48-7C19-165E51EC367E}"/>
          </ac:spMkLst>
        </pc:spChg>
        <pc:picChg chg="add del mod">
          <ac:chgData name="Clayton Silva" userId="29ef9a7b83f2ddc4" providerId="LiveId" clId="{CD30AD5C-12E7-4019-B905-FB4BF41BDCE4}" dt="2024-10-22T01:47:43.709" v="3803" actId="478"/>
          <ac:picMkLst>
            <pc:docMk/>
            <pc:sldMk cId="3022706297" sldId="716"/>
            <ac:picMk id="7" creationId="{6BA363B6-CBDA-0802-8855-E628E8FC1CEC}"/>
          </ac:picMkLst>
        </pc:picChg>
        <pc:picChg chg="del">
          <ac:chgData name="Clayton Silva" userId="29ef9a7b83f2ddc4" providerId="LiveId" clId="{CD30AD5C-12E7-4019-B905-FB4BF41BDCE4}" dt="2024-10-22T01:41:31.777" v="3793" actId="478"/>
          <ac:picMkLst>
            <pc:docMk/>
            <pc:sldMk cId="3022706297" sldId="716"/>
            <ac:picMk id="8" creationId="{9F15846D-F602-C0F9-3E39-674A6CFFD03E}"/>
          </ac:picMkLst>
        </pc:picChg>
        <pc:picChg chg="add mod">
          <ac:chgData name="Clayton Silva" userId="29ef9a7b83f2ddc4" providerId="LiveId" clId="{CD30AD5C-12E7-4019-B905-FB4BF41BDCE4}" dt="2024-10-22T01:47:55.480" v="3806" actId="1076"/>
          <ac:picMkLst>
            <pc:docMk/>
            <pc:sldMk cId="3022706297" sldId="716"/>
            <ac:picMk id="10" creationId="{4E9F0A2C-8B30-426F-90E6-0FE99FB3CD7B}"/>
          </ac:picMkLst>
        </pc:picChg>
      </pc:sldChg>
      <pc:sldChg chg="addSp delSp modSp add mod">
        <pc:chgData name="Clayton Silva" userId="29ef9a7b83f2ddc4" providerId="LiveId" clId="{CD30AD5C-12E7-4019-B905-FB4BF41BDCE4}" dt="2024-10-22T01:48:55.603" v="3814" actId="113"/>
        <pc:sldMkLst>
          <pc:docMk/>
          <pc:sldMk cId="1787075974" sldId="717"/>
        </pc:sldMkLst>
        <pc:spChg chg="add mod">
          <ac:chgData name="Clayton Silva" userId="29ef9a7b83f2ddc4" providerId="LiveId" clId="{CD30AD5C-12E7-4019-B905-FB4BF41BDCE4}" dt="2024-10-22T01:48:55.603" v="3814" actId="113"/>
          <ac:spMkLst>
            <pc:docMk/>
            <pc:sldMk cId="1787075974" sldId="717"/>
            <ac:spMk id="3" creationId="{13D8B829-B6EA-CF92-DDFF-4AE3197F1C85}"/>
          </ac:spMkLst>
        </pc:spChg>
        <pc:picChg chg="del">
          <ac:chgData name="Clayton Silva" userId="29ef9a7b83f2ddc4" providerId="LiveId" clId="{CD30AD5C-12E7-4019-B905-FB4BF41BDCE4}" dt="2024-10-22T01:44:46.571" v="3802" actId="478"/>
          <ac:picMkLst>
            <pc:docMk/>
            <pc:sldMk cId="1787075974" sldId="717"/>
            <ac:picMk id="7" creationId="{6459A9B3-6A1C-EDD9-0214-8B407C8BD2A1}"/>
          </ac:picMkLst>
        </pc:picChg>
      </pc:sldChg>
      <pc:sldChg chg="addSp delSp modSp add mod setBg">
        <pc:chgData name="Clayton Silva" userId="29ef9a7b83f2ddc4" providerId="LiveId" clId="{CD30AD5C-12E7-4019-B905-FB4BF41BDCE4}" dt="2024-10-22T01:49:27.746" v="3819" actId="26606"/>
        <pc:sldMkLst>
          <pc:docMk/>
          <pc:sldMk cId="3157699959" sldId="718"/>
        </pc:sldMkLst>
        <pc:spChg chg="mod">
          <ac:chgData name="Clayton Silva" userId="29ef9a7b83f2ddc4" providerId="LiveId" clId="{CD30AD5C-12E7-4019-B905-FB4BF41BDCE4}" dt="2024-10-22T01:49:27.746" v="3819" actId="26606"/>
          <ac:spMkLst>
            <pc:docMk/>
            <pc:sldMk cId="3157699959" sldId="718"/>
            <ac:spMk id="2" creationId="{9AFEB0E4-C5D5-6F7C-4441-BD7DD599BB11}"/>
          </ac:spMkLst>
        </pc:spChg>
        <pc:spChg chg="del">
          <ac:chgData name="Clayton Silva" userId="29ef9a7b83f2ddc4" providerId="LiveId" clId="{CD30AD5C-12E7-4019-B905-FB4BF41BDCE4}" dt="2024-10-22T01:49:17.203" v="3816" actId="478"/>
          <ac:spMkLst>
            <pc:docMk/>
            <pc:sldMk cId="3157699959" sldId="718"/>
            <ac:spMk id="3" creationId="{847083BF-CF18-9EEB-70B7-5E086C39AA34}"/>
          </ac:spMkLst>
        </pc:spChg>
        <pc:spChg chg="mod ord">
          <ac:chgData name="Clayton Silva" userId="29ef9a7b83f2ddc4" providerId="LiveId" clId="{CD30AD5C-12E7-4019-B905-FB4BF41BDCE4}" dt="2024-10-22T01:49:27.746" v="3819" actId="26606"/>
          <ac:spMkLst>
            <pc:docMk/>
            <pc:sldMk cId="3157699959" sldId="718"/>
            <ac:spMk id="4" creationId="{D2B5C77A-28F1-9FFD-C661-2E5699B8DFED}"/>
          </ac:spMkLst>
        </pc:spChg>
        <pc:spChg chg="add del">
          <ac:chgData name="Clayton Silva" userId="29ef9a7b83f2ddc4" providerId="LiveId" clId="{CD30AD5C-12E7-4019-B905-FB4BF41BDCE4}" dt="2024-10-22T01:49:27.746" v="3819" actId="26606"/>
          <ac:spMkLst>
            <pc:docMk/>
            <pc:sldMk cId="3157699959" sldId="718"/>
            <ac:spMk id="10" creationId="{6753252F-4873-4F63-801D-CC719279A7D5}"/>
          </ac:spMkLst>
        </pc:spChg>
        <pc:spChg chg="add del">
          <ac:chgData name="Clayton Silva" userId="29ef9a7b83f2ddc4" providerId="LiveId" clId="{CD30AD5C-12E7-4019-B905-FB4BF41BDCE4}" dt="2024-10-22T01:49:27.746" v="3819" actId="26606"/>
          <ac:spMkLst>
            <pc:docMk/>
            <pc:sldMk cId="3157699959" sldId="718"/>
            <ac:spMk id="12" creationId="{047C8CCB-F95D-4249-92DD-651249D3535A}"/>
          </ac:spMkLst>
        </pc:spChg>
        <pc:picChg chg="add mod">
          <ac:chgData name="Clayton Silva" userId="29ef9a7b83f2ddc4" providerId="LiveId" clId="{CD30AD5C-12E7-4019-B905-FB4BF41BDCE4}" dt="2024-10-22T01:49:27.746" v="3819" actId="26606"/>
          <ac:picMkLst>
            <pc:docMk/>
            <pc:sldMk cId="3157699959" sldId="718"/>
            <ac:picMk id="5" creationId="{C8C2444F-1FF3-3452-E1FA-AC15EE973740}"/>
          </ac:picMkLst>
        </pc:picChg>
      </pc:sldChg>
      <pc:sldChg chg="addSp delSp modSp add mod">
        <pc:chgData name="Clayton Silva" userId="29ef9a7b83f2ddc4" providerId="LiveId" clId="{CD30AD5C-12E7-4019-B905-FB4BF41BDCE4}" dt="2024-10-22T01:51:42.522" v="3839"/>
        <pc:sldMkLst>
          <pc:docMk/>
          <pc:sldMk cId="2856595827" sldId="719"/>
        </pc:sldMkLst>
        <pc:spChg chg="mod">
          <ac:chgData name="Clayton Silva" userId="29ef9a7b83f2ddc4" providerId="LiveId" clId="{CD30AD5C-12E7-4019-B905-FB4BF41BDCE4}" dt="2024-10-22T01:50:22.526" v="3837" actId="242"/>
          <ac:spMkLst>
            <pc:docMk/>
            <pc:sldMk cId="2856595827" sldId="719"/>
            <ac:spMk id="2" creationId="{AFB46779-9CF4-93BE-5316-D1A80C075C4F}"/>
          </ac:spMkLst>
        </pc:spChg>
        <pc:graphicFrameChg chg="add mod">
          <ac:chgData name="Clayton Silva" userId="29ef9a7b83f2ddc4" providerId="LiveId" clId="{CD30AD5C-12E7-4019-B905-FB4BF41BDCE4}" dt="2024-10-22T01:51:20.182" v="3838"/>
          <ac:graphicFrameMkLst>
            <pc:docMk/>
            <pc:sldMk cId="2856595827" sldId="719"/>
            <ac:graphicFrameMk id="3" creationId="{9B920B06-66B7-9293-4AE9-6D15F10D249B}"/>
          </ac:graphicFrameMkLst>
        </pc:graphicFrameChg>
        <pc:picChg chg="del">
          <ac:chgData name="Clayton Silva" userId="29ef9a7b83f2ddc4" providerId="LiveId" clId="{CD30AD5C-12E7-4019-B905-FB4BF41BDCE4}" dt="2024-10-22T01:49:55.123" v="3821" actId="478"/>
          <ac:picMkLst>
            <pc:docMk/>
            <pc:sldMk cId="2856595827" sldId="719"/>
            <ac:picMk id="5" creationId="{B42EFE63-8FBE-2A08-CB23-71F0E070CDE7}"/>
          </ac:picMkLst>
        </pc:picChg>
        <pc:cxnChg chg="add mod">
          <ac:chgData name="Clayton Silva" userId="29ef9a7b83f2ddc4" providerId="LiveId" clId="{CD30AD5C-12E7-4019-B905-FB4BF41BDCE4}" dt="2024-10-22T01:51:42.522" v="3839"/>
          <ac:cxnSpMkLst>
            <pc:docMk/>
            <pc:sldMk cId="2856595827" sldId="719"/>
            <ac:cxnSpMk id="6" creationId="{0FEFA4F0-B92D-F702-DA7C-B12DEBCA1B08}"/>
          </ac:cxnSpMkLst>
        </pc:cxnChg>
        <pc:cxnChg chg="add mod">
          <ac:chgData name="Clayton Silva" userId="29ef9a7b83f2ddc4" providerId="LiveId" clId="{CD30AD5C-12E7-4019-B905-FB4BF41BDCE4}" dt="2024-10-22T01:51:42.522" v="3839"/>
          <ac:cxnSpMkLst>
            <pc:docMk/>
            <pc:sldMk cId="2856595827" sldId="719"/>
            <ac:cxnSpMk id="7" creationId="{21465543-974C-2FD2-9AAB-F2943CDD8250}"/>
          </ac:cxnSpMkLst>
        </pc:cxnChg>
        <pc:cxnChg chg="add mod">
          <ac:chgData name="Clayton Silva" userId="29ef9a7b83f2ddc4" providerId="LiveId" clId="{CD30AD5C-12E7-4019-B905-FB4BF41BDCE4}" dt="2024-10-22T01:51:42.522" v="3839"/>
          <ac:cxnSpMkLst>
            <pc:docMk/>
            <pc:sldMk cId="2856595827" sldId="719"/>
            <ac:cxnSpMk id="8" creationId="{37A39C25-F5A3-2185-A353-5EF242041D74}"/>
          </ac:cxnSpMkLst>
        </pc:cxnChg>
        <pc:cxnChg chg="add mod">
          <ac:chgData name="Clayton Silva" userId="29ef9a7b83f2ddc4" providerId="LiveId" clId="{CD30AD5C-12E7-4019-B905-FB4BF41BDCE4}" dt="2024-10-22T01:51:42.522" v="3839"/>
          <ac:cxnSpMkLst>
            <pc:docMk/>
            <pc:sldMk cId="2856595827" sldId="719"/>
            <ac:cxnSpMk id="9" creationId="{4C381BFE-1F62-3D1F-7C1F-BBD58B06D863}"/>
          </ac:cxnSpMkLst>
        </pc:cxnChg>
        <pc:cxnChg chg="add mod">
          <ac:chgData name="Clayton Silva" userId="29ef9a7b83f2ddc4" providerId="LiveId" clId="{CD30AD5C-12E7-4019-B905-FB4BF41BDCE4}" dt="2024-10-22T01:51:42.522" v="3839"/>
          <ac:cxnSpMkLst>
            <pc:docMk/>
            <pc:sldMk cId="2856595827" sldId="719"/>
            <ac:cxnSpMk id="10" creationId="{B32EA0FE-53ED-1B83-91EC-A011CC36B758}"/>
          </ac:cxnSpMkLst>
        </pc:cxnChg>
      </pc:sldChg>
      <pc:sldChg chg="addSp delSp modSp add mod">
        <pc:chgData name="Clayton Silva" userId="29ef9a7b83f2ddc4" providerId="LiveId" clId="{CD30AD5C-12E7-4019-B905-FB4BF41BDCE4}" dt="2024-10-22T01:55:11.886" v="3891"/>
        <pc:sldMkLst>
          <pc:docMk/>
          <pc:sldMk cId="3404517348" sldId="720"/>
        </pc:sldMkLst>
        <pc:spChg chg="del">
          <ac:chgData name="Clayton Silva" userId="29ef9a7b83f2ddc4" providerId="LiveId" clId="{CD30AD5C-12E7-4019-B905-FB4BF41BDCE4}" dt="2024-10-22T01:55:10.802" v="3890" actId="478"/>
          <ac:spMkLst>
            <pc:docMk/>
            <pc:sldMk cId="3404517348" sldId="720"/>
            <ac:spMk id="3" creationId="{1D69644E-3270-29FE-0F86-F71E627AEFA5}"/>
          </ac:spMkLst>
        </pc:spChg>
        <pc:spChg chg="del">
          <ac:chgData name="Clayton Silva" userId="29ef9a7b83f2ddc4" providerId="LiveId" clId="{CD30AD5C-12E7-4019-B905-FB4BF41BDCE4}" dt="2024-10-22T01:53:53.754" v="3843" actId="478"/>
          <ac:spMkLst>
            <pc:docMk/>
            <pc:sldMk cId="3404517348" sldId="720"/>
            <ac:spMk id="4" creationId="{14B2F025-6907-9438-0C43-935AF0610918}"/>
          </ac:spMkLst>
        </pc:spChg>
        <pc:spChg chg="del">
          <ac:chgData name="Clayton Silva" userId="29ef9a7b83f2ddc4" providerId="LiveId" clId="{CD30AD5C-12E7-4019-B905-FB4BF41BDCE4}" dt="2024-10-22T01:53:50.675" v="3842" actId="478"/>
          <ac:spMkLst>
            <pc:docMk/>
            <pc:sldMk cId="3404517348" sldId="720"/>
            <ac:spMk id="7" creationId="{9ED6ACFC-DBEF-8FF6-00C8-83A4FFE7EE27}"/>
          </ac:spMkLst>
        </pc:spChg>
        <pc:spChg chg="del">
          <ac:chgData name="Clayton Silva" userId="29ef9a7b83f2ddc4" providerId="LiveId" clId="{CD30AD5C-12E7-4019-B905-FB4BF41BDCE4}" dt="2024-10-22T01:53:50.675" v="3842" actId="478"/>
          <ac:spMkLst>
            <pc:docMk/>
            <pc:sldMk cId="3404517348" sldId="720"/>
            <ac:spMk id="8" creationId="{301170AD-7D45-7E09-4F7D-5BC40EA68264}"/>
          </ac:spMkLst>
        </pc:spChg>
        <pc:spChg chg="add mod">
          <ac:chgData name="Clayton Silva" userId="29ef9a7b83f2ddc4" providerId="LiveId" clId="{CD30AD5C-12E7-4019-B905-FB4BF41BDCE4}" dt="2024-10-22T01:54:05.554" v="3848" actId="20577"/>
          <ac:spMkLst>
            <pc:docMk/>
            <pc:sldMk cId="3404517348" sldId="720"/>
            <ac:spMk id="9" creationId="{34A982BB-C3CE-7AA9-8129-E0C4070849A3}"/>
          </ac:spMkLst>
        </pc:spChg>
        <pc:spChg chg="add mod">
          <ac:chgData name="Clayton Silva" userId="29ef9a7b83f2ddc4" providerId="LiveId" clId="{CD30AD5C-12E7-4019-B905-FB4BF41BDCE4}" dt="2024-10-22T01:55:11.886" v="3891"/>
          <ac:spMkLst>
            <pc:docMk/>
            <pc:sldMk cId="3404517348" sldId="720"/>
            <ac:spMk id="12" creationId="{9AAF0A1C-26D7-8EEF-DB02-A8A178EF1ED2}"/>
          </ac:spMkLst>
        </pc:spChg>
        <pc:spChg chg="del">
          <ac:chgData name="Clayton Silva" userId="29ef9a7b83f2ddc4" providerId="LiveId" clId="{CD30AD5C-12E7-4019-B905-FB4BF41BDCE4}" dt="2024-10-22T01:53:50.675" v="3842" actId="478"/>
          <ac:spMkLst>
            <pc:docMk/>
            <pc:sldMk cId="3404517348" sldId="720"/>
            <ac:spMk id="14" creationId="{747BDA81-C17B-18AA-5770-E5D8858CA210}"/>
          </ac:spMkLst>
        </pc:spChg>
        <pc:picChg chg="del">
          <ac:chgData name="Clayton Silva" userId="29ef9a7b83f2ddc4" providerId="LiveId" clId="{CD30AD5C-12E7-4019-B905-FB4BF41BDCE4}" dt="2024-10-22T01:53:42.124" v="3841" actId="478"/>
          <ac:picMkLst>
            <pc:docMk/>
            <pc:sldMk cId="3404517348" sldId="720"/>
            <ac:picMk id="5" creationId="{DB529E17-E66E-A41C-F210-853400AAA521}"/>
          </ac:picMkLst>
        </pc:picChg>
        <pc:picChg chg="del">
          <ac:chgData name="Clayton Silva" userId="29ef9a7b83f2ddc4" providerId="LiveId" clId="{CD30AD5C-12E7-4019-B905-FB4BF41BDCE4}" dt="2024-10-22T01:53:55.879" v="3844" actId="478"/>
          <ac:picMkLst>
            <pc:docMk/>
            <pc:sldMk cId="3404517348" sldId="720"/>
            <ac:picMk id="6" creationId="{5B9759FD-6A57-F044-A6A5-E2FE52F81EBE}"/>
          </ac:picMkLst>
        </pc:picChg>
        <pc:cxnChg chg="del">
          <ac:chgData name="Clayton Silva" userId="29ef9a7b83f2ddc4" providerId="LiveId" clId="{CD30AD5C-12E7-4019-B905-FB4BF41BDCE4}" dt="2024-10-22T01:53:50.675" v="3842" actId="478"/>
          <ac:cxnSpMkLst>
            <pc:docMk/>
            <pc:sldMk cId="3404517348" sldId="720"/>
            <ac:cxnSpMk id="10" creationId="{530431EA-971F-CB0B-01BC-64FDC61AF4D6}"/>
          </ac:cxnSpMkLst>
        </pc:cxnChg>
        <pc:cxnChg chg="del">
          <ac:chgData name="Clayton Silva" userId="29ef9a7b83f2ddc4" providerId="LiveId" clId="{CD30AD5C-12E7-4019-B905-FB4BF41BDCE4}" dt="2024-10-22T01:53:50.675" v="3842" actId="478"/>
          <ac:cxnSpMkLst>
            <pc:docMk/>
            <pc:sldMk cId="3404517348" sldId="720"/>
            <ac:cxnSpMk id="11" creationId="{27E6AC17-0AB4-ABBC-6695-51FD2ABB5532}"/>
          </ac:cxnSpMkLst>
        </pc:cxnChg>
      </pc:sldChg>
      <pc:sldChg chg="addSp delSp modSp add mod">
        <pc:chgData name="Clayton Silva" userId="29ef9a7b83f2ddc4" providerId="LiveId" clId="{CD30AD5C-12E7-4019-B905-FB4BF41BDCE4}" dt="2024-10-22T02:11:12.001" v="4216" actId="14100"/>
        <pc:sldMkLst>
          <pc:docMk/>
          <pc:sldMk cId="512719466" sldId="721"/>
        </pc:sldMkLst>
        <pc:spChg chg="mod">
          <ac:chgData name="Clayton Silva" userId="29ef9a7b83f2ddc4" providerId="LiveId" clId="{CD30AD5C-12E7-4019-B905-FB4BF41BDCE4}" dt="2024-10-22T02:10:51.763" v="4214" actId="14100"/>
          <ac:spMkLst>
            <pc:docMk/>
            <pc:sldMk cId="512719466" sldId="721"/>
            <ac:spMk id="2" creationId="{E301F3BC-A596-60F1-35BC-0C468164744B}"/>
          </ac:spMkLst>
        </pc:spChg>
        <pc:spChg chg="add mod">
          <ac:chgData name="Clayton Silva" userId="29ef9a7b83f2ddc4" providerId="LiveId" clId="{CD30AD5C-12E7-4019-B905-FB4BF41BDCE4}" dt="2024-10-22T02:11:12.001" v="4216" actId="14100"/>
          <ac:spMkLst>
            <pc:docMk/>
            <pc:sldMk cId="512719466" sldId="721"/>
            <ac:spMk id="3" creationId="{08815173-49C5-D9A2-8F54-70943E55BFAE}"/>
          </ac:spMkLst>
        </pc:spChg>
        <pc:picChg chg="del">
          <ac:chgData name="Clayton Silva" userId="29ef9a7b83f2ddc4" providerId="LiveId" clId="{CD30AD5C-12E7-4019-B905-FB4BF41BDCE4}" dt="2024-10-22T02:09:52.492" v="4193" actId="478"/>
          <ac:picMkLst>
            <pc:docMk/>
            <pc:sldMk cId="512719466" sldId="721"/>
            <ac:picMk id="10" creationId="{10ECA1BA-C901-0D05-ACC8-EAB61EF3B7F9}"/>
          </ac:picMkLst>
        </pc:picChg>
      </pc:sldChg>
      <pc:sldChg chg="addSp delSp modSp add del mod">
        <pc:chgData name="Clayton Silva" userId="29ef9a7b83f2ddc4" providerId="LiveId" clId="{CD30AD5C-12E7-4019-B905-FB4BF41BDCE4}" dt="2024-10-22T02:14:28.069" v="4225" actId="47"/>
        <pc:sldMkLst>
          <pc:docMk/>
          <pc:sldMk cId="2619744392" sldId="722"/>
        </pc:sldMkLst>
        <pc:spChg chg="del mod">
          <ac:chgData name="Clayton Silva" userId="29ef9a7b83f2ddc4" providerId="LiveId" clId="{CD30AD5C-12E7-4019-B905-FB4BF41BDCE4}" dt="2024-10-22T02:11:34.422" v="4219" actId="478"/>
          <ac:spMkLst>
            <pc:docMk/>
            <pc:sldMk cId="2619744392" sldId="722"/>
            <ac:spMk id="3" creationId="{078DC9F6-DE43-8864-77F7-AE15ABDFD5B2}"/>
          </ac:spMkLst>
        </pc:spChg>
        <pc:spChg chg="add del mod">
          <ac:chgData name="Clayton Silva" userId="29ef9a7b83f2ddc4" providerId="LiveId" clId="{CD30AD5C-12E7-4019-B905-FB4BF41BDCE4}" dt="2024-10-22T02:11:37.406" v="4220" actId="478"/>
          <ac:spMkLst>
            <pc:docMk/>
            <pc:sldMk cId="2619744392" sldId="722"/>
            <ac:spMk id="6" creationId="{C839E7F4-3F13-1819-6C12-976CCA6E5C57}"/>
          </ac:spMkLst>
        </pc:spChg>
      </pc:sldChg>
    </pc:docChg>
  </pc:docChgLst>
  <pc:docChgLst>
    <pc:chgData name="Clayton Silva" userId="29ef9a7b83f2ddc4" providerId="LiveId" clId="{103438FC-42D0-4BC3-8BBD-4B0533DA29C6}"/>
    <pc:docChg chg="undo redo custSel mod addSld delSld modSld sldOrd">
      <pc:chgData name="Clayton Silva" userId="29ef9a7b83f2ddc4" providerId="LiveId" clId="{103438FC-42D0-4BC3-8BBD-4B0533DA29C6}" dt="2020-08-06T18:53:43.735" v="1119" actId="6549"/>
      <pc:docMkLst>
        <pc:docMk/>
      </pc:docMkLst>
      <pc:sldChg chg="del">
        <pc:chgData name="Clayton Silva" userId="29ef9a7b83f2ddc4" providerId="LiveId" clId="{103438FC-42D0-4BC3-8BBD-4B0533DA29C6}" dt="2020-08-06T15:04:24.736" v="0" actId="47"/>
        <pc:sldMkLst>
          <pc:docMk/>
          <pc:sldMk cId="3923553548" sldId="257"/>
        </pc:sldMkLst>
      </pc:sldChg>
      <pc:sldChg chg="modSp mod">
        <pc:chgData name="Clayton Silva" userId="29ef9a7b83f2ddc4" providerId="LiveId" clId="{103438FC-42D0-4BC3-8BBD-4B0533DA29C6}" dt="2020-08-06T15:04:38.727" v="25" actId="20577"/>
        <pc:sldMkLst>
          <pc:docMk/>
          <pc:sldMk cId="3310034269" sldId="264"/>
        </pc:sldMkLst>
        <pc:spChg chg="mod">
          <ac:chgData name="Clayton Silva" userId="29ef9a7b83f2ddc4" providerId="LiveId" clId="{103438FC-42D0-4BC3-8BBD-4B0533DA29C6}" dt="2020-08-06T15:04:38.727" v="25" actId="20577"/>
          <ac:spMkLst>
            <pc:docMk/>
            <pc:sldMk cId="3310034269" sldId="264"/>
            <ac:spMk id="4" creationId="{4D95FF0F-F271-48E7-A204-C5656918B6A3}"/>
          </ac:spMkLst>
        </pc:spChg>
      </pc:sldChg>
      <pc:sldChg chg="addSp delSp modSp mod">
        <pc:chgData name="Clayton Silva" userId="29ef9a7b83f2ddc4" providerId="LiveId" clId="{103438FC-42D0-4BC3-8BBD-4B0533DA29C6}" dt="2020-08-06T18:14:28.107" v="431" actId="26606"/>
        <pc:sldMkLst>
          <pc:docMk/>
          <pc:sldMk cId="3498711493" sldId="265"/>
        </pc:sldMkLst>
        <pc:spChg chg="mod ord">
          <ac:chgData name="Clayton Silva" userId="29ef9a7b83f2ddc4" providerId="LiveId" clId="{103438FC-42D0-4BC3-8BBD-4B0533DA29C6}" dt="2020-08-06T18:14:28.107" v="431" actId="26606"/>
          <ac:spMkLst>
            <pc:docMk/>
            <pc:sldMk cId="3498711493" sldId="265"/>
            <ac:spMk id="4" creationId="{FEEA9445-0BCA-4464-99DB-4F6EFC9E69ED}"/>
          </ac:spMkLst>
        </pc:spChg>
        <pc:spChg chg="mod">
          <ac:chgData name="Clayton Silva" userId="29ef9a7b83f2ddc4" providerId="LiveId" clId="{103438FC-42D0-4BC3-8BBD-4B0533DA29C6}" dt="2020-08-06T18:14:28.107" v="431" actId="26606"/>
          <ac:spMkLst>
            <pc:docMk/>
            <pc:sldMk cId="3498711493" sldId="265"/>
            <ac:spMk id="6" creationId="{AE4A51FF-554B-4BB2-8528-5DF8335E40C2}"/>
          </ac:spMkLst>
        </pc:spChg>
        <pc:spChg chg="del">
          <ac:chgData name="Clayton Silva" userId="29ef9a7b83f2ddc4" providerId="LiveId" clId="{103438FC-42D0-4BC3-8BBD-4B0533DA29C6}" dt="2020-08-06T18:14:28.107" v="431" actId="26606"/>
          <ac:spMkLst>
            <pc:docMk/>
            <pc:sldMk cId="3498711493" sldId="265"/>
            <ac:spMk id="67" creationId="{68AF5748-FED8-45BA-8631-26D1D10F3246}"/>
          </ac:spMkLst>
        </pc:spChg>
        <pc:spChg chg="del">
          <ac:chgData name="Clayton Silva" userId="29ef9a7b83f2ddc4" providerId="LiveId" clId="{103438FC-42D0-4BC3-8BBD-4B0533DA29C6}" dt="2020-08-06T18:14:28.107" v="431" actId="26606"/>
          <ac:spMkLst>
            <pc:docMk/>
            <pc:sldMk cId="3498711493" sldId="265"/>
            <ac:spMk id="68" creationId="{AF2F604E-43BE-4DC3-B983-E071523364F8}"/>
          </ac:spMkLst>
        </pc:spChg>
        <pc:spChg chg="del">
          <ac:chgData name="Clayton Silva" userId="29ef9a7b83f2ddc4" providerId="LiveId" clId="{103438FC-42D0-4BC3-8BBD-4B0533DA29C6}" dt="2020-08-06T18:14:28.107" v="431" actId="26606"/>
          <ac:spMkLst>
            <pc:docMk/>
            <pc:sldMk cId="3498711493" sldId="265"/>
            <ac:spMk id="69" creationId="{08C9B587-E65E-4B52-B37C-ABEBB6E87928}"/>
          </ac:spMkLst>
        </pc:spChg>
        <pc:spChg chg="add">
          <ac:chgData name="Clayton Silva" userId="29ef9a7b83f2ddc4" providerId="LiveId" clId="{103438FC-42D0-4BC3-8BBD-4B0533DA29C6}" dt="2020-08-06T18:14:28.107" v="431" actId="26606"/>
          <ac:spMkLst>
            <pc:docMk/>
            <pc:sldMk cId="3498711493" sldId="265"/>
            <ac:spMk id="74" creationId="{1707FC24-6981-43D9-B525-C7832BA22463}"/>
          </ac:spMkLst>
        </pc:spChg>
        <pc:picChg chg="del">
          <ac:chgData name="Clayton Silva" userId="29ef9a7b83f2ddc4" providerId="LiveId" clId="{103438FC-42D0-4BC3-8BBD-4B0533DA29C6}" dt="2020-08-06T18:13:42.499" v="419" actId="478"/>
          <ac:picMkLst>
            <pc:docMk/>
            <pc:sldMk cId="3498711493" sldId="265"/>
            <ac:picMk id="5" creationId="{A8F6748B-B75E-4669-B777-CD4BA21D9354}"/>
          </ac:picMkLst>
        </pc:picChg>
        <pc:picChg chg="add mod">
          <ac:chgData name="Clayton Silva" userId="29ef9a7b83f2ddc4" providerId="LiveId" clId="{103438FC-42D0-4BC3-8BBD-4B0533DA29C6}" dt="2020-08-06T18:14:28.107" v="431" actId="26606"/>
          <ac:picMkLst>
            <pc:docMk/>
            <pc:sldMk cId="3498711493" sldId="265"/>
            <ac:picMk id="8" creationId="{79B2E4A7-C864-47A8-9175-F5F1C7BD6D34}"/>
          </ac:picMkLst>
        </pc:picChg>
      </pc:sldChg>
      <pc:sldChg chg="modSp mod">
        <pc:chgData name="Clayton Silva" userId="29ef9a7b83f2ddc4" providerId="LiveId" clId="{103438FC-42D0-4BC3-8BBD-4B0533DA29C6}" dt="2020-08-06T17:54:11.697" v="87" actId="2710"/>
        <pc:sldMkLst>
          <pc:docMk/>
          <pc:sldMk cId="2757276560" sldId="416"/>
        </pc:sldMkLst>
        <pc:spChg chg="mod">
          <ac:chgData name="Clayton Silva" userId="29ef9a7b83f2ddc4" providerId="LiveId" clId="{103438FC-42D0-4BC3-8BBD-4B0533DA29C6}" dt="2020-08-06T17:54:11.697" v="87" actId="2710"/>
          <ac:spMkLst>
            <pc:docMk/>
            <pc:sldMk cId="2757276560" sldId="416"/>
            <ac:spMk id="3" creationId="{E64E2913-9AFE-4F57-8459-2411B1EC6F5D}"/>
          </ac:spMkLst>
        </pc:spChg>
        <pc:spChg chg="mod">
          <ac:chgData name="Clayton Silva" userId="29ef9a7b83f2ddc4" providerId="LiveId" clId="{103438FC-42D0-4BC3-8BBD-4B0533DA29C6}" dt="2020-08-06T17:53:39.180" v="57" actId="20577"/>
          <ac:spMkLst>
            <pc:docMk/>
            <pc:sldMk cId="2757276560" sldId="416"/>
            <ac:spMk id="4" creationId="{6E227285-93EB-49EA-BF17-5CA5DBFDBF21}"/>
          </ac:spMkLst>
        </pc:spChg>
      </pc:sldChg>
      <pc:sldChg chg="addSp delSp modSp mod delDesignElem chgLayout">
        <pc:chgData name="Clayton Silva" userId="29ef9a7b83f2ddc4" providerId="LiveId" clId="{103438FC-42D0-4BC3-8BBD-4B0533DA29C6}" dt="2020-08-06T18:16:58.971" v="454" actId="1037"/>
        <pc:sldMkLst>
          <pc:docMk/>
          <pc:sldMk cId="2355032481" sldId="417"/>
        </pc:sldMkLst>
        <pc:spChg chg="mod ord">
          <ac:chgData name="Clayton Silva" userId="29ef9a7b83f2ddc4" providerId="LiveId" clId="{103438FC-42D0-4BC3-8BBD-4B0533DA29C6}" dt="2020-08-06T18:16:24.342" v="437" actId="26606"/>
          <ac:spMkLst>
            <pc:docMk/>
            <pc:sldMk cId="2355032481" sldId="417"/>
            <ac:spMk id="2" creationId="{F141633B-7169-4044-9642-C93BC85AA47C}"/>
          </ac:spMkLst>
        </pc:spChg>
        <pc:spChg chg="mod">
          <ac:chgData name="Clayton Silva" userId="29ef9a7b83f2ddc4" providerId="LiveId" clId="{103438FC-42D0-4BC3-8BBD-4B0533DA29C6}" dt="2020-08-06T18:16:24.342" v="437" actId="26606"/>
          <ac:spMkLst>
            <pc:docMk/>
            <pc:sldMk cId="2355032481" sldId="417"/>
            <ac:spMk id="3" creationId="{4D7205BD-E250-4FBA-9976-ABEA5EFED526}"/>
          </ac:spMkLst>
        </pc:spChg>
        <pc:spChg chg="mod ord">
          <ac:chgData name="Clayton Silva" userId="29ef9a7b83f2ddc4" providerId="LiveId" clId="{103438FC-42D0-4BC3-8BBD-4B0533DA29C6}" dt="2020-08-06T18:16:24.342" v="437" actId="26606"/>
          <ac:spMkLst>
            <pc:docMk/>
            <pc:sldMk cId="2355032481" sldId="417"/>
            <ac:spMk id="5" creationId="{69B0BC06-66CC-4DAD-A3CB-1B86D8C47877}"/>
          </ac:spMkLst>
        </pc:spChg>
        <pc:spChg chg="del">
          <ac:chgData name="Clayton Silva" userId="29ef9a7b83f2ddc4" providerId="LiveId" clId="{103438FC-42D0-4BC3-8BBD-4B0533DA29C6}" dt="2020-08-06T18:16:03.884" v="432" actId="700"/>
          <ac:spMkLst>
            <pc:docMk/>
            <pc:sldMk cId="2355032481" sldId="417"/>
            <ac:spMk id="9" creationId="{6B3BAD04-E614-4C16-8360-019FCF0045AC}"/>
          </ac:spMkLst>
        </pc:spChg>
        <pc:spChg chg="add del">
          <ac:chgData name="Clayton Silva" userId="29ef9a7b83f2ddc4" providerId="LiveId" clId="{103438FC-42D0-4BC3-8BBD-4B0533DA29C6}" dt="2020-08-06T18:16:24.342" v="437" actId="26606"/>
          <ac:spMkLst>
            <pc:docMk/>
            <pc:sldMk cId="2355032481" sldId="417"/>
            <ac:spMk id="12" creationId="{EBF87945-A001-489F-9D9B-7D9435F0B9CA}"/>
          </ac:spMkLst>
        </pc:spChg>
        <pc:picChg chg="add mod">
          <ac:chgData name="Clayton Silva" userId="29ef9a7b83f2ddc4" providerId="LiveId" clId="{103438FC-42D0-4BC3-8BBD-4B0533DA29C6}" dt="2020-08-06T18:16:58.971" v="454" actId="1037"/>
          <ac:picMkLst>
            <pc:docMk/>
            <pc:sldMk cId="2355032481" sldId="417"/>
            <ac:picMk id="7" creationId="{7541AAB9-9459-4B3A-8566-9E32A21659C3}"/>
          </ac:picMkLst>
        </pc:picChg>
        <pc:picChg chg="del">
          <ac:chgData name="Clayton Silva" userId="29ef9a7b83f2ddc4" providerId="LiveId" clId="{103438FC-42D0-4BC3-8BBD-4B0533DA29C6}" dt="2020-08-06T18:16:06.469" v="433" actId="478"/>
          <ac:picMkLst>
            <pc:docMk/>
            <pc:sldMk cId="2355032481" sldId="417"/>
            <ac:picMk id="8" creationId="{F7DC19E8-30BA-48DE-9DA9-1592B97C4991}"/>
          </ac:picMkLst>
        </pc:picChg>
      </pc:sldChg>
      <pc:sldChg chg="addSp delSp modSp mod">
        <pc:chgData name="Clayton Silva" userId="29ef9a7b83f2ddc4" providerId="LiveId" clId="{103438FC-42D0-4BC3-8BBD-4B0533DA29C6}" dt="2020-08-06T18:40:47.787" v="678" actId="1076"/>
        <pc:sldMkLst>
          <pc:docMk/>
          <pc:sldMk cId="3426753064" sldId="418"/>
        </pc:sldMkLst>
        <pc:spChg chg="mod">
          <ac:chgData name="Clayton Silva" userId="29ef9a7b83f2ddc4" providerId="LiveId" clId="{103438FC-42D0-4BC3-8BBD-4B0533DA29C6}" dt="2020-08-06T18:28:44.010" v="620" actId="26606"/>
          <ac:spMkLst>
            <pc:docMk/>
            <pc:sldMk cId="3426753064" sldId="418"/>
            <ac:spMk id="3" creationId="{70F99570-22D6-4336-A888-97F721ED277F}"/>
          </ac:spMkLst>
        </pc:spChg>
        <pc:spChg chg="add del">
          <ac:chgData name="Clayton Silva" userId="29ef9a7b83f2ddc4" providerId="LiveId" clId="{103438FC-42D0-4BC3-8BBD-4B0533DA29C6}" dt="2020-08-06T18:28:44.010" v="620" actId="26606"/>
          <ac:spMkLst>
            <pc:docMk/>
            <pc:sldMk cId="3426753064" sldId="418"/>
            <ac:spMk id="12" creationId="{D4771268-CB57-404A-9271-370EB28F6090}"/>
          </ac:spMkLst>
        </pc:spChg>
        <pc:spChg chg="add del">
          <ac:chgData name="Clayton Silva" userId="29ef9a7b83f2ddc4" providerId="LiveId" clId="{103438FC-42D0-4BC3-8BBD-4B0533DA29C6}" dt="2020-08-06T18:28:32.947" v="617" actId="26606"/>
          <ac:spMkLst>
            <pc:docMk/>
            <pc:sldMk cId="3426753064" sldId="418"/>
            <ac:spMk id="17" creationId="{6753252F-4873-4F63-801D-CC719279A7D5}"/>
          </ac:spMkLst>
        </pc:spChg>
        <pc:spChg chg="add del">
          <ac:chgData name="Clayton Silva" userId="29ef9a7b83f2ddc4" providerId="LiveId" clId="{103438FC-42D0-4BC3-8BBD-4B0533DA29C6}" dt="2020-08-06T18:28:32.947" v="617" actId="26606"/>
          <ac:spMkLst>
            <pc:docMk/>
            <pc:sldMk cId="3426753064" sldId="418"/>
            <ac:spMk id="19" creationId="{047C8CCB-F95D-4249-92DD-651249D3535A}"/>
          </ac:spMkLst>
        </pc:spChg>
        <pc:spChg chg="add del">
          <ac:chgData name="Clayton Silva" userId="29ef9a7b83f2ddc4" providerId="LiveId" clId="{103438FC-42D0-4BC3-8BBD-4B0533DA29C6}" dt="2020-08-06T18:28:44.010" v="620" actId="26606"/>
          <ac:spMkLst>
            <pc:docMk/>
            <pc:sldMk cId="3426753064" sldId="418"/>
            <ac:spMk id="21" creationId="{D4771268-CB57-404A-9271-370EB28F6090}"/>
          </ac:spMkLst>
        </pc:spChg>
        <pc:graphicFrameChg chg="add mod modGraphic">
          <ac:chgData name="Clayton Silva" userId="29ef9a7b83f2ddc4" providerId="LiveId" clId="{103438FC-42D0-4BC3-8BBD-4B0533DA29C6}" dt="2020-08-06T18:40:47.787" v="678" actId="1076"/>
          <ac:graphicFrameMkLst>
            <pc:docMk/>
            <pc:sldMk cId="3426753064" sldId="418"/>
            <ac:graphicFrameMk id="2" creationId="{BDB1709E-55E4-43F9-AFDF-974E9760E10B}"/>
          </ac:graphicFrameMkLst>
        </pc:graphicFrameChg>
        <pc:picChg chg="del">
          <ac:chgData name="Clayton Silva" userId="29ef9a7b83f2ddc4" providerId="LiveId" clId="{103438FC-42D0-4BC3-8BBD-4B0533DA29C6}" dt="2020-08-06T18:27:57.414" v="614" actId="478"/>
          <ac:picMkLst>
            <pc:docMk/>
            <pc:sldMk cId="3426753064" sldId="418"/>
            <ac:picMk id="9" creationId="{7131A2A6-BF00-40C4-B200-32199C489B3A}"/>
          </ac:picMkLst>
        </pc:picChg>
      </pc:sldChg>
      <pc:sldChg chg="addSp delSp modSp mod ord chgLayout">
        <pc:chgData name="Clayton Silva" userId="29ef9a7b83f2ddc4" providerId="LiveId" clId="{103438FC-42D0-4BC3-8BBD-4B0533DA29C6}" dt="2020-08-06T18:50:17.791" v="1099" actId="20577"/>
        <pc:sldMkLst>
          <pc:docMk/>
          <pc:sldMk cId="3243516949" sldId="419"/>
        </pc:sldMkLst>
        <pc:spChg chg="mod ord">
          <ac:chgData name="Clayton Silva" userId="29ef9a7b83f2ddc4" providerId="LiveId" clId="{103438FC-42D0-4BC3-8BBD-4B0533DA29C6}" dt="2020-08-06T18:17:36.045" v="456" actId="700"/>
          <ac:spMkLst>
            <pc:docMk/>
            <pc:sldMk cId="3243516949" sldId="419"/>
            <ac:spMk id="2" creationId="{55995A5A-C660-4EC1-842F-96189A2EBE7F}"/>
          </ac:spMkLst>
        </pc:spChg>
        <pc:spChg chg="mod ord">
          <ac:chgData name="Clayton Silva" userId="29ef9a7b83f2ddc4" providerId="LiveId" clId="{103438FC-42D0-4BC3-8BBD-4B0533DA29C6}" dt="2020-08-06T18:49:15.951" v="1034" actId="20577"/>
          <ac:spMkLst>
            <pc:docMk/>
            <pc:sldMk cId="3243516949" sldId="419"/>
            <ac:spMk id="3" creationId="{158927E9-2B19-450F-81CD-628DA3DFC52F}"/>
          </ac:spMkLst>
        </pc:spChg>
        <pc:spChg chg="add mod ord">
          <ac:chgData name="Clayton Silva" userId="29ef9a7b83f2ddc4" providerId="LiveId" clId="{103438FC-42D0-4BC3-8BBD-4B0533DA29C6}" dt="2020-08-06T18:50:17.791" v="1099" actId="20577"/>
          <ac:spMkLst>
            <pc:docMk/>
            <pc:sldMk cId="3243516949" sldId="419"/>
            <ac:spMk id="4" creationId="{E15E62C7-FB78-4959-8741-32C91EF7DF10}"/>
          </ac:spMkLst>
        </pc:spChg>
        <pc:picChg chg="del">
          <ac:chgData name="Clayton Silva" userId="29ef9a7b83f2ddc4" providerId="LiveId" clId="{103438FC-42D0-4BC3-8BBD-4B0533DA29C6}" dt="2020-08-06T18:17:26.997" v="455" actId="478"/>
          <ac:picMkLst>
            <pc:docMk/>
            <pc:sldMk cId="3243516949" sldId="419"/>
            <ac:picMk id="5" creationId="{94B50F38-805A-44F4-A179-9E0F39DE357E}"/>
          </ac:picMkLst>
        </pc:picChg>
      </pc:sldChg>
      <pc:sldChg chg="del">
        <pc:chgData name="Clayton Silva" userId="29ef9a7b83f2ddc4" providerId="LiveId" clId="{103438FC-42D0-4BC3-8BBD-4B0533DA29C6}" dt="2020-08-06T18:49:30.668" v="1037" actId="47"/>
        <pc:sldMkLst>
          <pc:docMk/>
          <pc:sldMk cId="1224781204" sldId="420"/>
        </pc:sldMkLst>
      </pc:sldChg>
      <pc:sldChg chg="del">
        <pc:chgData name="Clayton Silva" userId="29ef9a7b83f2ddc4" providerId="LiveId" clId="{103438FC-42D0-4BC3-8BBD-4B0533DA29C6}" dt="2020-08-06T18:49:31.333" v="1038" actId="47"/>
        <pc:sldMkLst>
          <pc:docMk/>
          <pc:sldMk cId="1864478780" sldId="421"/>
        </pc:sldMkLst>
      </pc:sldChg>
      <pc:sldChg chg="del">
        <pc:chgData name="Clayton Silva" userId="29ef9a7b83f2ddc4" providerId="LiveId" clId="{103438FC-42D0-4BC3-8BBD-4B0533DA29C6}" dt="2020-08-06T18:49:31.967" v="1039" actId="47"/>
        <pc:sldMkLst>
          <pc:docMk/>
          <pc:sldMk cId="1024398529" sldId="422"/>
        </pc:sldMkLst>
      </pc:sldChg>
      <pc:sldChg chg="addSp modSp new mod modClrScheme chgLayout">
        <pc:chgData name="Clayton Silva" userId="29ef9a7b83f2ddc4" providerId="LiveId" clId="{103438FC-42D0-4BC3-8BBD-4B0533DA29C6}" dt="2020-08-06T17:55:47.388" v="138" actId="113"/>
        <pc:sldMkLst>
          <pc:docMk/>
          <pc:sldMk cId="3552553344" sldId="423"/>
        </pc:sldMkLst>
        <pc:spChg chg="mod ord">
          <ac:chgData name="Clayton Silva" userId="29ef9a7b83f2ddc4" providerId="LiveId" clId="{103438FC-42D0-4BC3-8BBD-4B0533DA29C6}" dt="2020-08-06T17:54:39.931" v="89" actId="700"/>
          <ac:spMkLst>
            <pc:docMk/>
            <pc:sldMk cId="3552553344" sldId="423"/>
            <ac:spMk id="2" creationId="{D47468CA-0159-449B-9DF5-AB4D0B6A652D}"/>
          </ac:spMkLst>
        </pc:spChg>
        <pc:spChg chg="add mod ord">
          <ac:chgData name="Clayton Silva" userId="29ef9a7b83f2ddc4" providerId="LiveId" clId="{103438FC-42D0-4BC3-8BBD-4B0533DA29C6}" dt="2020-08-06T17:55:03.422" v="122" actId="113"/>
          <ac:spMkLst>
            <pc:docMk/>
            <pc:sldMk cId="3552553344" sldId="423"/>
            <ac:spMk id="3" creationId="{3D751DFF-B427-46D1-9F50-5B783A22AB67}"/>
          </ac:spMkLst>
        </pc:spChg>
        <pc:spChg chg="add mod ord">
          <ac:chgData name="Clayton Silva" userId="29ef9a7b83f2ddc4" providerId="LiveId" clId="{103438FC-42D0-4BC3-8BBD-4B0533DA29C6}" dt="2020-08-06T17:55:47.388" v="138" actId="113"/>
          <ac:spMkLst>
            <pc:docMk/>
            <pc:sldMk cId="3552553344" sldId="423"/>
            <ac:spMk id="4" creationId="{B0BEC5B2-5805-48A3-BDB5-25D6234A0995}"/>
          </ac:spMkLst>
        </pc:spChg>
      </pc:sldChg>
      <pc:sldChg chg="modSp add mod setBg modClrScheme chgLayout">
        <pc:chgData name="Clayton Silva" userId="29ef9a7b83f2ddc4" providerId="LiveId" clId="{103438FC-42D0-4BC3-8BBD-4B0533DA29C6}" dt="2020-08-06T18:03:04.096" v="183" actId="700"/>
        <pc:sldMkLst>
          <pc:docMk/>
          <pc:sldMk cId="961722630" sldId="424"/>
        </pc:sldMkLst>
        <pc:spChg chg="mod ord">
          <ac:chgData name="Clayton Silva" userId="29ef9a7b83f2ddc4" providerId="LiveId" clId="{103438FC-42D0-4BC3-8BBD-4B0533DA29C6}" dt="2020-08-06T18:03:04.096" v="183" actId="700"/>
          <ac:spMkLst>
            <pc:docMk/>
            <pc:sldMk cId="961722630" sldId="424"/>
            <ac:spMk id="2" creationId="{D47468CA-0159-449B-9DF5-AB4D0B6A652D}"/>
          </ac:spMkLst>
        </pc:spChg>
        <pc:spChg chg="mod ord">
          <ac:chgData name="Clayton Silva" userId="29ef9a7b83f2ddc4" providerId="LiveId" clId="{103438FC-42D0-4BC3-8BBD-4B0533DA29C6}" dt="2020-08-06T18:03:04.096" v="183" actId="700"/>
          <ac:spMkLst>
            <pc:docMk/>
            <pc:sldMk cId="961722630" sldId="424"/>
            <ac:spMk id="3" creationId="{3D751DFF-B427-46D1-9F50-5B783A22AB67}"/>
          </ac:spMkLst>
        </pc:spChg>
        <pc:spChg chg="mod ord">
          <ac:chgData name="Clayton Silva" userId="29ef9a7b83f2ddc4" providerId="LiveId" clId="{103438FC-42D0-4BC3-8BBD-4B0533DA29C6}" dt="2020-08-06T18:03:04.096" v="183" actId="700"/>
          <ac:spMkLst>
            <pc:docMk/>
            <pc:sldMk cId="961722630" sldId="424"/>
            <ac:spMk id="4" creationId="{B0BEC5B2-5805-48A3-BDB5-25D6234A0995}"/>
          </ac:spMkLst>
        </pc:spChg>
      </pc:sldChg>
      <pc:sldChg chg="addSp delSp modSp add mod setBg modClrScheme chgLayout">
        <pc:chgData name="Clayton Silva" userId="29ef9a7b83f2ddc4" providerId="LiveId" clId="{103438FC-42D0-4BC3-8BBD-4B0533DA29C6}" dt="2020-08-06T18:03:31.949" v="189" actId="1076"/>
        <pc:sldMkLst>
          <pc:docMk/>
          <pc:sldMk cId="2547182882" sldId="425"/>
        </pc:sldMkLst>
        <pc:spChg chg="del mod ord">
          <ac:chgData name="Clayton Silva" userId="29ef9a7b83f2ddc4" providerId="LiveId" clId="{103438FC-42D0-4BC3-8BBD-4B0533DA29C6}" dt="2020-08-06T18:03:19.328" v="185" actId="478"/>
          <ac:spMkLst>
            <pc:docMk/>
            <pc:sldMk cId="2547182882" sldId="425"/>
            <ac:spMk id="2" creationId="{D47468CA-0159-449B-9DF5-AB4D0B6A652D}"/>
          </ac:spMkLst>
        </pc:spChg>
        <pc:spChg chg="mod ord">
          <ac:chgData name="Clayton Silva" userId="29ef9a7b83f2ddc4" providerId="LiveId" clId="{103438FC-42D0-4BC3-8BBD-4B0533DA29C6}" dt="2020-08-06T18:03:12.563" v="184" actId="26606"/>
          <ac:spMkLst>
            <pc:docMk/>
            <pc:sldMk cId="2547182882" sldId="425"/>
            <ac:spMk id="3" creationId="{3D751DFF-B427-46D1-9F50-5B783A22AB67}"/>
          </ac:spMkLst>
        </pc:spChg>
        <pc:spChg chg="del">
          <ac:chgData name="Clayton Silva" userId="29ef9a7b83f2ddc4" providerId="LiveId" clId="{103438FC-42D0-4BC3-8BBD-4B0533DA29C6}" dt="2020-08-06T17:57:41.318" v="171" actId="478"/>
          <ac:spMkLst>
            <pc:docMk/>
            <pc:sldMk cId="2547182882" sldId="425"/>
            <ac:spMk id="4" creationId="{B0BEC5B2-5805-48A3-BDB5-25D6234A0995}"/>
          </ac:spMkLst>
        </pc:spChg>
        <pc:spChg chg="add del mod">
          <ac:chgData name="Clayton Silva" userId="29ef9a7b83f2ddc4" providerId="LiveId" clId="{103438FC-42D0-4BC3-8BBD-4B0533DA29C6}" dt="2020-08-06T17:57:43.635" v="172" actId="478"/>
          <ac:spMkLst>
            <pc:docMk/>
            <pc:sldMk cId="2547182882" sldId="425"/>
            <ac:spMk id="6" creationId="{56D3F79B-3352-46FD-877B-545948714E91}"/>
          </ac:spMkLst>
        </pc:spChg>
        <pc:spChg chg="add del mod ord">
          <ac:chgData name="Clayton Silva" userId="29ef9a7b83f2ddc4" providerId="LiveId" clId="{103438FC-42D0-4BC3-8BBD-4B0533DA29C6}" dt="2020-08-06T18:03:12.563" v="184" actId="26606"/>
          <ac:spMkLst>
            <pc:docMk/>
            <pc:sldMk cId="2547182882" sldId="425"/>
            <ac:spMk id="8" creationId="{C937313D-F1F7-4073-AB6A-18C05C3AA15F}"/>
          </ac:spMkLst>
        </pc:spChg>
        <pc:spChg chg="add">
          <ac:chgData name="Clayton Silva" userId="29ef9a7b83f2ddc4" providerId="LiveId" clId="{103438FC-42D0-4BC3-8BBD-4B0533DA29C6}" dt="2020-08-06T18:03:12.563" v="184" actId="26606"/>
          <ac:spMkLst>
            <pc:docMk/>
            <pc:sldMk cId="2547182882" sldId="425"/>
            <ac:spMk id="13" creationId="{A4AC5506-6312-4701-8D3C-40187889A947}"/>
          </ac:spMkLst>
        </pc:spChg>
        <pc:picChg chg="add mod">
          <ac:chgData name="Clayton Silva" userId="29ef9a7b83f2ddc4" providerId="LiveId" clId="{103438FC-42D0-4BC3-8BBD-4B0533DA29C6}" dt="2020-08-06T18:03:31.949" v="189" actId="1076"/>
          <ac:picMkLst>
            <pc:docMk/>
            <pc:sldMk cId="2547182882" sldId="425"/>
            <ac:picMk id="7" creationId="{544DBF7C-4035-415B-AE51-7422A431A1DC}"/>
          </ac:picMkLst>
        </pc:picChg>
      </pc:sldChg>
      <pc:sldChg chg="addSp delSp modSp add mod">
        <pc:chgData name="Clayton Silva" userId="29ef9a7b83f2ddc4" providerId="LiveId" clId="{103438FC-42D0-4BC3-8BBD-4B0533DA29C6}" dt="2020-08-06T18:12:21.930" v="398" actId="108"/>
        <pc:sldMkLst>
          <pc:docMk/>
          <pc:sldMk cId="3372403729" sldId="426"/>
        </pc:sldMkLst>
        <pc:spChg chg="mod">
          <ac:chgData name="Clayton Silva" userId="29ef9a7b83f2ddc4" providerId="LiveId" clId="{103438FC-42D0-4BC3-8BBD-4B0533DA29C6}" dt="2020-08-06T18:04:02.300" v="217" actId="20577"/>
          <ac:spMkLst>
            <pc:docMk/>
            <pc:sldMk cId="3372403729" sldId="426"/>
            <ac:spMk id="3" creationId="{3D751DFF-B427-46D1-9F50-5B783A22AB67}"/>
          </ac:spMkLst>
        </pc:spChg>
        <pc:spChg chg="del">
          <ac:chgData name="Clayton Silva" userId="29ef9a7b83f2ddc4" providerId="LiveId" clId="{103438FC-42D0-4BC3-8BBD-4B0533DA29C6}" dt="2020-08-06T18:04:26.715" v="221" actId="26606"/>
          <ac:spMkLst>
            <pc:docMk/>
            <pc:sldMk cId="3372403729" sldId="426"/>
            <ac:spMk id="13" creationId="{A4AC5506-6312-4701-8D3C-40187889A947}"/>
          </ac:spMkLst>
        </pc:spChg>
        <pc:spChg chg="add">
          <ac:chgData name="Clayton Silva" userId="29ef9a7b83f2ddc4" providerId="LiveId" clId="{103438FC-42D0-4BC3-8BBD-4B0533DA29C6}" dt="2020-08-06T18:04:26.715" v="221" actId="26606"/>
          <ac:spMkLst>
            <pc:docMk/>
            <pc:sldMk cId="3372403729" sldId="426"/>
            <ac:spMk id="18" creationId="{A4AC5506-6312-4701-8D3C-40187889A947}"/>
          </ac:spMkLst>
        </pc:spChg>
        <pc:graphicFrameChg chg="add mod modGraphic">
          <ac:chgData name="Clayton Silva" userId="29ef9a7b83f2ddc4" providerId="LiveId" clId="{103438FC-42D0-4BC3-8BBD-4B0533DA29C6}" dt="2020-08-06T18:12:21.930" v="398" actId="108"/>
          <ac:graphicFrameMkLst>
            <pc:docMk/>
            <pc:sldMk cId="3372403729" sldId="426"/>
            <ac:graphicFrameMk id="2" creationId="{74A6A7D2-8FFC-47D6-887A-D4FA6B00A163}"/>
          </ac:graphicFrameMkLst>
        </pc:graphicFrameChg>
        <pc:picChg chg="del">
          <ac:chgData name="Clayton Silva" userId="29ef9a7b83f2ddc4" providerId="LiveId" clId="{103438FC-42D0-4BC3-8BBD-4B0533DA29C6}" dt="2020-08-06T18:04:05.512" v="218" actId="478"/>
          <ac:picMkLst>
            <pc:docMk/>
            <pc:sldMk cId="3372403729" sldId="426"/>
            <ac:picMk id="7" creationId="{544DBF7C-4035-415B-AE51-7422A431A1DC}"/>
          </ac:picMkLst>
        </pc:picChg>
      </pc:sldChg>
      <pc:sldChg chg="addSp delSp modSp new mod setBg modClrScheme chgLayout">
        <pc:chgData name="Clayton Silva" userId="29ef9a7b83f2ddc4" providerId="LiveId" clId="{103438FC-42D0-4BC3-8BBD-4B0533DA29C6}" dt="2020-08-06T18:52:32.391" v="1118" actId="478"/>
        <pc:sldMkLst>
          <pc:docMk/>
          <pc:sldMk cId="2629300898" sldId="427"/>
        </pc:sldMkLst>
        <pc:spChg chg="del">
          <ac:chgData name="Clayton Silva" userId="29ef9a7b83f2ddc4" providerId="LiveId" clId="{103438FC-42D0-4BC3-8BBD-4B0533DA29C6}" dt="2020-08-06T18:07:42.545" v="257" actId="700"/>
          <ac:spMkLst>
            <pc:docMk/>
            <pc:sldMk cId="2629300898" sldId="427"/>
            <ac:spMk id="2" creationId="{48634450-01F3-4793-AA3E-8E968C2F9784}"/>
          </ac:spMkLst>
        </pc:spChg>
        <pc:spChg chg="del mod ord">
          <ac:chgData name="Clayton Silva" userId="29ef9a7b83f2ddc4" providerId="LiveId" clId="{103438FC-42D0-4BC3-8BBD-4B0533DA29C6}" dt="2020-08-06T18:52:32.391" v="1118" actId="478"/>
          <ac:spMkLst>
            <pc:docMk/>
            <pc:sldMk cId="2629300898" sldId="427"/>
            <ac:spMk id="3" creationId="{D7D0017E-5C8A-4030-B780-5D50A4B16B37}"/>
          </ac:spMkLst>
        </pc:spChg>
        <pc:spChg chg="add mod ord">
          <ac:chgData name="Clayton Silva" userId="29ef9a7b83f2ddc4" providerId="LiveId" clId="{103438FC-42D0-4BC3-8BBD-4B0533DA29C6}" dt="2020-08-06T18:52:14.263" v="1110" actId="26606"/>
          <ac:spMkLst>
            <pc:docMk/>
            <pc:sldMk cId="2629300898" sldId="427"/>
            <ac:spMk id="4" creationId="{E7CB0436-DD03-414C-A9F9-35D284305C63}"/>
          </ac:spMkLst>
        </pc:spChg>
        <pc:spChg chg="add del mod ord">
          <ac:chgData name="Clayton Silva" userId="29ef9a7b83f2ddc4" providerId="LiveId" clId="{103438FC-42D0-4BC3-8BBD-4B0533DA29C6}" dt="2020-08-06T18:09:11.701" v="329" actId="478"/>
          <ac:spMkLst>
            <pc:docMk/>
            <pc:sldMk cId="2629300898" sldId="427"/>
            <ac:spMk id="5" creationId="{179B4DE3-FF47-460C-BCE0-002E8FBD8EC5}"/>
          </ac:spMkLst>
        </pc:spChg>
        <pc:spChg chg="add">
          <ac:chgData name="Clayton Silva" userId="29ef9a7b83f2ddc4" providerId="LiveId" clId="{103438FC-42D0-4BC3-8BBD-4B0533DA29C6}" dt="2020-08-06T18:52:14.263" v="1110" actId="26606"/>
          <ac:spMkLst>
            <pc:docMk/>
            <pc:sldMk cId="2629300898" sldId="427"/>
            <ac:spMk id="11" creationId="{47942995-B07F-4636-9A06-C6A104B260A8}"/>
          </ac:spMkLst>
        </pc:spChg>
        <pc:spChg chg="add">
          <ac:chgData name="Clayton Silva" userId="29ef9a7b83f2ddc4" providerId="LiveId" clId="{103438FC-42D0-4BC3-8BBD-4B0533DA29C6}" dt="2020-08-06T18:52:14.263" v="1110" actId="26606"/>
          <ac:spMkLst>
            <pc:docMk/>
            <pc:sldMk cId="2629300898" sldId="427"/>
            <ac:spMk id="18" creationId="{B81933D1-5615-42C7-9C0B-4EB7105CCE2D}"/>
          </ac:spMkLst>
        </pc:spChg>
        <pc:spChg chg="add">
          <ac:chgData name="Clayton Silva" userId="29ef9a7b83f2ddc4" providerId="LiveId" clId="{103438FC-42D0-4BC3-8BBD-4B0533DA29C6}" dt="2020-08-06T18:52:14.263" v="1110" actId="26606"/>
          <ac:spMkLst>
            <pc:docMk/>
            <pc:sldMk cId="2629300898" sldId="427"/>
            <ac:spMk id="20" creationId="{19C9EAEA-39D0-4B0E-A0EB-51E7B26740B1}"/>
          </ac:spMkLst>
        </pc:spChg>
        <pc:grpChg chg="add">
          <ac:chgData name="Clayton Silva" userId="29ef9a7b83f2ddc4" providerId="LiveId" clId="{103438FC-42D0-4BC3-8BBD-4B0533DA29C6}" dt="2020-08-06T18:52:14.263" v="1110" actId="26606"/>
          <ac:grpSpMkLst>
            <pc:docMk/>
            <pc:sldMk cId="2629300898" sldId="427"/>
            <ac:grpSpMk id="13" creationId="{032D8612-31EB-44CF-A1D0-14FD4C705424}"/>
          </ac:grpSpMkLst>
        </pc:grpChg>
        <pc:graphicFrameChg chg="add mod modGraphic">
          <ac:chgData name="Clayton Silva" userId="29ef9a7b83f2ddc4" providerId="LiveId" clId="{103438FC-42D0-4BC3-8BBD-4B0533DA29C6}" dt="2020-08-06T18:52:26.482" v="1117" actId="403"/>
          <ac:graphicFrameMkLst>
            <pc:docMk/>
            <pc:sldMk cId="2629300898" sldId="427"/>
            <ac:graphicFrameMk id="6" creationId="{2FFEEF0F-FB5A-46CD-8375-2B6D6499E7AA}"/>
          </ac:graphicFrameMkLst>
        </pc:graphicFrameChg>
      </pc:sldChg>
      <pc:sldChg chg="modSp add mod ord">
        <pc:chgData name="Clayton Silva" userId="29ef9a7b83f2ddc4" providerId="LiveId" clId="{103438FC-42D0-4BC3-8BBD-4B0533DA29C6}" dt="2020-08-06T18:53:43.735" v="1119" actId="6549"/>
        <pc:sldMkLst>
          <pc:docMk/>
          <pc:sldMk cId="1263591866" sldId="428"/>
        </pc:sldMkLst>
        <pc:spChg chg="mod">
          <ac:chgData name="Clayton Silva" userId="29ef9a7b83f2ddc4" providerId="LiveId" clId="{103438FC-42D0-4BC3-8BBD-4B0533DA29C6}" dt="2020-08-06T18:41:33.945" v="713" actId="20577"/>
          <ac:spMkLst>
            <pc:docMk/>
            <pc:sldMk cId="1263591866" sldId="428"/>
            <ac:spMk id="3" creationId="{158927E9-2B19-450F-81CD-628DA3DFC52F}"/>
          </ac:spMkLst>
        </pc:spChg>
        <pc:spChg chg="mod">
          <ac:chgData name="Clayton Silva" userId="29ef9a7b83f2ddc4" providerId="LiveId" clId="{103438FC-42D0-4BC3-8BBD-4B0533DA29C6}" dt="2020-08-06T18:53:43.735" v="1119" actId="6549"/>
          <ac:spMkLst>
            <pc:docMk/>
            <pc:sldMk cId="1263591866" sldId="428"/>
            <ac:spMk id="4" creationId="{E15E62C7-FB78-4959-8741-32C91EF7DF10}"/>
          </ac:spMkLst>
        </pc:spChg>
      </pc:sldChg>
    </pc:docChg>
  </pc:docChgLst>
  <pc:docChgLst>
    <pc:chgData name="Clayton Silva" userId="29ef9a7b83f2ddc4" providerId="LiveId" clId="{F8AAABFC-021E-4CF1-A561-FA0D2AA30E02}"/>
    <pc:docChg chg="undo custSel mod addSld delSld modSld">
      <pc:chgData name="Clayton Silva" userId="29ef9a7b83f2ddc4" providerId="LiveId" clId="{F8AAABFC-021E-4CF1-A561-FA0D2AA30E02}" dt="2020-08-14T11:13:21.125" v="548" actId="113"/>
      <pc:docMkLst>
        <pc:docMk/>
      </pc:docMkLst>
      <pc:sldChg chg="modSp mod">
        <pc:chgData name="Clayton Silva" userId="29ef9a7b83f2ddc4" providerId="LiveId" clId="{F8AAABFC-021E-4CF1-A561-FA0D2AA30E02}" dt="2020-08-14T10:54:37.848" v="1" actId="20577"/>
        <pc:sldMkLst>
          <pc:docMk/>
          <pc:sldMk cId="3310034269" sldId="264"/>
        </pc:sldMkLst>
        <pc:spChg chg="mod">
          <ac:chgData name="Clayton Silva" userId="29ef9a7b83f2ddc4" providerId="LiveId" clId="{F8AAABFC-021E-4CF1-A561-FA0D2AA30E02}" dt="2020-08-14T10:54:37.848" v="1" actId="20577"/>
          <ac:spMkLst>
            <pc:docMk/>
            <pc:sldMk cId="3310034269" sldId="264"/>
            <ac:spMk id="4" creationId="{4D95FF0F-F271-48E7-A204-C5656918B6A3}"/>
          </ac:spMkLst>
        </pc:spChg>
      </pc:sldChg>
      <pc:sldChg chg="del">
        <pc:chgData name="Clayton Silva" userId="29ef9a7b83f2ddc4" providerId="LiveId" clId="{F8AAABFC-021E-4CF1-A561-FA0D2AA30E02}" dt="2020-08-14T11:08:28.277" v="308" actId="47"/>
        <pc:sldMkLst>
          <pc:docMk/>
          <pc:sldMk cId="3498711493" sldId="265"/>
        </pc:sldMkLst>
      </pc:sldChg>
      <pc:sldChg chg="del">
        <pc:chgData name="Clayton Silva" userId="29ef9a7b83f2ddc4" providerId="LiveId" clId="{F8AAABFC-021E-4CF1-A561-FA0D2AA30E02}" dt="2020-08-14T10:54:43.233" v="2" actId="47"/>
        <pc:sldMkLst>
          <pc:docMk/>
          <pc:sldMk cId="2757276560" sldId="416"/>
        </pc:sldMkLst>
      </pc:sldChg>
      <pc:sldChg chg="del">
        <pc:chgData name="Clayton Silva" userId="29ef9a7b83f2ddc4" providerId="LiveId" clId="{F8AAABFC-021E-4CF1-A561-FA0D2AA30E02}" dt="2020-08-14T11:08:31.970" v="310" actId="47"/>
        <pc:sldMkLst>
          <pc:docMk/>
          <pc:sldMk cId="3426753064" sldId="418"/>
        </pc:sldMkLst>
      </pc:sldChg>
      <pc:sldChg chg="del">
        <pc:chgData name="Clayton Silva" userId="29ef9a7b83f2ddc4" providerId="LiveId" clId="{F8AAABFC-021E-4CF1-A561-FA0D2AA30E02}" dt="2020-08-14T11:08:30.247" v="309" actId="47"/>
        <pc:sldMkLst>
          <pc:docMk/>
          <pc:sldMk cId="3243516949" sldId="419"/>
        </pc:sldMkLst>
      </pc:sldChg>
      <pc:sldChg chg="addSp delSp modSp mod setClrOvrMap">
        <pc:chgData name="Clayton Silva" userId="29ef9a7b83f2ddc4" providerId="LiveId" clId="{F8AAABFC-021E-4CF1-A561-FA0D2AA30E02}" dt="2020-08-14T11:03:55.780" v="196" actId="1076"/>
        <pc:sldMkLst>
          <pc:docMk/>
          <pc:sldMk cId="2547182882" sldId="425"/>
        </pc:sldMkLst>
        <pc:spChg chg="mod">
          <ac:chgData name="Clayton Silva" userId="29ef9a7b83f2ddc4" providerId="LiveId" clId="{F8AAABFC-021E-4CF1-A561-FA0D2AA30E02}" dt="2020-08-14T11:02:08.090" v="160" actId="1076"/>
          <ac:spMkLst>
            <pc:docMk/>
            <pc:sldMk cId="2547182882" sldId="425"/>
            <ac:spMk id="3" creationId="{3D751DFF-B427-46D1-9F50-5B783A22AB67}"/>
          </ac:spMkLst>
        </pc:spChg>
        <pc:spChg chg="add mod">
          <ac:chgData name="Clayton Silva" userId="29ef9a7b83f2ddc4" providerId="LiveId" clId="{F8AAABFC-021E-4CF1-A561-FA0D2AA30E02}" dt="2020-08-14T11:03:55.780" v="196" actId="1076"/>
          <ac:spMkLst>
            <pc:docMk/>
            <pc:sldMk cId="2547182882" sldId="425"/>
            <ac:spMk id="15" creationId="{5A759B61-D403-442F-B3F5-D63F7D76E397}"/>
          </ac:spMkLst>
        </pc:spChg>
        <pc:spChg chg="del">
          <ac:chgData name="Clayton Silva" userId="29ef9a7b83f2ddc4" providerId="LiveId" clId="{F8AAABFC-021E-4CF1-A561-FA0D2AA30E02}" dt="2020-08-14T10:56:36.678" v="32" actId="26606"/>
          <ac:spMkLst>
            <pc:docMk/>
            <pc:sldMk cId="2547182882" sldId="425"/>
            <ac:spMk id="18" creationId="{0DE6A193-4755-479A-BC6F-A7EBCA73BE1A}"/>
          </ac:spMkLst>
        </pc:spChg>
        <pc:spChg chg="del">
          <ac:chgData name="Clayton Silva" userId="29ef9a7b83f2ddc4" providerId="LiveId" clId="{F8AAABFC-021E-4CF1-A561-FA0D2AA30E02}" dt="2020-08-14T10:56:36.678" v="32" actId="26606"/>
          <ac:spMkLst>
            <pc:docMk/>
            <pc:sldMk cId="2547182882" sldId="425"/>
            <ac:spMk id="20" creationId="{5A55B759-31A7-423C-9BC2-A8BC09FE98B9}"/>
          </ac:spMkLst>
        </pc:spChg>
        <pc:spChg chg="del">
          <ac:chgData name="Clayton Silva" userId="29ef9a7b83f2ddc4" providerId="LiveId" clId="{F8AAABFC-021E-4CF1-A561-FA0D2AA30E02}" dt="2020-08-14T10:56:36.678" v="32" actId="26606"/>
          <ac:spMkLst>
            <pc:docMk/>
            <pc:sldMk cId="2547182882" sldId="425"/>
            <ac:spMk id="22" creationId="{F78796AF-79A0-47AC-BEFD-BFFC00F968C4}"/>
          </ac:spMkLst>
        </pc:spChg>
        <pc:spChg chg="add">
          <ac:chgData name="Clayton Silva" userId="29ef9a7b83f2ddc4" providerId="LiveId" clId="{F8AAABFC-021E-4CF1-A561-FA0D2AA30E02}" dt="2020-08-14T10:56:36.678" v="32" actId="26606"/>
          <ac:spMkLst>
            <pc:docMk/>
            <pc:sldMk cId="2547182882" sldId="425"/>
            <ac:spMk id="29" creationId="{7F57BEA8-497D-4AA8-8A18-BDCD696B25FE}"/>
          </ac:spMkLst>
        </pc:spChg>
        <pc:graphicFrameChg chg="add del mod modGraphic">
          <ac:chgData name="Clayton Silva" userId="29ef9a7b83f2ddc4" providerId="LiveId" clId="{F8AAABFC-021E-4CF1-A561-FA0D2AA30E02}" dt="2020-08-14T11:01:01.160" v="104" actId="478"/>
          <ac:graphicFrameMkLst>
            <pc:docMk/>
            <pc:sldMk cId="2547182882" sldId="425"/>
            <ac:graphicFrameMk id="2" creationId="{6E24A1E6-A507-4800-9497-8EF9F099C6C3}"/>
          </ac:graphicFrameMkLst>
        </pc:graphicFrameChg>
        <pc:graphicFrameChg chg="add del mod modGraphic">
          <ac:chgData name="Clayton Silva" userId="29ef9a7b83f2ddc4" providerId="LiveId" clId="{F8AAABFC-021E-4CF1-A561-FA0D2AA30E02}" dt="2020-08-14T11:01:04.039" v="105" actId="478"/>
          <ac:graphicFrameMkLst>
            <pc:docMk/>
            <pc:sldMk cId="2547182882" sldId="425"/>
            <ac:graphicFrameMk id="5" creationId="{F9C9A2EB-A672-4D14-A1A8-19BACACAEB8E}"/>
          </ac:graphicFrameMkLst>
        </pc:graphicFrameChg>
        <pc:picChg chg="del">
          <ac:chgData name="Clayton Silva" userId="29ef9a7b83f2ddc4" providerId="LiveId" clId="{F8AAABFC-021E-4CF1-A561-FA0D2AA30E02}" dt="2020-08-14T10:56:22.407" v="30" actId="478"/>
          <ac:picMkLst>
            <pc:docMk/>
            <pc:sldMk cId="2547182882" sldId="425"/>
            <ac:picMk id="4" creationId="{F109D1D5-9948-46D0-B3D7-70EA3C7D2F78}"/>
          </ac:picMkLst>
        </pc:picChg>
        <pc:picChg chg="del">
          <ac:chgData name="Clayton Silva" userId="29ef9a7b83f2ddc4" providerId="LiveId" clId="{F8AAABFC-021E-4CF1-A561-FA0D2AA30E02}" dt="2020-08-14T10:56:21.076" v="29" actId="478"/>
          <ac:picMkLst>
            <pc:docMk/>
            <pc:sldMk cId="2547182882" sldId="425"/>
            <ac:picMk id="6" creationId="{EDB3F796-4057-4E02-9E4B-E1C44482C0C4}"/>
          </ac:picMkLst>
        </pc:picChg>
        <pc:cxnChg chg="add">
          <ac:chgData name="Clayton Silva" userId="29ef9a7b83f2ddc4" providerId="LiveId" clId="{F8AAABFC-021E-4CF1-A561-FA0D2AA30E02}" dt="2020-08-14T10:56:36.678" v="32" actId="26606"/>
          <ac:cxnSpMkLst>
            <pc:docMk/>
            <pc:sldMk cId="2547182882" sldId="425"/>
            <ac:cxnSpMk id="27" creationId="{D2E961F1-4A28-4A5F-BBD4-6E400E5E6C75}"/>
          </ac:cxnSpMkLst>
        </pc:cxnChg>
        <pc:cxnChg chg="add">
          <ac:chgData name="Clayton Silva" userId="29ef9a7b83f2ddc4" providerId="LiveId" clId="{F8AAABFC-021E-4CF1-A561-FA0D2AA30E02}" dt="2020-08-14T10:56:36.678" v="32" actId="26606"/>
          <ac:cxnSpMkLst>
            <pc:docMk/>
            <pc:sldMk cId="2547182882" sldId="425"/>
            <ac:cxnSpMk id="31" creationId="{A82415D3-DDE5-4D63-8CB3-23A5EC581B27}"/>
          </ac:cxnSpMkLst>
        </pc:cxnChg>
        <pc:cxnChg chg="add">
          <ac:chgData name="Clayton Silva" userId="29ef9a7b83f2ddc4" providerId="LiveId" clId="{F8AAABFC-021E-4CF1-A561-FA0D2AA30E02}" dt="2020-08-14T10:56:36.678" v="32" actId="26606"/>
          <ac:cxnSpMkLst>
            <pc:docMk/>
            <pc:sldMk cId="2547182882" sldId="425"/>
            <ac:cxnSpMk id="33" creationId="{AD7193FB-6AE6-4B3B-8F89-56B55DD63B4D}"/>
          </ac:cxnSpMkLst>
        </pc:cxnChg>
      </pc:sldChg>
      <pc:sldChg chg="del">
        <pc:chgData name="Clayton Silva" userId="29ef9a7b83f2ddc4" providerId="LiveId" clId="{F8AAABFC-021E-4CF1-A561-FA0D2AA30E02}" dt="2020-08-14T11:08:33.948" v="311" actId="47"/>
        <pc:sldMkLst>
          <pc:docMk/>
          <pc:sldMk cId="1263591866" sldId="428"/>
        </pc:sldMkLst>
      </pc:sldChg>
      <pc:sldChg chg="del">
        <pc:chgData name="Clayton Silva" userId="29ef9a7b83f2ddc4" providerId="LiveId" clId="{F8AAABFC-021E-4CF1-A561-FA0D2AA30E02}" dt="2020-08-14T11:08:36.589" v="312" actId="47"/>
        <pc:sldMkLst>
          <pc:docMk/>
          <pc:sldMk cId="549977791" sldId="430"/>
        </pc:sldMkLst>
      </pc:sldChg>
      <pc:sldChg chg="del">
        <pc:chgData name="Clayton Silva" userId="29ef9a7b83f2ddc4" providerId="LiveId" clId="{F8AAABFC-021E-4CF1-A561-FA0D2AA30E02}" dt="2020-08-14T11:08:40.032" v="313" actId="47"/>
        <pc:sldMkLst>
          <pc:docMk/>
          <pc:sldMk cId="1736873216" sldId="432"/>
        </pc:sldMkLst>
      </pc:sldChg>
      <pc:sldChg chg="addSp delSp modSp add mod">
        <pc:chgData name="Clayton Silva" userId="29ef9a7b83f2ddc4" providerId="LiveId" clId="{F8AAABFC-021E-4CF1-A561-FA0D2AA30E02}" dt="2020-08-14T11:05:34.928" v="250" actId="1076"/>
        <pc:sldMkLst>
          <pc:docMk/>
          <pc:sldMk cId="1375150691" sldId="433"/>
        </pc:sldMkLst>
        <pc:spChg chg="del">
          <ac:chgData name="Clayton Silva" userId="29ef9a7b83f2ddc4" providerId="LiveId" clId="{F8AAABFC-021E-4CF1-A561-FA0D2AA30E02}" dt="2020-08-14T11:04:22.368" v="198" actId="478"/>
          <ac:spMkLst>
            <pc:docMk/>
            <pc:sldMk cId="1375150691" sldId="433"/>
            <ac:spMk id="15" creationId="{5A759B61-D403-442F-B3F5-D63F7D76E397}"/>
          </ac:spMkLst>
        </pc:spChg>
        <pc:graphicFrameChg chg="add mod modGraphic">
          <ac:chgData name="Clayton Silva" userId="29ef9a7b83f2ddc4" providerId="LiveId" clId="{F8AAABFC-021E-4CF1-A561-FA0D2AA30E02}" dt="2020-08-14T11:05:34.928" v="250" actId="1076"/>
          <ac:graphicFrameMkLst>
            <pc:docMk/>
            <pc:sldMk cId="1375150691" sldId="433"/>
            <ac:graphicFrameMk id="4" creationId="{A36E4C17-FC1A-4429-A635-F177DE469901}"/>
          </ac:graphicFrameMkLst>
        </pc:graphicFrameChg>
        <pc:picChg chg="add del">
          <ac:chgData name="Clayton Silva" userId="29ef9a7b83f2ddc4" providerId="LiveId" clId="{F8AAABFC-021E-4CF1-A561-FA0D2AA30E02}" dt="2020-08-14T11:04:31.626" v="200"/>
          <ac:picMkLst>
            <pc:docMk/>
            <pc:sldMk cId="1375150691" sldId="433"/>
            <ac:picMk id="2" creationId="{81E4E4B5-0D28-4FF5-B1D9-2C5D46A76B9C}"/>
          </ac:picMkLst>
        </pc:picChg>
      </pc:sldChg>
      <pc:sldChg chg="addSp delSp modSp add mod">
        <pc:chgData name="Clayton Silva" userId="29ef9a7b83f2ddc4" providerId="LiveId" clId="{F8AAABFC-021E-4CF1-A561-FA0D2AA30E02}" dt="2020-08-14T11:07:03.218" v="307" actId="6549"/>
        <pc:sldMkLst>
          <pc:docMk/>
          <pc:sldMk cId="3648481844" sldId="434"/>
        </pc:sldMkLst>
        <pc:spChg chg="mod">
          <ac:chgData name="Clayton Silva" userId="29ef9a7b83f2ddc4" providerId="LiveId" clId="{F8AAABFC-021E-4CF1-A561-FA0D2AA30E02}" dt="2020-08-14T11:06:38.806" v="279" actId="20577"/>
          <ac:spMkLst>
            <pc:docMk/>
            <pc:sldMk cId="3648481844" sldId="434"/>
            <ac:spMk id="3" creationId="{3D751DFF-B427-46D1-9F50-5B783A22AB67}"/>
          </ac:spMkLst>
        </pc:spChg>
        <pc:graphicFrameChg chg="add mod modGraphic">
          <ac:chgData name="Clayton Silva" userId="29ef9a7b83f2ddc4" providerId="LiveId" clId="{F8AAABFC-021E-4CF1-A561-FA0D2AA30E02}" dt="2020-08-14T11:07:03.218" v="307" actId="6549"/>
          <ac:graphicFrameMkLst>
            <pc:docMk/>
            <pc:sldMk cId="3648481844" sldId="434"/>
            <ac:graphicFrameMk id="2" creationId="{1D6A3284-206E-4053-8DFD-2FA71EA39B90}"/>
          </ac:graphicFrameMkLst>
        </pc:graphicFrameChg>
        <pc:graphicFrameChg chg="del">
          <ac:chgData name="Clayton Silva" userId="29ef9a7b83f2ddc4" providerId="LiveId" clId="{F8AAABFC-021E-4CF1-A561-FA0D2AA30E02}" dt="2020-08-14T11:06:00.321" v="252" actId="478"/>
          <ac:graphicFrameMkLst>
            <pc:docMk/>
            <pc:sldMk cId="3648481844" sldId="434"/>
            <ac:graphicFrameMk id="4" creationId="{A36E4C17-FC1A-4429-A635-F177DE469901}"/>
          </ac:graphicFrameMkLst>
        </pc:graphicFrameChg>
      </pc:sldChg>
      <pc:sldChg chg="addSp delSp modSp new mod setBg modClrScheme setClrOvrMap chgLayout">
        <pc:chgData name="Clayton Silva" userId="29ef9a7b83f2ddc4" providerId="LiveId" clId="{F8AAABFC-021E-4CF1-A561-FA0D2AA30E02}" dt="2020-08-14T11:09:17.783" v="348" actId="26606"/>
        <pc:sldMkLst>
          <pc:docMk/>
          <pc:sldMk cId="1663965914" sldId="435"/>
        </pc:sldMkLst>
        <pc:spChg chg="del">
          <ac:chgData name="Clayton Silva" userId="29ef9a7b83f2ddc4" providerId="LiveId" clId="{F8AAABFC-021E-4CF1-A561-FA0D2AA30E02}" dt="2020-08-14T11:08:59.177" v="315" actId="700"/>
          <ac:spMkLst>
            <pc:docMk/>
            <pc:sldMk cId="1663965914" sldId="435"/>
            <ac:spMk id="2" creationId="{FD116439-D553-451E-8B5C-389A0DA7874E}"/>
          </ac:spMkLst>
        </pc:spChg>
        <pc:spChg chg="mod ord">
          <ac:chgData name="Clayton Silva" userId="29ef9a7b83f2ddc4" providerId="LiveId" clId="{F8AAABFC-021E-4CF1-A561-FA0D2AA30E02}" dt="2020-08-14T11:09:17.783" v="348" actId="26606"/>
          <ac:spMkLst>
            <pc:docMk/>
            <pc:sldMk cId="1663965914" sldId="435"/>
            <ac:spMk id="3" creationId="{98791AED-1E2C-4956-B46F-DFC9AA083959}"/>
          </ac:spMkLst>
        </pc:spChg>
        <pc:spChg chg="add mod ord">
          <ac:chgData name="Clayton Silva" userId="29ef9a7b83f2ddc4" providerId="LiveId" clId="{F8AAABFC-021E-4CF1-A561-FA0D2AA30E02}" dt="2020-08-14T11:09:17.783" v="348" actId="26606"/>
          <ac:spMkLst>
            <pc:docMk/>
            <pc:sldMk cId="1663965914" sldId="435"/>
            <ac:spMk id="4" creationId="{005E0172-ADB9-4847-9F2E-048C47C5F28D}"/>
          </ac:spMkLst>
        </pc:spChg>
        <pc:spChg chg="add">
          <ac:chgData name="Clayton Silva" userId="29ef9a7b83f2ddc4" providerId="LiveId" clId="{F8AAABFC-021E-4CF1-A561-FA0D2AA30E02}" dt="2020-08-14T11:09:17.783" v="348" actId="26606"/>
          <ac:spMkLst>
            <pc:docMk/>
            <pc:sldMk cId="1663965914" sldId="435"/>
            <ac:spMk id="9" creationId="{66B332A4-D438-4773-A77F-5ED49A448D9D}"/>
          </ac:spMkLst>
        </pc:spChg>
        <pc:spChg chg="add">
          <ac:chgData name="Clayton Silva" userId="29ef9a7b83f2ddc4" providerId="LiveId" clId="{F8AAABFC-021E-4CF1-A561-FA0D2AA30E02}" dt="2020-08-14T11:09:17.783" v="348" actId="26606"/>
          <ac:spMkLst>
            <pc:docMk/>
            <pc:sldMk cId="1663965914" sldId="435"/>
            <ac:spMk id="11" creationId="{DF9AD32D-FF05-44F4-BD4D-9CEE89B71EB9}"/>
          </ac:spMkLst>
        </pc:spChg>
      </pc:sldChg>
      <pc:sldChg chg="addSp delSp modSp new mod setBg modClrScheme chgLayout">
        <pc:chgData name="Clayton Silva" userId="29ef9a7b83f2ddc4" providerId="LiveId" clId="{F8AAABFC-021E-4CF1-A561-FA0D2AA30E02}" dt="2020-08-14T11:13:21.125" v="548" actId="113"/>
        <pc:sldMkLst>
          <pc:docMk/>
          <pc:sldMk cId="3827279124" sldId="436"/>
        </pc:sldMkLst>
        <pc:spChg chg="del mod ord">
          <ac:chgData name="Clayton Silva" userId="29ef9a7b83f2ddc4" providerId="LiveId" clId="{F8AAABFC-021E-4CF1-A561-FA0D2AA30E02}" dt="2020-08-14T11:09:34.007" v="350" actId="700"/>
          <ac:spMkLst>
            <pc:docMk/>
            <pc:sldMk cId="3827279124" sldId="436"/>
            <ac:spMk id="2" creationId="{5D7B5960-B6A9-4977-8690-6FA16361BBC9}"/>
          </ac:spMkLst>
        </pc:spChg>
        <pc:spChg chg="del mod ord">
          <ac:chgData name="Clayton Silva" userId="29ef9a7b83f2ddc4" providerId="LiveId" clId="{F8AAABFC-021E-4CF1-A561-FA0D2AA30E02}" dt="2020-08-14T11:12:48.805" v="545" actId="478"/>
          <ac:spMkLst>
            <pc:docMk/>
            <pc:sldMk cId="3827279124" sldId="436"/>
            <ac:spMk id="3" creationId="{AB4E93C7-036F-4027-9222-7C1EA7358901}"/>
          </ac:spMkLst>
        </pc:spChg>
        <pc:spChg chg="add mod ord">
          <ac:chgData name="Clayton Silva" userId="29ef9a7b83f2ddc4" providerId="LiveId" clId="{F8AAABFC-021E-4CF1-A561-FA0D2AA30E02}" dt="2020-08-14T11:12:54.102" v="546" actId="26606"/>
          <ac:spMkLst>
            <pc:docMk/>
            <pc:sldMk cId="3827279124" sldId="436"/>
            <ac:spMk id="4" creationId="{9988B9AA-ADDC-4673-998C-D730C75B5465}"/>
          </ac:spMkLst>
        </pc:spChg>
        <pc:spChg chg="add del mod ord">
          <ac:chgData name="Clayton Silva" userId="29ef9a7b83f2ddc4" providerId="LiveId" clId="{F8AAABFC-021E-4CF1-A561-FA0D2AA30E02}" dt="2020-08-14T11:12:42.597" v="544" actId="26606"/>
          <ac:spMkLst>
            <pc:docMk/>
            <pc:sldMk cId="3827279124" sldId="436"/>
            <ac:spMk id="5" creationId="{86234FC4-A2F0-4381-9F14-8D771E19A402}"/>
          </ac:spMkLst>
        </pc:spChg>
        <pc:spChg chg="add del">
          <ac:chgData name="Clayton Silva" userId="29ef9a7b83f2ddc4" providerId="LiveId" clId="{F8AAABFC-021E-4CF1-A561-FA0D2AA30E02}" dt="2020-08-14T11:12:54.102" v="546" actId="26606"/>
          <ac:spMkLst>
            <pc:docMk/>
            <pc:sldMk cId="3827279124" sldId="436"/>
            <ac:spMk id="11" creationId="{2F56F8EA-3356-4455-9899-320874F6E465}"/>
          </ac:spMkLst>
        </pc:spChg>
        <pc:spChg chg="add">
          <ac:chgData name="Clayton Silva" userId="29ef9a7b83f2ddc4" providerId="LiveId" clId="{F8AAABFC-021E-4CF1-A561-FA0D2AA30E02}" dt="2020-08-14T11:12:54.102" v="546" actId="26606"/>
          <ac:spMkLst>
            <pc:docMk/>
            <pc:sldMk cId="3827279124" sldId="436"/>
            <ac:spMk id="16" creationId="{E91DC736-0EF8-4F87-9146-EBF1D2EE4D3D}"/>
          </ac:spMkLst>
        </pc:spChg>
        <pc:spChg chg="add">
          <ac:chgData name="Clayton Silva" userId="29ef9a7b83f2ddc4" providerId="LiveId" clId="{F8AAABFC-021E-4CF1-A561-FA0D2AA30E02}" dt="2020-08-14T11:12:54.102" v="546" actId="26606"/>
          <ac:spMkLst>
            <pc:docMk/>
            <pc:sldMk cId="3827279124" sldId="436"/>
            <ac:spMk id="18" creationId="{097CD68E-23E3-4007-8847-CD0944C4F7BE}"/>
          </ac:spMkLst>
        </pc:spChg>
        <pc:spChg chg="add">
          <ac:chgData name="Clayton Silva" userId="29ef9a7b83f2ddc4" providerId="LiveId" clId="{F8AAABFC-021E-4CF1-A561-FA0D2AA30E02}" dt="2020-08-14T11:12:54.102" v="546" actId="26606"/>
          <ac:spMkLst>
            <pc:docMk/>
            <pc:sldMk cId="3827279124" sldId="436"/>
            <ac:spMk id="20" creationId="{AF2F604E-43BE-4DC3-B983-E071523364F8}"/>
          </ac:spMkLst>
        </pc:spChg>
        <pc:spChg chg="add">
          <ac:chgData name="Clayton Silva" userId="29ef9a7b83f2ddc4" providerId="LiveId" clId="{F8AAABFC-021E-4CF1-A561-FA0D2AA30E02}" dt="2020-08-14T11:12:54.102" v="546" actId="26606"/>
          <ac:spMkLst>
            <pc:docMk/>
            <pc:sldMk cId="3827279124" sldId="436"/>
            <ac:spMk id="22" creationId="{08C9B587-E65E-4B52-B37C-ABEBB6E87928}"/>
          </ac:spMkLst>
        </pc:spChg>
        <pc:graphicFrameChg chg="add mod">
          <ac:chgData name="Clayton Silva" userId="29ef9a7b83f2ddc4" providerId="LiveId" clId="{F8AAABFC-021E-4CF1-A561-FA0D2AA30E02}" dt="2020-08-14T11:13:21.125" v="548" actId="113"/>
          <ac:graphicFrameMkLst>
            <pc:docMk/>
            <pc:sldMk cId="3827279124" sldId="436"/>
            <ac:graphicFrameMk id="7" creationId="{4E3879BD-76DF-43AD-BB7B-5CCCC948F88C}"/>
          </ac:graphicFrameMkLst>
        </pc:graphicFrameChg>
      </pc:sldChg>
      <pc:sldMasterChg chg="delSldLayout">
        <pc:chgData name="Clayton Silva" userId="29ef9a7b83f2ddc4" providerId="LiveId" clId="{F8AAABFC-021E-4CF1-A561-FA0D2AA30E02}" dt="2020-08-14T11:08:40.032" v="313" actId="47"/>
        <pc:sldMasterMkLst>
          <pc:docMk/>
          <pc:sldMasterMk cId="0" sldId="2147483648"/>
        </pc:sldMasterMkLst>
        <pc:sldLayoutChg chg="del">
          <pc:chgData name="Clayton Silva" userId="29ef9a7b83f2ddc4" providerId="LiveId" clId="{F8AAABFC-021E-4CF1-A561-FA0D2AA30E02}" dt="2020-08-14T11:08:40.032" v="313" actId="47"/>
          <pc:sldLayoutMkLst>
            <pc:docMk/>
            <pc:sldMasterMk cId="0" sldId="2147483648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_graduação_miolo.png" descr="PPT_graduação_miolo.png">
            <a:extLst>
              <a:ext uri="{FF2B5EF4-FFF2-40B4-BE49-F238E27FC236}">
                <a16:creationId xmlns:a16="http://schemas.microsoft.com/office/drawing/2014/main" id="{729EB303-5CDF-4A12-83D8-BCCA17C29A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189333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8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689100" y="2604530"/>
            <a:ext cx="21005800" cy="984147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2400"/>
              </a:spcAft>
              <a:buNone/>
              <a:defRPr sz="4400"/>
            </a:lvl1pPr>
            <a:lvl2pPr marL="635000" indent="-635000">
              <a:spcBef>
                <a:spcPts val="0"/>
              </a:spcBef>
              <a:spcAft>
                <a:spcPts val="2400"/>
              </a:spcAft>
              <a:defRPr sz="4000"/>
            </a:lvl2pPr>
            <a:lvl3pPr marL="1335088" indent="-635000">
              <a:spcBef>
                <a:spcPts val="0"/>
              </a:spcBef>
              <a:spcAft>
                <a:spcPts val="2400"/>
              </a:spcAft>
              <a:defRPr sz="3600"/>
            </a:lvl3pPr>
            <a:lvl4pPr marL="2051050" indent="-635000">
              <a:spcBef>
                <a:spcPts val="0"/>
              </a:spcBef>
              <a:spcAft>
                <a:spcPts val="2400"/>
              </a:spcAft>
              <a:defRPr sz="3200"/>
            </a:lvl4pPr>
            <a:lvl5pPr marL="2768600" indent="-635000">
              <a:spcBef>
                <a:spcPts val="0"/>
              </a:spcBef>
              <a:spcAft>
                <a:spcPts val="2400"/>
              </a:spcAft>
              <a:defRPr sz="32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97760B0-873D-401C-B959-E28108C0A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724462" y="13081000"/>
            <a:ext cx="597921" cy="471924"/>
          </a:xfrm>
        </p:spPr>
        <p:txBody>
          <a:bodyPr/>
          <a:lstStyle/>
          <a:p>
            <a:fld id="{5D0C34D4-E406-4A74-B020-30BB69A49765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21213504" y="12168189"/>
            <a:ext cx="597920" cy="471924"/>
          </a:xfrm>
        </p:spPr>
        <p:txBody>
          <a:bodyPr/>
          <a:lstStyle/>
          <a:p>
            <a:fld id="{3D747B8F-3952-46BF-9FAB-EA6FCC0A18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7" r:id="rId5"/>
    <p:sldLayoutId id="2147483658" r:id="rId6"/>
    <p:sldLayoutId id="2147483661" r:id="rId7"/>
  </p:sldLayoutIdLst>
  <p:transition spd="med"/>
  <p:hf hdr="0" ftr="0" dt="0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9" name="PPT_graduação_capa.png" descr="PPT_graduação_capa.png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6094" y="10"/>
            <a:ext cx="24383998" cy="13715990"/>
          </a:xfrm>
          <a:prstGeom prst="rect">
            <a:avLst/>
          </a:prstGeom>
        </p:spPr>
      </p:pic>
      <p:sp>
        <p:nvSpPr>
          <p:cNvPr id="128" name="Rectangle 12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415204"/>
            <a:ext cx="24383998" cy="632429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itle"/>
          <p:cNvSpPr txBox="1">
            <a:spLocks noGrp="1"/>
          </p:cNvSpPr>
          <p:nvPr>
            <p:ph type="ctrTitle"/>
          </p:nvPr>
        </p:nvSpPr>
        <p:spPr>
          <a:xfrm>
            <a:off x="2194560" y="651100"/>
            <a:ext cx="20116800" cy="71495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pt-BR" sz="10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Engenharia de Computação</a:t>
            </a:r>
          </a:p>
        </p:txBody>
      </p:sp>
      <p:sp>
        <p:nvSpPr>
          <p:cNvPr id="121" name="Body"/>
          <p:cNvSpPr txBox="1">
            <a:spLocks noGrp="1"/>
          </p:cNvSpPr>
          <p:nvPr>
            <p:ph type="subTitle" sz="quarter" idx="1"/>
          </p:nvPr>
        </p:nvSpPr>
        <p:spPr>
          <a:xfrm>
            <a:off x="2200102" y="8144086"/>
            <a:ext cx="20116800" cy="2565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dirty="0">
                <a:solidFill>
                  <a:srgbClr val="FFFFFF"/>
                </a:solidFill>
              </a:rPr>
              <a:t>DISCIPLINA: Sistemas Digitais</a:t>
            </a:r>
          </a:p>
          <a:p>
            <a:pPr>
              <a:spcAft>
                <a:spcPts val="600"/>
              </a:spcAft>
            </a:pP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31A6E28-DDE7-4181-9277-2BEF8AA242AD}"/>
              </a:ext>
            </a:extLst>
          </p:cNvPr>
          <p:cNvSpPr txBox="1">
            <a:spLocks/>
          </p:cNvSpPr>
          <p:nvPr/>
        </p:nvSpPr>
        <p:spPr>
          <a:xfrm>
            <a:off x="1778000" y="10280392"/>
            <a:ext cx="20828000" cy="1816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spcAft>
                <a:spcPts val="600"/>
              </a:spcAft>
            </a:pPr>
            <a:r>
              <a:rPr lang="pt-BR" sz="4800" dirty="0"/>
              <a:t>Prof. Clayton J A Silva, MSc</a:t>
            </a:r>
          </a:p>
          <a:p>
            <a:pPr hangingPunct="1">
              <a:spcAft>
                <a:spcPts val="600"/>
              </a:spcAft>
            </a:pPr>
            <a:r>
              <a:rPr lang="pt-BR" sz="4800" dirty="0"/>
              <a:t>clayton.silva@professores.ibmec.edu.br</a:t>
            </a:r>
          </a:p>
          <a:p>
            <a:pPr hangingPunct="1">
              <a:spcAft>
                <a:spcPts val="600"/>
              </a:spcAft>
            </a:pPr>
            <a:endParaRPr lang="pt-BR" sz="4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D384-3008-9CDC-B6F6-EA76E106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5BB38-37BD-2B2C-5DF5-06CB67B4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2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A81069-8B18-7D47-F632-8D8FCCD6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15" t="12828" r="9735" b="8586"/>
          <a:stretch/>
        </p:blipFill>
        <p:spPr>
          <a:xfrm>
            <a:off x="477983" y="81020"/>
            <a:ext cx="23150948" cy="1342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7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B4E04-15BC-DC25-3FFE-94732CE0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FF6CAB-A310-2A22-F716-14DF1653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3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734CD6C-2C4E-3871-D1C7-2243FB8A4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5" t="20707" r="14167" b="15657"/>
          <a:stretch/>
        </p:blipFill>
        <p:spPr>
          <a:xfrm>
            <a:off x="290943" y="374073"/>
            <a:ext cx="23903447" cy="1151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5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86A1-9617-64E1-1E25-F67E8ADB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08ABA9-C196-03DF-2E78-997AF1C2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4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5EF2C1-0633-201B-F2A5-B22F2219CB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29" t="14647" r="15189" b="52626"/>
          <a:stretch/>
        </p:blipFill>
        <p:spPr>
          <a:xfrm>
            <a:off x="1570179" y="4946073"/>
            <a:ext cx="21243642" cy="573578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C1171AA-AE9E-6DD8-AC84-33C26ED6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79" y="1457037"/>
            <a:ext cx="21005800" cy="2286000"/>
          </a:xfrm>
        </p:spPr>
        <p:txBody>
          <a:bodyPr>
            <a:noAutofit/>
          </a:bodyPr>
          <a:lstStyle/>
          <a:p>
            <a:r>
              <a:rPr lang="pt-BR" sz="7200" dirty="0"/>
              <a:t>Implementação de FF D usando FF JK</a:t>
            </a:r>
          </a:p>
        </p:txBody>
      </p:sp>
    </p:spTree>
    <p:extLst>
      <p:ext uri="{BB962C8B-B14F-4D97-AF65-F5344CB8AC3E}">
        <p14:creationId xmlns:p14="http://schemas.microsoft.com/office/powerpoint/2010/main" val="364266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723C-5680-A7A8-ED41-70B793DA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8F8C3C-877C-D09A-26C0-1641065E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5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60187CE-8E0D-6B7B-13D5-B498356E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52" t="20303" r="28030" b="59091"/>
          <a:stretch/>
        </p:blipFill>
        <p:spPr>
          <a:xfrm>
            <a:off x="3678380" y="2410690"/>
            <a:ext cx="16270121" cy="38238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4760F24-00BE-4629-D811-5E3D4E128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29" t="47374" r="18599" b="19697"/>
          <a:stretch/>
        </p:blipFill>
        <p:spPr>
          <a:xfrm>
            <a:off x="3319988" y="6587836"/>
            <a:ext cx="16628513" cy="494607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31290EE5-52DC-D786-6A87-FCF0D8BC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76382"/>
            <a:ext cx="21005800" cy="2286000"/>
          </a:xfrm>
        </p:spPr>
        <p:txBody>
          <a:bodyPr>
            <a:noAutofit/>
          </a:bodyPr>
          <a:lstStyle/>
          <a:p>
            <a:r>
              <a:rPr lang="pt-BR" sz="7200" dirty="0"/>
              <a:t>Implementação de FF T usando FF JK</a:t>
            </a:r>
          </a:p>
        </p:txBody>
      </p:sp>
    </p:spTree>
    <p:extLst>
      <p:ext uri="{BB962C8B-B14F-4D97-AF65-F5344CB8AC3E}">
        <p14:creationId xmlns:p14="http://schemas.microsoft.com/office/powerpoint/2010/main" val="397380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E32E1-16AD-729F-FF4F-10078469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37949E-071F-4826-4323-65B7EA2F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6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EF1496-9287-5908-85E6-6E41468D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3" t="23737" r="20984" b="13839"/>
          <a:stretch/>
        </p:blipFill>
        <p:spPr>
          <a:xfrm>
            <a:off x="2998348" y="665406"/>
            <a:ext cx="20201085" cy="1238518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71DB271-53F8-B5C0-B9A8-59A54720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724" y="665406"/>
            <a:ext cx="8218057" cy="2286000"/>
          </a:xfrm>
        </p:spPr>
        <p:txBody>
          <a:bodyPr>
            <a:noAutofit/>
          </a:bodyPr>
          <a:lstStyle/>
          <a:p>
            <a:r>
              <a:rPr lang="pt-BR" sz="7200" dirty="0"/>
              <a:t>Transferência de dados em paralelo</a:t>
            </a:r>
          </a:p>
        </p:txBody>
      </p:sp>
    </p:spTree>
    <p:extLst>
      <p:ext uri="{BB962C8B-B14F-4D97-AF65-F5344CB8AC3E}">
        <p14:creationId xmlns:p14="http://schemas.microsoft.com/office/powerpoint/2010/main" val="235942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623AC-04EF-EA62-85A5-FE02D9C5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B942F1-ABB4-3435-7707-03E5BA06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7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12213A-4BEA-5294-0B22-B0478083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92" t="19293" r="31653" b="16263"/>
          <a:stretch/>
        </p:blipFill>
        <p:spPr>
          <a:xfrm>
            <a:off x="6961909" y="109481"/>
            <a:ext cx="16766313" cy="1340045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6E308F2-C37D-215C-C06D-B964ECE5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724" y="665406"/>
            <a:ext cx="8218057" cy="2286000"/>
          </a:xfrm>
        </p:spPr>
        <p:txBody>
          <a:bodyPr>
            <a:noAutofit/>
          </a:bodyPr>
          <a:lstStyle/>
          <a:p>
            <a:r>
              <a:rPr lang="pt-BR" sz="7200" dirty="0"/>
              <a:t>Transferência de dados em paralelo</a:t>
            </a:r>
          </a:p>
        </p:txBody>
      </p:sp>
    </p:spTree>
    <p:extLst>
      <p:ext uri="{BB962C8B-B14F-4D97-AF65-F5344CB8AC3E}">
        <p14:creationId xmlns:p14="http://schemas.microsoft.com/office/powerpoint/2010/main" val="116951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79C4-D5C7-1202-00DB-489926E2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588CC6-A0C0-0E8C-070C-EDD0F6A7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8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C0D020-8CCB-1B33-E780-81A48BAF0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97" t="13837" r="19053" b="6768"/>
          <a:stretch/>
        </p:blipFill>
        <p:spPr>
          <a:xfrm>
            <a:off x="6733309" y="393046"/>
            <a:ext cx="17061873" cy="1296966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A27BFA1-54A3-3A2C-452E-E0E8476E1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18" y="5507570"/>
            <a:ext cx="8218057" cy="2286000"/>
          </a:xfrm>
        </p:spPr>
        <p:txBody>
          <a:bodyPr>
            <a:noAutofit/>
          </a:bodyPr>
          <a:lstStyle/>
          <a:p>
            <a:r>
              <a:rPr lang="pt-BR" sz="7200" dirty="0"/>
              <a:t>Registrador de deslocamento</a:t>
            </a:r>
          </a:p>
        </p:txBody>
      </p:sp>
    </p:spTree>
    <p:extLst>
      <p:ext uri="{BB962C8B-B14F-4D97-AF65-F5344CB8AC3E}">
        <p14:creationId xmlns:p14="http://schemas.microsoft.com/office/powerpoint/2010/main" val="1258968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0E71-C6D2-FC20-90D1-68FD4E6AF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07A969-C720-2AA9-0AF5-88B06769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9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979312B-16EC-53DE-9C8F-44C208B7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15" t="25758" r="16780" b="9192"/>
          <a:stretch/>
        </p:blipFill>
        <p:spPr>
          <a:xfrm>
            <a:off x="401779" y="365606"/>
            <a:ext cx="20109873" cy="1297671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860B5D-586D-D47F-A3E0-4301FC89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0309" y="1075887"/>
            <a:ext cx="6853385" cy="2286000"/>
          </a:xfrm>
        </p:spPr>
        <p:txBody>
          <a:bodyPr>
            <a:noAutofit/>
          </a:bodyPr>
          <a:lstStyle/>
          <a:p>
            <a:r>
              <a:rPr lang="pt-BR" sz="7200" dirty="0"/>
              <a:t>Divisor de frequência e contador</a:t>
            </a:r>
          </a:p>
        </p:txBody>
      </p:sp>
    </p:spTree>
    <p:extLst>
      <p:ext uri="{BB962C8B-B14F-4D97-AF65-F5344CB8AC3E}">
        <p14:creationId xmlns:p14="http://schemas.microsoft.com/office/powerpoint/2010/main" val="287144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BAE20-DB97-1786-76F0-B9A87CC0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6EEEC5-8D68-02E2-6A0B-0A8DB66D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10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E9C6A00-060B-C247-6222-BCD61169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0309" y="1075887"/>
            <a:ext cx="6853385" cy="2286000"/>
          </a:xfrm>
        </p:spPr>
        <p:txBody>
          <a:bodyPr>
            <a:noAutofit/>
          </a:bodyPr>
          <a:lstStyle/>
          <a:p>
            <a:r>
              <a:rPr lang="pt-BR" sz="7200" dirty="0"/>
              <a:t>Conversão paralela serial com </a:t>
            </a:r>
            <a:r>
              <a:rPr lang="pt-BR" sz="7200" dirty="0" err="1"/>
              <a:t>Mux</a:t>
            </a:r>
            <a:endParaRPr lang="pt-BR" sz="7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CA53A61-C29D-2035-19BA-31F5E014E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44" y="0"/>
            <a:ext cx="15752019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2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0A5C-C6DC-F28D-1D1B-C1E95694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EB5F69-1BD1-9398-693D-22CBA522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11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57962B-4AC2-714A-4FE5-AD429349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70" t="22929" r="17234" b="11819"/>
          <a:stretch/>
        </p:blipFill>
        <p:spPr>
          <a:xfrm>
            <a:off x="249382" y="415635"/>
            <a:ext cx="20964122" cy="1265684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3194979-4461-40CE-9474-7D9690F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6764" y="1075887"/>
            <a:ext cx="5086930" cy="2286000"/>
          </a:xfrm>
        </p:spPr>
        <p:txBody>
          <a:bodyPr>
            <a:noAutofit/>
          </a:bodyPr>
          <a:lstStyle/>
          <a:p>
            <a:r>
              <a:rPr lang="pt-BR" sz="7200" dirty="0"/>
              <a:t>Contador de 4 bits</a:t>
            </a:r>
          </a:p>
        </p:txBody>
      </p:sp>
    </p:spTree>
    <p:extLst>
      <p:ext uri="{BB962C8B-B14F-4D97-AF65-F5344CB8AC3E}">
        <p14:creationId xmlns:p14="http://schemas.microsoft.com/office/powerpoint/2010/main" val="898761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8527-3CC8-BD42-353B-CCF25482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54DF1A-049B-7C22-DA57-64119D06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B8F-3952-46BF-9FAB-EA6FCC0A18DC}" type="slidenum">
              <a:rPr lang="pt-BR" smtClean="0"/>
              <a:t>12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65602B-FC7A-EA7D-1B09-177FBC921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15" t="25758" r="16780" b="9192"/>
          <a:stretch/>
        </p:blipFill>
        <p:spPr>
          <a:xfrm>
            <a:off x="401779" y="365606"/>
            <a:ext cx="20109873" cy="1297671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1F59616-FA7F-9456-9F73-B3240DBE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0309" y="1075887"/>
            <a:ext cx="6853385" cy="2286000"/>
          </a:xfrm>
        </p:spPr>
        <p:txBody>
          <a:bodyPr>
            <a:noAutofit/>
          </a:bodyPr>
          <a:lstStyle/>
          <a:p>
            <a:r>
              <a:rPr lang="pt-BR" sz="7200" dirty="0"/>
              <a:t>Divisor de frequência e contador</a:t>
            </a:r>
          </a:p>
        </p:txBody>
      </p:sp>
    </p:spTree>
    <p:extLst>
      <p:ext uri="{BB962C8B-B14F-4D97-AF65-F5344CB8AC3E}">
        <p14:creationId xmlns:p14="http://schemas.microsoft.com/office/powerpoint/2010/main" val="350474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PT_graduação_contracapa.png" descr="PPT_graduação_contra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aixaDeTexto 2"/>
          <p:cNvSpPr txBox="1"/>
          <p:nvPr/>
        </p:nvSpPr>
        <p:spPr>
          <a:xfrm>
            <a:off x="2160971" y="11172650"/>
            <a:ext cx="5681043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8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Calibri" panose="020F0502020204030204" pitchFamily="34" charset="0"/>
                <a:cs typeface="Calibri" panose="020F0502020204030204" pitchFamily="34" charset="0"/>
                <a:sym typeface="Helvetica Neue"/>
              </a:rPr>
              <a:t>OBRIGADO!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487C0E-E54F-40D7-A4E0-54F5A78F2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C34D4-E406-4A74-B020-30BB69A49765}" type="slidenum">
              <a:rPr lang="pt-BR" smtClean="0"/>
              <a:pPr/>
              <a:t>13</a:t>
            </a:fld>
            <a:endParaRPr lang="pt-BR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AC1FADC71DC641B1C88EDCA8A738BD" ma:contentTypeVersion="9" ma:contentTypeDescription="Crie um novo documento." ma:contentTypeScope="" ma:versionID="b2ba5c05f7feb583484f3d330bfd4d41">
  <xsd:schema xmlns:xsd="http://www.w3.org/2001/XMLSchema" xmlns:xs="http://www.w3.org/2001/XMLSchema" xmlns:p="http://schemas.microsoft.com/office/2006/metadata/properties" xmlns:ns2="4620a0fb-8c8e-452c-99f9-831cb1282a4d" xmlns:ns3="d2b67046-0f4f-4fd2-9a89-c98ef0fc6e42" targetNamespace="http://schemas.microsoft.com/office/2006/metadata/properties" ma:root="true" ma:fieldsID="450c8be9e95e4e1adec287857fc41ebe" ns2:_="" ns3:_="">
    <xsd:import namespace="4620a0fb-8c8e-452c-99f9-831cb1282a4d"/>
    <xsd:import namespace="d2b67046-0f4f-4fd2-9a89-c98ef0fc6e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20a0fb-8c8e-452c-99f9-831cb1282a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67046-0f4f-4fd2-9a89-c98ef0fc6e4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2B0F66-32D8-4318-9FAE-9EACF69D737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A8ECF9-7567-461A-B635-D7A1660AA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42B401-7F53-433D-B941-B748B6AF5C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20a0fb-8c8e-452c-99f9-831cb1282a4d"/>
    <ds:schemaRef ds:uri="d2b67046-0f4f-4fd2-9a89-c98ef0fc6e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86</Words>
  <Application>Microsoft Office PowerPoint</Application>
  <PresentationFormat>Personalizar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Calibri</vt:lpstr>
      <vt:lpstr>Helvetica Neue</vt:lpstr>
      <vt:lpstr>Helvetica Neue Light</vt:lpstr>
      <vt:lpstr>Helvetica Neue Medium</vt:lpstr>
      <vt:lpstr>White</vt:lpstr>
      <vt:lpstr>Engenharia de Computação</vt:lpstr>
      <vt:lpstr>Apresentação do PowerPoint</vt:lpstr>
      <vt:lpstr>Apresentação do PowerPoint</vt:lpstr>
      <vt:lpstr>Implementação de FF D usando FF JK</vt:lpstr>
      <vt:lpstr>Implementação de FF T usando FF JK</vt:lpstr>
      <vt:lpstr>Transferência de dados em paralelo</vt:lpstr>
      <vt:lpstr>Transferência de dados em paralelo</vt:lpstr>
      <vt:lpstr>Registrador de deslocamento</vt:lpstr>
      <vt:lpstr>Divisor de frequência e contador</vt:lpstr>
      <vt:lpstr>Conversão paralela serial com Mux</vt:lpstr>
      <vt:lpstr>Contador de 4 bits</vt:lpstr>
      <vt:lpstr>Divisor de frequência e contador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Curso: Engenharia de Computação</dc:title>
  <dc:creator>Clayton Silva</dc:creator>
  <cp:lastModifiedBy>Clayton Silva</cp:lastModifiedBy>
  <cp:revision>1</cp:revision>
  <dcterms:created xsi:type="dcterms:W3CDTF">2020-09-16T23:41:12Z</dcterms:created>
  <dcterms:modified xsi:type="dcterms:W3CDTF">2024-11-06T16:13:48Z</dcterms:modified>
</cp:coreProperties>
</file>