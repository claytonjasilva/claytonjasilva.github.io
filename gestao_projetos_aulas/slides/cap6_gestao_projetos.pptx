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301" r:id="rId10"/>
    <p:sldId id="263" r:id="rId11"/>
    <p:sldId id="267" r:id="rId12"/>
    <p:sldId id="268" r:id="rId13"/>
    <p:sldId id="269" r:id="rId14"/>
    <p:sldId id="271" r:id="rId15"/>
    <p:sldId id="300" r:id="rId16"/>
    <p:sldId id="275" r:id="rId17"/>
    <p:sldId id="276" r:id="rId18"/>
    <p:sldId id="281" r:id="rId19"/>
    <p:sldId id="283" r:id="rId20"/>
    <p:sldId id="285" r:id="rId21"/>
    <p:sldId id="286" r:id="rId22"/>
    <p:sldId id="290" r:id="rId23"/>
    <p:sldId id="293" r:id="rId24"/>
    <p:sldId id="294" r:id="rId25"/>
    <p:sldId id="304" r:id="rId26"/>
    <p:sldId id="295" r:id="rId27"/>
    <p:sldId id="302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D4962E-1ECA-4294-B2C0-23BF93473B02}" v="3" dt="2026-10-29T17:41:52.7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yton Silva" userId="29ef9a7b83f2ddc4" providerId="LiveId" clId="{58335943-2BE6-42EC-897C-A1C4427AB656}"/>
    <pc:docChg chg="undo custSel addSld delSld modSld sldOrd">
      <pc:chgData name="Clayton Silva" userId="29ef9a7b83f2ddc4" providerId="LiveId" clId="{58335943-2BE6-42EC-897C-A1C4427AB656}" dt="2026-10-29T17:45:29.631" v="2052" actId="20577"/>
      <pc:docMkLst>
        <pc:docMk/>
      </pc:docMkLst>
      <pc:sldChg chg="delSp modSp mod">
        <pc:chgData name="Clayton Silva" userId="29ef9a7b83f2ddc4" providerId="LiveId" clId="{58335943-2BE6-42EC-897C-A1C4427AB656}" dt="2026-10-29T17:41:52.703" v="2005"/>
        <pc:sldMkLst>
          <pc:docMk/>
          <pc:sldMk cId="591414994" sldId="257"/>
        </pc:sldMkLst>
        <pc:spChg chg="mod">
          <ac:chgData name="Clayton Silva" userId="29ef9a7b83f2ddc4" providerId="LiveId" clId="{58335943-2BE6-42EC-897C-A1C4427AB656}" dt="2026-10-29T16:26:01.226" v="52" actId="12"/>
          <ac:spMkLst>
            <pc:docMk/>
            <pc:sldMk cId="591414994" sldId="257"/>
            <ac:spMk id="4" creationId="{4BAF722D-85A9-44E9-922D-21C9CF6DA17C}"/>
          </ac:spMkLst>
        </pc:spChg>
        <pc:spChg chg="mod">
          <ac:chgData name="Clayton Silva" userId="29ef9a7b83f2ddc4" providerId="LiveId" clId="{58335943-2BE6-42EC-897C-A1C4427AB656}" dt="2026-10-29T16:27:08.298" v="90" actId="14100"/>
          <ac:spMkLst>
            <pc:docMk/>
            <pc:sldMk cId="591414994" sldId="257"/>
            <ac:spMk id="5" creationId="{B155E4BC-F2C2-4014-8F03-E6BF30990D8E}"/>
          </ac:spMkLst>
        </pc:spChg>
        <pc:spChg chg="mod">
          <ac:chgData name="Clayton Silva" userId="29ef9a7b83f2ddc4" providerId="LiveId" clId="{58335943-2BE6-42EC-897C-A1C4427AB656}" dt="2026-10-29T16:27:15.431" v="91" actId="12"/>
          <ac:spMkLst>
            <pc:docMk/>
            <pc:sldMk cId="591414994" sldId="257"/>
            <ac:spMk id="6" creationId="{3A0DBF1F-06BE-4A77-A6ED-D954A8604F46}"/>
          </ac:spMkLst>
        </pc:spChg>
        <pc:spChg chg="del">
          <ac:chgData name="Clayton Silva" userId="29ef9a7b83f2ddc4" providerId="LiveId" clId="{58335943-2BE6-42EC-897C-A1C4427AB656}" dt="2026-10-29T16:27:43.828" v="92" actId="478"/>
          <ac:spMkLst>
            <pc:docMk/>
            <pc:sldMk cId="591414994" sldId="257"/>
            <ac:spMk id="7" creationId="{CF877039-FE02-4FDC-A070-55DB09EB6E22}"/>
          </ac:spMkLst>
        </pc:spChg>
        <pc:spChg chg="mod">
          <ac:chgData name="Clayton Silva" userId="29ef9a7b83f2ddc4" providerId="LiveId" clId="{58335943-2BE6-42EC-897C-A1C4427AB656}" dt="2026-10-29T17:41:52.703" v="2005"/>
          <ac:spMkLst>
            <pc:docMk/>
            <pc:sldMk cId="591414994" sldId="257"/>
            <ac:spMk id="8" creationId="{10DB2F5F-317F-4EB0-B293-AEF7A0BAF4FB}"/>
          </ac:spMkLst>
        </pc:spChg>
      </pc:sldChg>
      <pc:sldChg chg="modSp mod">
        <pc:chgData name="Clayton Silva" userId="29ef9a7b83f2ddc4" providerId="LiveId" clId="{58335943-2BE6-42EC-897C-A1C4427AB656}" dt="2026-10-29T17:41:52.703" v="2005"/>
        <pc:sldMkLst>
          <pc:docMk/>
          <pc:sldMk cId="1385180333" sldId="258"/>
        </pc:sldMkLst>
        <pc:spChg chg="mod">
          <ac:chgData name="Clayton Silva" userId="29ef9a7b83f2ddc4" providerId="LiveId" clId="{58335943-2BE6-42EC-897C-A1C4427AB656}" dt="2026-10-29T16:28:32.328" v="97" actId="113"/>
          <ac:spMkLst>
            <pc:docMk/>
            <pc:sldMk cId="1385180333" sldId="258"/>
            <ac:spMk id="4" creationId="{8784F2B0-16F2-4A9C-AD15-C2C3E0B25614}"/>
          </ac:spMkLst>
        </pc:spChg>
        <pc:spChg chg="mod">
          <ac:chgData name="Clayton Silva" userId="29ef9a7b83f2ddc4" providerId="LiveId" clId="{58335943-2BE6-42EC-897C-A1C4427AB656}" dt="2026-10-29T16:28:42.376" v="107" actId="1036"/>
          <ac:spMkLst>
            <pc:docMk/>
            <pc:sldMk cId="1385180333" sldId="258"/>
            <ac:spMk id="5" creationId="{7184E045-9490-4F34-AD18-492217DE3D1B}"/>
          </ac:spMkLst>
        </pc:spChg>
        <pc:spChg chg="mod">
          <ac:chgData name="Clayton Silva" userId="29ef9a7b83f2ddc4" providerId="LiveId" clId="{58335943-2BE6-42EC-897C-A1C4427AB656}" dt="2026-10-29T16:29:29.516" v="140" actId="20577"/>
          <ac:spMkLst>
            <pc:docMk/>
            <pc:sldMk cId="1385180333" sldId="258"/>
            <ac:spMk id="6" creationId="{E1EA5086-8B6F-462F-9C9B-29BEB47137CB}"/>
          </ac:spMkLst>
        </pc:spChg>
        <pc:spChg chg="mod">
          <ac:chgData name="Clayton Silva" userId="29ef9a7b83f2ddc4" providerId="LiveId" clId="{58335943-2BE6-42EC-897C-A1C4427AB656}" dt="2026-10-29T17:41:52.703" v="2005"/>
          <ac:spMkLst>
            <pc:docMk/>
            <pc:sldMk cId="1385180333" sldId="258"/>
            <ac:spMk id="8" creationId="{7621951F-C5EE-4602-A837-8703D46905D2}"/>
          </ac:spMkLst>
        </pc:spChg>
      </pc:sldChg>
      <pc:sldChg chg="modSp mod">
        <pc:chgData name="Clayton Silva" userId="29ef9a7b83f2ddc4" providerId="LiveId" clId="{58335943-2BE6-42EC-897C-A1C4427AB656}" dt="2026-10-29T17:45:29.631" v="2052" actId="20577"/>
        <pc:sldMkLst>
          <pc:docMk/>
          <pc:sldMk cId="1679338282" sldId="259"/>
        </pc:sldMkLst>
        <pc:spChg chg="mod">
          <ac:chgData name="Clayton Silva" userId="29ef9a7b83f2ddc4" providerId="LiveId" clId="{58335943-2BE6-42EC-897C-A1C4427AB656}" dt="2026-10-29T16:32:07.355" v="221" actId="207"/>
          <ac:spMkLst>
            <pc:docMk/>
            <pc:sldMk cId="1679338282" sldId="259"/>
            <ac:spMk id="4" creationId="{6AE16690-4277-4152-963E-BDC12F95A56E}"/>
          </ac:spMkLst>
        </pc:spChg>
        <pc:spChg chg="mod">
          <ac:chgData name="Clayton Silva" userId="29ef9a7b83f2ddc4" providerId="LiveId" clId="{58335943-2BE6-42EC-897C-A1C4427AB656}" dt="2026-10-29T16:32:48.068" v="237" actId="207"/>
          <ac:spMkLst>
            <pc:docMk/>
            <pc:sldMk cId="1679338282" sldId="259"/>
            <ac:spMk id="5" creationId="{C7CEB2B7-DD42-42C8-905F-C97D811EF0D7}"/>
          </ac:spMkLst>
        </pc:spChg>
        <pc:spChg chg="mod">
          <ac:chgData name="Clayton Silva" userId="29ef9a7b83f2ddc4" providerId="LiveId" clId="{58335943-2BE6-42EC-897C-A1C4427AB656}" dt="2026-10-29T16:33:03.779" v="251" actId="207"/>
          <ac:spMkLst>
            <pc:docMk/>
            <pc:sldMk cId="1679338282" sldId="259"/>
            <ac:spMk id="6" creationId="{AE0BC8DC-67CC-41F6-ACC3-B51367AFC186}"/>
          </ac:spMkLst>
        </pc:spChg>
        <pc:spChg chg="mod">
          <ac:chgData name="Clayton Silva" userId="29ef9a7b83f2ddc4" providerId="LiveId" clId="{58335943-2BE6-42EC-897C-A1C4427AB656}" dt="2026-10-29T16:33:10.496" v="252" actId="113"/>
          <ac:spMkLst>
            <pc:docMk/>
            <pc:sldMk cId="1679338282" sldId="259"/>
            <ac:spMk id="7" creationId="{37A584BB-0CF6-49D4-8BCA-0DB85AEF7E13}"/>
          </ac:spMkLst>
        </pc:spChg>
        <pc:spChg chg="mod">
          <ac:chgData name="Clayton Silva" userId="29ef9a7b83f2ddc4" providerId="LiveId" clId="{58335943-2BE6-42EC-897C-A1C4427AB656}" dt="2026-10-29T17:45:29.631" v="2052" actId="20577"/>
          <ac:spMkLst>
            <pc:docMk/>
            <pc:sldMk cId="1679338282" sldId="259"/>
            <ac:spMk id="8" creationId="{4D1E6D0A-89A9-4A17-9FC1-1EBCF75DA982}"/>
          </ac:spMkLst>
        </pc:spChg>
      </pc:sldChg>
      <pc:sldChg chg="delSp modSp mod">
        <pc:chgData name="Clayton Silva" userId="29ef9a7b83f2ddc4" providerId="LiveId" clId="{58335943-2BE6-42EC-897C-A1C4427AB656}" dt="2026-10-29T17:41:52.703" v="2005"/>
        <pc:sldMkLst>
          <pc:docMk/>
          <pc:sldMk cId="597288786" sldId="261"/>
        </pc:sldMkLst>
        <pc:spChg chg="mod">
          <ac:chgData name="Clayton Silva" userId="29ef9a7b83f2ddc4" providerId="LiveId" clId="{58335943-2BE6-42EC-897C-A1C4427AB656}" dt="2026-10-29T16:35:06.939" v="291" actId="207"/>
          <ac:spMkLst>
            <pc:docMk/>
            <pc:sldMk cId="597288786" sldId="261"/>
            <ac:spMk id="4" creationId="{0306CC89-8738-406B-861C-EAF77CE9440F}"/>
          </ac:spMkLst>
        </pc:spChg>
        <pc:spChg chg="mod">
          <ac:chgData name="Clayton Silva" userId="29ef9a7b83f2ddc4" providerId="LiveId" clId="{58335943-2BE6-42EC-897C-A1C4427AB656}" dt="2026-10-29T16:35:24.312" v="293" actId="1036"/>
          <ac:spMkLst>
            <pc:docMk/>
            <pc:sldMk cId="597288786" sldId="261"/>
            <ac:spMk id="5" creationId="{988D26D7-FEE5-4308-8CB4-BE7791D1CB18}"/>
          </ac:spMkLst>
        </pc:spChg>
        <pc:spChg chg="del mod">
          <ac:chgData name="Clayton Silva" userId="29ef9a7b83f2ddc4" providerId="LiveId" clId="{58335943-2BE6-42EC-897C-A1C4427AB656}" dt="2026-10-29T17:06:55.332" v="1076" actId="478"/>
          <ac:spMkLst>
            <pc:docMk/>
            <pc:sldMk cId="597288786" sldId="261"/>
            <ac:spMk id="6" creationId="{BE849C9C-C039-4AF5-8643-74BA9DE8AA45}"/>
          </ac:spMkLst>
        </pc:spChg>
        <pc:spChg chg="mod">
          <ac:chgData name="Clayton Silva" userId="29ef9a7b83f2ddc4" providerId="LiveId" clId="{58335943-2BE6-42EC-897C-A1C4427AB656}" dt="2026-10-29T17:41:52.703" v="2005"/>
          <ac:spMkLst>
            <pc:docMk/>
            <pc:sldMk cId="597288786" sldId="261"/>
            <ac:spMk id="9" creationId="{BCA7F4EF-3971-4C69-A8FF-A8F31BCAAC9E}"/>
          </ac:spMkLst>
        </pc:spChg>
      </pc:sldChg>
      <pc:sldChg chg="addSp modSp mod">
        <pc:chgData name="Clayton Silva" userId="29ef9a7b83f2ddc4" providerId="LiveId" clId="{58335943-2BE6-42EC-897C-A1C4427AB656}" dt="2026-10-29T17:41:52.703" v="2005"/>
        <pc:sldMkLst>
          <pc:docMk/>
          <pc:sldMk cId="175748750" sldId="262"/>
        </pc:sldMkLst>
        <pc:spChg chg="mod">
          <ac:chgData name="Clayton Silva" userId="29ef9a7b83f2ddc4" providerId="LiveId" clId="{58335943-2BE6-42EC-897C-A1C4427AB656}" dt="2026-10-29T16:38:50.283" v="451" actId="6549"/>
          <ac:spMkLst>
            <pc:docMk/>
            <pc:sldMk cId="175748750" sldId="262"/>
            <ac:spMk id="4" creationId="{A5D7E9DB-F476-4284-84D7-1D6A7B58E01D}"/>
          </ac:spMkLst>
        </pc:spChg>
        <pc:spChg chg="mod">
          <ac:chgData name="Clayton Silva" userId="29ef9a7b83f2ddc4" providerId="LiveId" clId="{58335943-2BE6-42EC-897C-A1C4427AB656}" dt="2026-10-29T16:39:02.251" v="474" actId="6549"/>
          <ac:spMkLst>
            <pc:docMk/>
            <pc:sldMk cId="175748750" sldId="262"/>
            <ac:spMk id="5" creationId="{71A0AC6D-20A7-414B-93A6-F32FABD4BDB7}"/>
          </ac:spMkLst>
        </pc:spChg>
        <pc:spChg chg="mod">
          <ac:chgData name="Clayton Silva" userId="29ef9a7b83f2ddc4" providerId="LiveId" clId="{58335943-2BE6-42EC-897C-A1C4427AB656}" dt="2026-10-29T16:39:17.171" v="492" actId="20577"/>
          <ac:spMkLst>
            <pc:docMk/>
            <pc:sldMk cId="175748750" sldId="262"/>
            <ac:spMk id="6" creationId="{EC966710-0B81-4B05-BD78-7B5D4E6AB3F0}"/>
          </ac:spMkLst>
        </pc:spChg>
        <pc:spChg chg="mod">
          <ac:chgData name="Clayton Silva" userId="29ef9a7b83f2ddc4" providerId="LiveId" clId="{58335943-2BE6-42EC-897C-A1C4427AB656}" dt="2026-10-29T17:41:52.703" v="2005"/>
          <ac:spMkLst>
            <pc:docMk/>
            <pc:sldMk cId="175748750" sldId="262"/>
            <ac:spMk id="8" creationId="{298A58F4-A75E-4066-9A7B-C03BB86F6B19}"/>
          </ac:spMkLst>
        </pc:spChg>
        <pc:spChg chg="add mod">
          <ac:chgData name="Clayton Silva" userId="29ef9a7b83f2ddc4" providerId="LiveId" clId="{58335943-2BE6-42EC-897C-A1C4427AB656}" dt="2026-10-29T16:39:34.191" v="518" actId="113"/>
          <ac:spMkLst>
            <pc:docMk/>
            <pc:sldMk cId="175748750" sldId="262"/>
            <ac:spMk id="11" creationId="{5E0F50C5-E56B-F4E9-BD8A-8C8BBBF1875B}"/>
          </ac:spMkLst>
        </pc:spChg>
      </pc:sldChg>
      <pc:sldChg chg="addSp delSp modSp mod">
        <pc:chgData name="Clayton Silva" userId="29ef9a7b83f2ddc4" providerId="LiveId" clId="{58335943-2BE6-42EC-897C-A1C4427AB656}" dt="2026-10-29T17:44:38.922" v="2048" actId="20577"/>
        <pc:sldMkLst>
          <pc:docMk/>
          <pc:sldMk cId="583009813" sldId="263"/>
        </pc:sldMkLst>
        <pc:spChg chg="mod">
          <ac:chgData name="Clayton Silva" userId="29ef9a7b83f2ddc4" providerId="LiveId" clId="{58335943-2BE6-42EC-897C-A1C4427AB656}" dt="2026-10-29T16:47:40.242" v="708" actId="20577"/>
          <ac:spMkLst>
            <pc:docMk/>
            <pc:sldMk cId="583009813" sldId="263"/>
            <ac:spMk id="4" creationId="{7F849DA5-5519-4F05-B045-347F15FA0EEB}"/>
          </ac:spMkLst>
        </pc:spChg>
        <pc:spChg chg="del">
          <ac:chgData name="Clayton Silva" userId="29ef9a7b83f2ddc4" providerId="LiveId" clId="{58335943-2BE6-42EC-897C-A1C4427AB656}" dt="2026-10-29T16:45:35.680" v="561" actId="478"/>
          <ac:spMkLst>
            <pc:docMk/>
            <pc:sldMk cId="583009813" sldId="263"/>
            <ac:spMk id="5" creationId="{417C72EF-980A-4BC8-B857-1F102E9EA23A}"/>
          </ac:spMkLst>
        </pc:spChg>
        <pc:spChg chg="mod">
          <ac:chgData name="Clayton Silva" userId="29ef9a7b83f2ddc4" providerId="LiveId" clId="{58335943-2BE6-42EC-897C-A1C4427AB656}" dt="2026-10-29T16:47:47.611" v="733" actId="1035"/>
          <ac:spMkLst>
            <pc:docMk/>
            <pc:sldMk cId="583009813" sldId="263"/>
            <ac:spMk id="6" creationId="{99BA907F-FA48-40FC-80C7-32B4D58E43AD}"/>
          </ac:spMkLst>
        </pc:spChg>
        <pc:spChg chg="mod">
          <ac:chgData name="Clayton Silva" userId="29ef9a7b83f2ddc4" providerId="LiveId" clId="{58335943-2BE6-42EC-897C-A1C4427AB656}" dt="2026-10-29T17:44:38.922" v="2048" actId="20577"/>
          <ac:spMkLst>
            <pc:docMk/>
            <pc:sldMk cId="583009813" sldId="263"/>
            <ac:spMk id="9" creationId="{1EE553FD-E2BF-471A-BF88-62CBCE7B18AB}"/>
          </ac:spMkLst>
        </pc:spChg>
        <pc:spChg chg="add mod">
          <ac:chgData name="Clayton Silva" userId="29ef9a7b83f2ddc4" providerId="LiveId" clId="{58335943-2BE6-42EC-897C-A1C4427AB656}" dt="2026-10-29T16:48:07.939" v="751" actId="113"/>
          <ac:spMkLst>
            <pc:docMk/>
            <pc:sldMk cId="583009813" sldId="263"/>
            <ac:spMk id="12" creationId="{D95FB239-F6DF-4AE4-E2B9-448B7E20A063}"/>
          </ac:spMkLst>
        </pc:spChg>
        <pc:spChg chg="add mod">
          <ac:chgData name="Clayton Silva" userId="29ef9a7b83f2ddc4" providerId="LiveId" clId="{58335943-2BE6-42EC-897C-A1C4427AB656}" dt="2026-10-29T16:48:17.778" v="781" actId="1036"/>
          <ac:spMkLst>
            <pc:docMk/>
            <pc:sldMk cId="583009813" sldId="263"/>
            <ac:spMk id="14" creationId="{E2C20757-9508-DCAF-6392-165BB8387F4D}"/>
          </ac:spMkLst>
        </pc:spChg>
        <pc:spChg chg="add mod">
          <ac:chgData name="Clayton Silva" userId="29ef9a7b83f2ddc4" providerId="LiveId" clId="{58335943-2BE6-42EC-897C-A1C4427AB656}" dt="2026-10-29T16:48:42.364" v="819" actId="113"/>
          <ac:spMkLst>
            <pc:docMk/>
            <pc:sldMk cId="583009813" sldId="263"/>
            <ac:spMk id="16" creationId="{05AA3845-0E87-D828-ED26-6C53F7830FE3}"/>
          </ac:spMkLst>
        </pc:spChg>
      </pc:sldChg>
      <pc:sldChg chg="delSp del mod">
        <pc:chgData name="Clayton Silva" userId="29ef9a7b83f2ddc4" providerId="LiveId" clId="{58335943-2BE6-42EC-897C-A1C4427AB656}" dt="2026-10-29T16:49:03.190" v="820" actId="47"/>
        <pc:sldMkLst>
          <pc:docMk/>
          <pc:sldMk cId="1536731877" sldId="264"/>
        </pc:sldMkLst>
        <pc:spChg chg="del">
          <ac:chgData name="Clayton Silva" userId="29ef9a7b83f2ddc4" providerId="LiveId" clId="{58335943-2BE6-42EC-897C-A1C4427AB656}" dt="2026-10-29T16:45:57.308" v="587" actId="21"/>
          <ac:spMkLst>
            <pc:docMk/>
            <pc:sldMk cId="1536731877" sldId="264"/>
            <ac:spMk id="4" creationId="{FED59493-9DED-4ED9-A8A7-0ADED578525B}"/>
          </ac:spMkLst>
        </pc:spChg>
        <pc:spChg chg="del">
          <ac:chgData name="Clayton Silva" userId="29ef9a7b83f2ddc4" providerId="LiveId" clId="{58335943-2BE6-42EC-897C-A1C4427AB656}" dt="2026-10-29T16:46:25.330" v="633" actId="21"/>
          <ac:spMkLst>
            <pc:docMk/>
            <pc:sldMk cId="1536731877" sldId="264"/>
            <ac:spMk id="5" creationId="{DC94119D-EB00-4B31-8334-98751F5D2FB3}"/>
          </ac:spMkLst>
        </pc:spChg>
      </pc:sldChg>
      <pc:sldChg chg="delSp modSp mod ord">
        <pc:chgData name="Clayton Silva" userId="29ef9a7b83f2ddc4" providerId="LiveId" clId="{58335943-2BE6-42EC-897C-A1C4427AB656}" dt="2026-10-29T16:41:24.093" v="535" actId="1037"/>
        <pc:sldMkLst>
          <pc:docMk/>
          <pc:sldMk cId="784652974" sldId="265"/>
        </pc:sldMkLst>
        <pc:spChg chg="del">
          <ac:chgData name="Clayton Silva" userId="29ef9a7b83f2ddc4" providerId="LiveId" clId="{58335943-2BE6-42EC-897C-A1C4427AB656}" dt="2026-10-29T16:41:04.620" v="521" actId="478"/>
          <ac:spMkLst>
            <pc:docMk/>
            <pc:sldMk cId="784652974" sldId="265"/>
            <ac:spMk id="3" creationId="{CFC632E6-E35D-40D0-9974-082A3FC9CF2F}"/>
          </ac:spMkLst>
        </pc:spChg>
        <pc:picChg chg="mod">
          <ac:chgData name="Clayton Silva" userId="29ef9a7b83f2ddc4" providerId="LiveId" clId="{58335943-2BE6-42EC-897C-A1C4427AB656}" dt="2026-10-29T16:41:24.093" v="535" actId="1037"/>
          <ac:picMkLst>
            <pc:docMk/>
            <pc:sldMk cId="784652974" sldId="265"/>
            <ac:picMk id="2" creationId="{A91474E8-3F71-44F3-8100-DA24EB7E2C8B}"/>
          </ac:picMkLst>
        </pc:picChg>
      </pc:sldChg>
      <pc:sldChg chg="del">
        <pc:chgData name="Clayton Silva" userId="29ef9a7b83f2ddc4" providerId="LiveId" clId="{58335943-2BE6-42EC-897C-A1C4427AB656}" dt="2026-10-29T16:49:17.386" v="821" actId="47"/>
        <pc:sldMkLst>
          <pc:docMk/>
          <pc:sldMk cId="1407716940" sldId="266"/>
        </pc:sldMkLst>
      </pc:sldChg>
      <pc:sldChg chg="addSp delSp modSp mod">
        <pc:chgData name="Clayton Silva" userId="29ef9a7b83f2ddc4" providerId="LiveId" clId="{58335943-2BE6-42EC-897C-A1C4427AB656}" dt="2026-10-29T17:44:11.303" v="2039" actId="20577"/>
        <pc:sldMkLst>
          <pc:docMk/>
          <pc:sldMk cId="276381146" sldId="267"/>
        </pc:sldMkLst>
        <pc:spChg chg="mod">
          <ac:chgData name="Clayton Silva" userId="29ef9a7b83f2ddc4" providerId="LiveId" clId="{58335943-2BE6-42EC-897C-A1C4427AB656}" dt="2026-10-29T16:52:32.145" v="910" actId="113"/>
          <ac:spMkLst>
            <pc:docMk/>
            <pc:sldMk cId="276381146" sldId="267"/>
            <ac:spMk id="4" creationId="{2FB25CB9-7D03-4F1D-BE1B-442704C3739D}"/>
          </ac:spMkLst>
        </pc:spChg>
        <pc:spChg chg="del">
          <ac:chgData name="Clayton Silva" userId="29ef9a7b83f2ddc4" providerId="LiveId" clId="{58335943-2BE6-42EC-897C-A1C4427AB656}" dt="2026-10-29T16:50:30.408" v="822" actId="478"/>
          <ac:spMkLst>
            <pc:docMk/>
            <pc:sldMk cId="276381146" sldId="267"/>
            <ac:spMk id="5" creationId="{1E231CA3-A2AE-4A46-8F4B-F3134356076E}"/>
          </ac:spMkLst>
        </pc:spChg>
        <pc:spChg chg="mod">
          <ac:chgData name="Clayton Silva" userId="29ef9a7b83f2ddc4" providerId="LiveId" clId="{58335943-2BE6-42EC-897C-A1C4427AB656}" dt="2026-10-29T16:52:37.469" v="911" actId="12"/>
          <ac:spMkLst>
            <pc:docMk/>
            <pc:sldMk cId="276381146" sldId="267"/>
            <ac:spMk id="6" creationId="{D96BD4AD-5F82-4261-B41A-901AE8B066E9}"/>
          </ac:spMkLst>
        </pc:spChg>
        <pc:spChg chg="mod">
          <ac:chgData name="Clayton Silva" userId="29ef9a7b83f2ddc4" providerId="LiveId" clId="{58335943-2BE6-42EC-897C-A1C4427AB656}" dt="2026-10-29T17:44:11.303" v="2039" actId="20577"/>
          <ac:spMkLst>
            <pc:docMk/>
            <pc:sldMk cId="276381146" sldId="267"/>
            <ac:spMk id="8" creationId="{C64272FB-3BB2-4510-A223-F7BFBBA56602}"/>
          </ac:spMkLst>
        </pc:spChg>
        <pc:picChg chg="add del">
          <ac:chgData name="Clayton Silva" userId="29ef9a7b83f2ddc4" providerId="LiveId" clId="{58335943-2BE6-42EC-897C-A1C4427AB656}" dt="2026-10-29T16:51:05.206" v="871" actId="22"/>
          <ac:picMkLst>
            <pc:docMk/>
            <pc:sldMk cId="276381146" sldId="267"/>
            <ac:picMk id="11" creationId="{64404EA2-53B4-FFA2-2E8C-0D5E155CEECE}"/>
          </ac:picMkLst>
        </pc:picChg>
      </pc:sldChg>
      <pc:sldChg chg="addSp delSp mod">
        <pc:chgData name="Clayton Silva" userId="29ef9a7b83f2ddc4" providerId="LiveId" clId="{58335943-2BE6-42EC-897C-A1C4427AB656}" dt="2026-10-29T16:51:07.815" v="872" actId="21"/>
        <pc:sldMkLst>
          <pc:docMk/>
          <pc:sldMk cId="1423994926" sldId="268"/>
        </pc:sldMkLst>
        <pc:picChg chg="add del">
          <ac:chgData name="Clayton Silva" userId="29ef9a7b83f2ddc4" providerId="LiveId" clId="{58335943-2BE6-42EC-897C-A1C4427AB656}" dt="2026-10-29T16:51:07.815" v="872" actId="21"/>
          <ac:picMkLst>
            <pc:docMk/>
            <pc:sldMk cId="1423994926" sldId="268"/>
            <ac:picMk id="2" creationId="{6EF58A8C-4185-4B25-AD53-A2CC000B4767}"/>
          </ac:picMkLst>
        </pc:picChg>
      </pc:sldChg>
      <pc:sldChg chg="addSp delSp modSp mod">
        <pc:chgData name="Clayton Silva" userId="29ef9a7b83f2ddc4" providerId="LiveId" clId="{58335943-2BE6-42EC-897C-A1C4427AB656}" dt="2026-10-29T17:43:59.698" v="2037" actId="20577"/>
        <pc:sldMkLst>
          <pc:docMk/>
          <pc:sldMk cId="1335967509" sldId="269"/>
        </pc:sldMkLst>
        <pc:spChg chg="mod">
          <ac:chgData name="Clayton Silva" userId="29ef9a7b83f2ddc4" providerId="LiveId" clId="{58335943-2BE6-42EC-897C-A1C4427AB656}" dt="2026-10-29T16:55:25.150" v="1032" actId="113"/>
          <ac:spMkLst>
            <pc:docMk/>
            <pc:sldMk cId="1335967509" sldId="269"/>
            <ac:spMk id="4" creationId="{95EA693A-3FAC-4D26-A34F-A8F66255DC9A}"/>
          </ac:spMkLst>
        </pc:spChg>
        <pc:spChg chg="mod">
          <ac:chgData name="Clayton Silva" userId="29ef9a7b83f2ddc4" providerId="LiveId" clId="{58335943-2BE6-42EC-897C-A1C4427AB656}" dt="2026-10-29T16:55:56.115" v="1037" actId="113"/>
          <ac:spMkLst>
            <pc:docMk/>
            <pc:sldMk cId="1335967509" sldId="269"/>
            <ac:spMk id="5" creationId="{1757A461-E8BE-4CB7-AA16-1C01692615A4}"/>
          </ac:spMkLst>
        </pc:spChg>
        <pc:spChg chg="del">
          <ac:chgData name="Clayton Silva" userId="29ef9a7b83f2ddc4" providerId="LiveId" clId="{58335943-2BE6-42EC-897C-A1C4427AB656}" dt="2026-10-29T16:53:16.943" v="912" actId="478"/>
          <ac:spMkLst>
            <pc:docMk/>
            <pc:sldMk cId="1335967509" sldId="269"/>
            <ac:spMk id="6" creationId="{EB4155F7-D530-4C42-9679-791579C9D9CA}"/>
          </ac:spMkLst>
        </pc:spChg>
        <pc:spChg chg="mod">
          <ac:chgData name="Clayton Silva" userId="29ef9a7b83f2ddc4" providerId="LiveId" clId="{58335943-2BE6-42EC-897C-A1C4427AB656}" dt="2026-10-29T17:43:59.698" v="2037" actId="20577"/>
          <ac:spMkLst>
            <pc:docMk/>
            <pc:sldMk cId="1335967509" sldId="269"/>
            <ac:spMk id="8" creationId="{A7EE4C94-AEF4-4042-BB27-A011D26953EB}"/>
          </ac:spMkLst>
        </pc:spChg>
        <pc:spChg chg="add mod">
          <ac:chgData name="Clayton Silva" userId="29ef9a7b83f2ddc4" providerId="LiveId" clId="{58335943-2BE6-42EC-897C-A1C4427AB656}" dt="2026-10-29T16:56:04.687" v="1038" actId="113"/>
          <ac:spMkLst>
            <pc:docMk/>
            <pc:sldMk cId="1335967509" sldId="269"/>
            <ac:spMk id="11" creationId="{BC3DACA9-693F-01F5-0428-BDE8B23EB74D}"/>
          </ac:spMkLst>
        </pc:spChg>
        <pc:spChg chg="add mod">
          <ac:chgData name="Clayton Silva" userId="29ef9a7b83f2ddc4" providerId="LiveId" clId="{58335943-2BE6-42EC-897C-A1C4427AB656}" dt="2026-10-29T16:56:16.944" v="1041" actId="113"/>
          <ac:spMkLst>
            <pc:docMk/>
            <pc:sldMk cId="1335967509" sldId="269"/>
            <ac:spMk id="13" creationId="{BB3ADC4D-9EB4-8002-E960-606272526DE3}"/>
          </ac:spMkLst>
        </pc:spChg>
        <pc:spChg chg="add mod">
          <ac:chgData name="Clayton Silva" userId="29ef9a7b83f2ddc4" providerId="LiveId" clId="{58335943-2BE6-42EC-897C-A1C4427AB656}" dt="2026-10-29T16:55:13.371" v="1031" actId="12"/>
          <ac:spMkLst>
            <pc:docMk/>
            <pc:sldMk cId="1335967509" sldId="269"/>
            <ac:spMk id="15" creationId="{6EC30374-983A-0680-CCD8-AE43B0FD7372}"/>
          </ac:spMkLst>
        </pc:spChg>
        <pc:spChg chg="add mod">
          <ac:chgData name="Clayton Silva" userId="29ef9a7b83f2ddc4" providerId="LiveId" clId="{58335943-2BE6-42EC-897C-A1C4427AB656}" dt="2026-10-29T16:54:30.092" v="1029" actId="1036"/>
          <ac:spMkLst>
            <pc:docMk/>
            <pc:sldMk cId="1335967509" sldId="269"/>
            <ac:spMk id="17" creationId="{5A6637DB-12DE-8A68-C9C4-E0DAD933A18A}"/>
          </ac:spMkLst>
        </pc:spChg>
      </pc:sldChg>
      <pc:sldChg chg="delSp del mod">
        <pc:chgData name="Clayton Silva" userId="29ef9a7b83f2ddc4" providerId="LiveId" clId="{58335943-2BE6-42EC-897C-A1C4427AB656}" dt="2026-10-29T16:54:37.678" v="1030" actId="47"/>
        <pc:sldMkLst>
          <pc:docMk/>
          <pc:sldMk cId="866538833" sldId="270"/>
        </pc:sldMkLst>
        <pc:spChg chg="del">
          <ac:chgData name="Clayton Silva" userId="29ef9a7b83f2ddc4" providerId="LiveId" clId="{58335943-2BE6-42EC-897C-A1C4427AB656}" dt="2026-10-29T16:53:41.001" v="913" actId="21"/>
          <ac:spMkLst>
            <pc:docMk/>
            <pc:sldMk cId="866538833" sldId="270"/>
            <ac:spMk id="4" creationId="{65BCF3A7-51ED-4D69-AEA9-B1FABD7A3866}"/>
          </ac:spMkLst>
        </pc:spChg>
        <pc:spChg chg="del">
          <ac:chgData name="Clayton Silva" userId="29ef9a7b83f2ddc4" providerId="LiveId" clId="{58335943-2BE6-42EC-897C-A1C4427AB656}" dt="2026-10-29T16:53:41.001" v="913" actId="21"/>
          <ac:spMkLst>
            <pc:docMk/>
            <pc:sldMk cId="866538833" sldId="270"/>
            <ac:spMk id="5" creationId="{103D3CEA-0679-441E-836D-DAF8FA012B3D}"/>
          </ac:spMkLst>
        </pc:spChg>
        <pc:spChg chg="del">
          <ac:chgData name="Clayton Silva" userId="29ef9a7b83f2ddc4" providerId="LiveId" clId="{58335943-2BE6-42EC-897C-A1C4427AB656}" dt="2026-10-29T16:53:41.001" v="913" actId="21"/>
          <ac:spMkLst>
            <pc:docMk/>
            <pc:sldMk cId="866538833" sldId="270"/>
            <ac:spMk id="6" creationId="{67C0FE79-22F2-4F11-86CA-4D43AF1B6ED2}"/>
          </ac:spMkLst>
        </pc:spChg>
        <pc:spChg chg="del">
          <ac:chgData name="Clayton Silva" userId="29ef9a7b83f2ddc4" providerId="LiveId" clId="{58335943-2BE6-42EC-897C-A1C4427AB656}" dt="2026-10-29T16:54:20.171" v="1002" actId="21"/>
          <ac:spMkLst>
            <pc:docMk/>
            <pc:sldMk cId="866538833" sldId="270"/>
            <ac:spMk id="7" creationId="{0A23CB4F-A4EC-43C9-ABD8-9CE65FAB0F29}"/>
          </ac:spMkLst>
        </pc:spChg>
      </pc:sldChg>
      <pc:sldChg chg="delSp modSp mod">
        <pc:chgData name="Clayton Silva" userId="29ef9a7b83f2ddc4" providerId="LiveId" clId="{58335943-2BE6-42EC-897C-A1C4427AB656}" dt="2026-10-29T17:43:53.128" v="2035" actId="20577"/>
        <pc:sldMkLst>
          <pc:docMk/>
          <pc:sldMk cId="493522316" sldId="271"/>
        </pc:sldMkLst>
        <pc:spChg chg="mod">
          <ac:chgData name="Clayton Silva" userId="29ef9a7b83f2ddc4" providerId="LiveId" clId="{58335943-2BE6-42EC-897C-A1C4427AB656}" dt="2026-10-29T16:58:47.993" v="1047" actId="113"/>
          <ac:spMkLst>
            <pc:docMk/>
            <pc:sldMk cId="493522316" sldId="271"/>
            <ac:spMk id="4" creationId="{DC4F4ACB-FC5E-4A2C-9AF8-E968A785AFE9}"/>
          </ac:spMkLst>
        </pc:spChg>
        <pc:spChg chg="mod">
          <ac:chgData name="Clayton Silva" userId="29ef9a7b83f2ddc4" providerId="LiveId" clId="{58335943-2BE6-42EC-897C-A1C4427AB656}" dt="2026-10-29T16:58:51.565" v="1048" actId="113"/>
          <ac:spMkLst>
            <pc:docMk/>
            <pc:sldMk cId="493522316" sldId="271"/>
            <ac:spMk id="5" creationId="{182E04E2-4509-42A3-8D4F-B026D188517F}"/>
          </ac:spMkLst>
        </pc:spChg>
        <pc:spChg chg="del mod">
          <ac:chgData name="Clayton Silva" userId="29ef9a7b83f2ddc4" providerId="LiveId" clId="{58335943-2BE6-42EC-897C-A1C4427AB656}" dt="2026-10-29T17:00:24.481" v="1053" actId="478"/>
          <ac:spMkLst>
            <pc:docMk/>
            <pc:sldMk cId="493522316" sldId="271"/>
            <ac:spMk id="6" creationId="{2B8D2714-9FAB-42A6-84ED-3AAB86E8BBD8}"/>
          </ac:spMkLst>
        </pc:spChg>
        <pc:spChg chg="del">
          <ac:chgData name="Clayton Silva" userId="29ef9a7b83f2ddc4" providerId="LiveId" clId="{58335943-2BE6-42EC-897C-A1C4427AB656}" dt="2026-10-29T17:00:29.751" v="1054" actId="478"/>
          <ac:spMkLst>
            <pc:docMk/>
            <pc:sldMk cId="493522316" sldId="271"/>
            <ac:spMk id="7" creationId="{90616EBA-AA26-47EC-9C7B-4A64A078C456}"/>
          </ac:spMkLst>
        </pc:spChg>
        <pc:spChg chg="mod">
          <ac:chgData name="Clayton Silva" userId="29ef9a7b83f2ddc4" providerId="LiveId" clId="{58335943-2BE6-42EC-897C-A1C4427AB656}" dt="2026-10-29T17:43:53.128" v="2035" actId="20577"/>
          <ac:spMkLst>
            <pc:docMk/>
            <pc:sldMk cId="493522316" sldId="271"/>
            <ac:spMk id="8" creationId="{C7F39F80-D5FE-4EA7-843C-4B3425B8873A}"/>
          </ac:spMkLst>
        </pc:spChg>
      </pc:sldChg>
      <pc:sldChg chg="del">
        <pc:chgData name="Clayton Silva" userId="29ef9a7b83f2ddc4" providerId="LiveId" clId="{58335943-2BE6-42EC-897C-A1C4427AB656}" dt="2026-10-29T16:57:58.268" v="1043" actId="47"/>
        <pc:sldMkLst>
          <pc:docMk/>
          <pc:sldMk cId="1667831279" sldId="272"/>
        </pc:sldMkLst>
      </pc:sldChg>
      <pc:sldChg chg="del">
        <pc:chgData name="Clayton Silva" userId="29ef9a7b83f2ddc4" providerId="LiveId" clId="{58335943-2BE6-42EC-897C-A1C4427AB656}" dt="2026-10-29T16:58:01.865" v="1044" actId="47"/>
        <pc:sldMkLst>
          <pc:docMk/>
          <pc:sldMk cId="1203980914" sldId="273"/>
        </pc:sldMkLst>
      </pc:sldChg>
      <pc:sldChg chg="del">
        <pc:chgData name="Clayton Silva" userId="29ef9a7b83f2ddc4" providerId="LiveId" clId="{58335943-2BE6-42EC-897C-A1C4427AB656}" dt="2026-10-29T16:58:05.191" v="1045" actId="47"/>
        <pc:sldMkLst>
          <pc:docMk/>
          <pc:sldMk cId="2146909109" sldId="274"/>
        </pc:sldMkLst>
      </pc:sldChg>
      <pc:sldChg chg="modSp mod">
        <pc:chgData name="Clayton Silva" userId="29ef9a7b83f2ddc4" providerId="LiveId" clId="{58335943-2BE6-42EC-897C-A1C4427AB656}" dt="2026-10-29T17:04:30.163" v="1072" actId="1076"/>
        <pc:sldMkLst>
          <pc:docMk/>
          <pc:sldMk cId="1320878572" sldId="275"/>
        </pc:sldMkLst>
        <pc:spChg chg="mod">
          <ac:chgData name="Clayton Silva" userId="29ef9a7b83f2ddc4" providerId="LiveId" clId="{58335943-2BE6-42EC-897C-A1C4427AB656}" dt="2026-10-29T17:04:16.314" v="1068" actId="403"/>
          <ac:spMkLst>
            <pc:docMk/>
            <pc:sldMk cId="1320878572" sldId="275"/>
            <ac:spMk id="3" creationId="{249A592C-3358-45B8-853D-789CF023FCA2}"/>
          </ac:spMkLst>
        </pc:spChg>
        <pc:picChg chg="mod">
          <ac:chgData name="Clayton Silva" userId="29ef9a7b83f2ddc4" providerId="LiveId" clId="{58335943-2BE6-42EC-897C-A1C4427AB656}" dt="2026-10-29T17:04:30.163" v="1072" actId="1076"/>
          <ac:picMkLst>
            <pc:docMk/>
            <pc:sldMk cId="1320878572" sldId="275"/>
            <ac:picMk id="2" creationId="{33569D7F-038C-4BBE-A6DF-3A71B19DF730}"/>
          </ac:picMkLst>
        </pc:picChg>
      </pc:sldChg>
      <pc:sldChg chg="addSp delSp modSp mod">
        <pc:chgData name="Clayton Silva" userId="29ef9a7b83f2ddc4" providerId="LiveId" clId="{58335943-2BE6-42EC-897C-A1C4427AB656}" dt="2026-10-29T17:43:28.734" v="2030" actId="20577"/>
        <pc:sldMkLst>
          <pc:docMk/>
          <pc:sldMk cId="975151894" sldId="276"/>
        </pc:sldMkLst>
        <pc:spChg chg="mod">
          <ac:chgData name="Clayton Silva" userId="29ef9a7b83f2ddc4" providerId="LiveId" clId="{58335943-2BE6-42EC-897C-A1C4427AB656}" dt="2026-10-29T17:10:39.958" v="1258" actId="12"/>
          <ac:spMkLst>
            <pc:docMk/>
            <pc:sldMk cId="975151894" sldId="276"/>
            <ac:spMk id="3" creationId="{675C85D9-33E7-4ACC-9846-1FCBBBA551B4}"/>
          </ac:spMkLst>
        </pc:spChg>
        <pc:spChg chg="del">
          <ac:chgData name="Clayton Silva" userId="29ef9a7b83f2ddc4" providerId="LiveId" clId="{58335943-2BE6-42EC-897C-A1C4427AB656}" dt="2026-10-29T17:07:43.563" v="1077" actId="478"/>
          <ac:spMkLst>
            <pc:docMk/>
            <pc:sldMk cId="975151894" sldId="276"/>
            <ac:spMk id="4" creationId="{582596D4-0DAA-4A02-8037-2B750C73BA1D}"/>
          </ac:spMkLst>
        </pc:spChg>
        <pc:spChg chg="del">
          <ac:chgData name="Clayton Silva" userId="29ef9a7b83f2ddc4" providerId="LiveId" clId="{58335943-2BE6-42EC-897C-A1C4427AB656}" dt="2026-10-29T17:07:43.563" v="1077" actId="478"/>
          <ac:spMkLst>
            <pc:docMk/>
            <pc:sldMk cId="975151894" sldId="276"/>
            <ac:spMk id="5" creationId="{8BCEACDA-799B-4389-871F-E6D1A11920C2}"/>
          </ac:spMkLst>
        </pc:spChg>
        <pc:spChg chg="del">
          <ac:chgData name="Clayton Silva" userId="29ef9a7b83f2ddc4" providerId="LiveId" clId="{58335943-2BE6-42EC-897C-A1C4427AB656}" dt="2026-10-29T17:07:43.563" v="1077" actId="478"/>
          <ac:spMkLst>
            <pc:docMk/>
            <pc:sldMk cId="975151894" sldId="276"/>
            <ac:spMk id="6" creationId="{C4766311-281F-4603-A469-E95906DF74BE}"/>
          </ac:spMkLst>
        </pc:spChg>
        <pc:spChg chg="del">
          <ac:chgData name="Clayton Silva" userId="29ef9a7b83f2ddc4" providerId="LiveId" clId="{58335943-2BE6-42EC-897C-A1C4427AB656}" dt="2026-10-29T17:07:48.939" v="1078" actId="478"/>
          <ac:spMkLst>
            <pc:docMk/>
            <pc:sldMk cId="975151894" sldId="276"/>
            <ac:spMk id="7" creationId="{DB6B839D-971F-4FDB-AD92-0EB667D98C6C}"/>
          </ac:spMkLst>
        </pc:spChg>
        <pc:spChg chg="mod">
          <ac:chgData name="Clayton Silva" userId="29ef9a7b83f2ddc4" providerId="LiveId" clId="{58335943-2BE6-42EC-897C-A1C4427AB656}" dt="2026-10-29T17:43:28.734" v="2030" actId="20577"/>
          <ac:spMkLst>
            <pc:docMk/>
            <pc:sldMk cId="975151894" sldId="276"/>
            <ac:spMk id="8" creationId="{3C05199C-F591-42B0-8B73-3D0D3348D3ED}"/>
          </ac:spMkLst>
        </pc:spChg>
        <pc:spChg chg="mod">
          <ac:chgData name="Clayton Silva" userId="29ef9a7b83f2ddc4" providerId="LiveId" clId="{58335943-2BE6-42EC-897C-A1C4427AB656}" dt="2026-10-29T17:11:03.998" v="1264" actId="20577"/>
          <ac:spMkLst>
            <pc:docMk/>
            <pc:sldMk cId="975151894" sldId="276"/>
            <ac:spMk id="9" creationId="{F283FB63-7E36-453E-BAA3-7DA6161E5B74}"/>
          </ac:spMkLst>
        </pc:spChg>
        <pc:spChg chg="add mod">
          <ac:chgData name="Clayton Silva" userId="29ef9a7b83f2ddc4" providerId="LiveId" clId="{58335943-2BE6-42EC-897C-A1C4427AB656}" dt="2026-10-29T17:08:09.460" v="1121" actId="1036"/>
          <ac:spMkLst>
            <pc:docMk/>
            <pc:sldMk cId="975151894" sldId="276"/>
            <ac:spMk id="11" creationId="{8971E23F-1D6D-0057-0976-AEB07F8BAC98}"/>
          </ac:spMkLst>
        </pc:spChg>
        <pc:spChg chg="add mod">
          <ac:chgData name="Clayton Silva" userId="29ef9a7b83f2ddc4" providerId="LiveId" clId="{58335943-2BE6-42EC-897C-A1C4427AB656}" dt="2026-10-29T17:10:47.608" v="1259" actId="12"/>
          <ac:spMkLst>
            <pc:docMk/>
            <pc:sldMk cId="975151894" sldId="276"/>
            <ac:spMk id="13" creationId="{9E60CAD4-14D3-A1CC-C19D-BDFEE15C1569}"/>
          </ac:spMkLst>
        </pc:spChg>
        <pc:spChg chg="add del mod">
          <ac:chgData name="Clayton Silva" userId="29ef9a7b83f2ddc4" providerId="LiveId" clId="{58335943-2BE6-42EC-897C-A1C4427AB656}" dt="2026-10-29T17:09:14.006" v="1189" actId="478"/>
          <ac:spMkLst>
            <pc:docMk/>
            <pc:sldMk cId="975151894" sldId="276"/>
            <ac:spMk id="15" creationId="{EF4C9AAF-6987-D3A4-1715-042E3579C0C8}"/>
          </ac:spMkLst>
        </pc:spChg>
        <pc:spChg chg="add mod">
          <ac:chgData name="Clayton Silva" userId="29ef9a7b83f2ddc4" providerId="LiveId" clId="{58335943-2BE6-42EC-897C-A1C4427AB656}" dt="2026-10-29T17:10:47.608" v="1259" actId="12"/>
          <ac:spMkLst>
            <pc:docMk/>
            <pc:sldMk cId="975151894" sldId="276"/>
            <ac:spMk id="17" creationId="{0AA6DA13-942F-8178-2BB9-72CAD5C5F256}"/>
          </ac:spMkLst>
        </pc:spChg>
        <pc:spChg chg="add mod">
          <ac:chgData name="Clayton Silva" userId="29ef9a7b83f2ddc4" providerId="LiveId" clId="{58335943-2BE6-42EC-897C-A1C4427AB656}" dt="2026-10-29T17:09:51.582" v="1255" actId="1035"/>
          <ac:spMkLst>
            <pc:docMk/>
            <pc:sldMk cId="975151894" sldId="276"/>
            <ac:spMk id="19" creationId="{56E35912-DDD7-6489-67F7-724FC0CA03A2}"/>
          </ac:spMkLst>
        </pc:spChg>
        <pc:spChg chg="add mod">
          <ac:chgData name="Clayton Silva" userId="29ef9a7b83f2ddc4" providerId="LiveId" clId="{58335943-2BE6-42EC-897C-A1C4427AB656}" dt="2026-10-29T17:10:52.859" v="1260" actId="12"/>
          <ac:spMkLst>
            <pc:docMk/>
            <pc:sldMk cId="975151894" sldId="276"/>
            <ac:spMk id="21" creationId="{90B4BD63-B17A-606C-8835-FBF75F7E24C4}"/>
          </ac:spMkLst>
        </pc:spChg>
      </pc:sldChg>
      <pc:sldChg chg="delSp del mod">
        <pc:chgData name="Clayton Silva" userId="29ef9a7b83f2ddc4" providerId="LiveId" clId="{58335943-2BE6-42EC-897C-A1C4427AB656}" dt="2026-10-29T17:08:16.894" v="1122" actId="47"/>
        <pc:sldMkLst>
          <pc:docMk/>
          <pc:sldMk cId="311617740" sldId="277"/>
        </pc:sldMkLst>
        <pc:spChg chg="del">
          <ac:chgData name="Clayton Silva" userId="29ef9a7b83f2ddc4" providerId="LiveId" clId="{58335943-2BE6-42EC-897C-A1C4427AB656}" dt="2026-10-29T17:07:59.580" v="1079" actId="21"/>
          <ac:spMkLst>
            <pc:docMk/>
            <pc:sldMk cId="311617740" sldId="277"/>
            <ac:spMk id="2" creationId="{DCA3A2CA-E639-4DEA-A8AC-4BBBE9C8682B}"/>
          </ac:spMkLst>
        </pc:spChg>
        <pc:spChg chg="del">
          <ac:chgData name="Clayton Silva" userId="29ef9a7b83f2ddc4" providerId="LiveId" clId="{58335943-2BE6-42EC-897C-A1C4427AB656}" dt="2026-10-29T17:07:59.580" v="1079" actId="21"/>
          <ac:spMkLst>
            <pc:docMk/>
            <pc:sldMk cId="311617740" sldId="277"/>
            <ac:spMk id="3" creationId="{09F43FC4-51A0-4B97-A7FF-471AF28358C2}"/>
          </ac:spMkLst>
        </pc:spChg>
      </pc:sldChg>
      <pc:sldChg chg="delSp del mod">
        <pc:chgData name="Clayton Silva" userId="29ef9a7b83f2ddc4" providerId="LiveId" clId="{58335943-2BE6-42EC-897C-A1C4427AB656}" dt="2026-10-29T17:09:21.066" v="1190" actId="47"/>
        <pc:sldMkLst>
          <pc:docMk/>
          <pc:sldMk cId="971535650" sldId="278"/>
        </pc:sldMkLst>
        <pc:spChg chg="del">
          <ac:chgData name="Clayton Silva" userId="29ef9a7b83f2ddc4" providerId="LiveId" clId="{58335943-2BE6-42EC-897C-A1C4427AB656}" dt="2026-10-29T17:08:55.439" v="1123" actId="21"/>
          <ac:spMkLst>
            <pc:docMk/>
            <pc:sldMk cId="971535650" sldId="278"/>
            <ac:spMk id="2" creationId="{F0673AE9-295C-4C08-9796-EDE5E1847727}"/>
          </ac:spMkLst>
        </pc:spChg>
        <pc:spChg chg="del">
          <ac:chgData name="Clayton Silva" userId="29ef9a7b83f2ddc4" providerId="LiveId" clId="{58335943-2BE6-42EC-897C-A1C4427AB656}" dt="2026-10-29T17:08:55.439" v="1123" actId="21"/>
          <ac:spMkLst>
            <pc:docMk/>
            <pc:sldMk cId="971535650" sldId="278"/>
            <ac:spMk id="3" creationId="{AA778FF0-5154-4A6E-A472-8E6CEA452DD1}"/>
          </ac:spMkLst>
        </pc:spChg>
      </pc:sldChg>
      <pc:sldChg chg="delSp del mod">
        <pc:chgData name="Clayton Silva" userId="29ef9a7b83f2ddc4" providerId="LiveId" clId="{58335943-2BE6-42EC-897C-A1C4427AB656}" dt="2026-10-29T17:10:00.641" v="1256" actId="47"/>
        <pc:sldMkLst>
          <pc:docMk/>
          <pc:sldMk cId="201362254" sldId="279"/>
        </pc:sldMkLst>
        <pc:spChg chg="del">
          <ac:chgData name="Clayton Silva" userId="29ef9a7b83f2ddc4" providerId="LiveId" clId="{58335943-2BE6-42EC-897C-A1C4427AB656}" dt="2026-10-29T17:09:35.236" v="1191" actId="21"/>
          <ac:spMkLst>
            <pc:docMk/>
            <pc:sldMk cId="201362254" sldId="279"/>
            <ac:spMk id="2" creationId="{930D3387-C8F7-4737-AB3D-EA14B0D56AA8}"/>
          </ac:spMkLst>
        </pc:spChg>
        <pc:spChg chg="del">
          <ac:chgData name="Clayton Silva" userId="29ef9a7b83f2ddc4" providerId="LiveId" clId="{58335943-2BE6-42EC-897C-A1C4427AB656}" dt="2026-10-29T17:09:35.236" v="1191" actId="21"/>
          <ac:spMkLst>
            <pc:docMk/>
            <pc:sldMk cId="201362254" sldId="279"/>
            <ac:spMk id="3" creationId="{3B740E62-FD07-44BC-A038-E9A2A65A43D9}"/>
          </ac:spMkLst>
        </pc:spChg>
      </pc:sldChg>
      <pc:sldChg chg="del">
        <pc:chgData name="Clayton Silva" userId="29ef9a7b83f2ddc4" providerId="LiveId" clId="{58335943-2BE6-42EC-897C-A1C4427AB656}" dt="2026-10-29T17:10:13.969" v="1257" actId="47"/>
        <pc:sldMkLst>
          <pc:docMk/>
          <pc:sldMk cId="1905597064" sldId="280"/>
        </pc:sldMkLst>
      </pc:sldChg>
      <pc:sldChg chg="addSp delSp modSp mod">
        <pc:chgData name="Clayton Silva" userId="29ef9a7b83f2ddc4" providerId="LiveId" clId="{58335943-2BE6-42EC-897C-A1C4427AB656}" dt="2026-10-29T17:43:21.016" v="2026" actId="20577"/>
        <pc:sldMkLst>
          <pc:docMk/>
          <pc:sldMk cId="1250932077" sldId="281"/>
        </pc:sldMkLst>
        <pc:spChg chg="mod">
          <ac:chgData name="Clayton Silva" userId="29ef9a7b83f2ddc4" providerId="LiveId" clId="{58335943-2BE6-42EC-897C-A1C4427AB656}" dt="2026-10-29T17:14:40.089" v="1320" actId="20577"/>
          <ac:spMkLst>
            <pc:docMk/>
            <pc:sldMk cId="1250932077" sldId="281"/>
            <ac:spMk id="4" creationId="{1DCCAC86-2A87-41FB-9917-4180FF4E2CF1}"/>
          </ac:spMkLst>
        </pc:spChg>
        <pc:spChg chg="mod">
          <ac:chgData name="Clayton Silva" userId="29ef9a7b83f2ddc4" providerId="LiveId" clId="{58335943-2BE6-42EC-897C-A1C4427AB656}" dt="2026-10-29T17:14:49.524" v="1346" actId="1035"/>
          <ac:spMkLst>
            <pc:docMk/>
            <pc:sldMk cId="1250932077" sldId="281"/>
            <ac:spMk id="5" creationId="{AAB0CE98-93D1-4FE3-9078-AD8F1D28F44E}"/>
          </ac:spMkLst>
        </pc:spChg>
        <pc:spChg chg="mod">
          <ac:chgData name="Clayton Silva" userId="29ef9a7b83f2ddc4" providerId="LiveId" clId="{58335943-2BE6-42EC-897C-A1C4427AB656}" dt="2026-10-29T17:14:57.800" v="1373" actId="1035"/>
          <ac:spMkLst>
            <pc:docMk/>
            <pc:sldMk cId="1250932077" sldId="281"/>
            <ac:spMk id="6" creationId="{BAD6EF75-3681-4A44-9D3E-6F35933F8F78}"/>
          </ac:spMkLst>
        </pc:spChg>
        <pc:spChg chg="del">
          <ac:chgData name="Clayton Silva" userId="29ef9a7b83f2ddc4" providerId="LiveId" clId="{58335943-2BE6-42EC-897C-A1C4427AB656}" dt="2026-10-29T17:17:05.046" v="1557" actId="478"/>
          <ac:spMkLst>
            <pc:docMk/>
            <pc:sldMk cId="1250932077" sldId="281"/>
            <ac:spMk id="7" creationId="{CD1E9FFD-0FCD-45CA-904E-CDCF60D18780}"/>
          </ac:spMkLst>
        </pc:spChg>
        <pc:spChg chg="mod">
          <ac:chgData name="Clayton Silva" userId="29ef9a7b83f2ddc4" providerId="LiveId" clId="{58335943-2BE6-42EC-897C-A1C4427AB656}" dt="2026-10-29T17:43:21.016" v="2026" actId="20577"/>
          <ac:spMkLst>
            <pc:docMk/>
            <pc:sldMk cId="1250932077" sldId="281"/>
            <ac:spMk id="8" creationId="{5CF21D21-70FA-4405-BDE7-B8AEEF76FF43}"/>
          </ac:spMkLst>
        </pc:spChg>
        <pc:spChg chg="add mod">
          <ac:chgData name="Clayton Silva" userId="29ef9a7b83f2ddc4" providerId="LiveId" clId="{58335943-2BE6-42EC-897C-A1C4427AB656}" dt="2026-10-29T17:15:54.597" v="1477" actId="6549"/>
          <ac:spMkLst>
            <pc:docMk/>
            <pc:sldMk cId="1250932077" sldId="281"/>
            <ac:spMk id="11" creationId="{8FEE4C82-5B43-F358-8945-96D5C0AFE721}"/>
          </ac:spMkLst>
        </pc:spChg>
        <pc:spChg chg="add mod">
          <ac:chgData name="Clayton Silva" userId="29ef9a7b83f2ddc4" providerId="LiveId" clId="{58335943-2BE6-42EC-897C-A1C4427AB656}" dt="2026-10-29T17:16:41.543" v="1555" actId="20577"/>
          <ac:spMkLst>
            <pc:docMk/>
            <pc:sldMk cId="1250932077" sldId="281"/>
            <ac:spMk id="13" creationId="{86EB5AF6-C803-D6B4-ABA2-D10F0F85712A}"/>
          </ac:spMkLst>
        </pc:spChg>
        <pc:spChg chg="add mod">
          <ac:chgData name="Clayton Silva" userId="29ef9a7b83f2ddc4" providerId="LiveId" clId="{58335943-2BE6-42EC-897C-A1C4427AB656}" dt="2026-10-29T17:16:12.565" v="1526" actId="1036"/>
          <ac:spMkLst>
            <pc:docMk/>
            <pc:sldMk cId="1250932077" sldId="281"/>
            <ac:spMk id="15" creationId="{48DCFCC7-A502-F3AB-5521-F7DABD5FD8A6}"/>
          </ac:spMkLst>
        </pc:spChg>
      </pc:sldChg>
      <pc:sldChg chg="delSp del mod">
        <pc:chgData name="Clayton Silva" userId="29ef9a7b83f2ddc4" providerId="LiveId" clId="{58335943-2BE6-42EC-897C-A1C4427AB656}" dt="2026-10-29T17:16:57.314" v="1556" actId="47"/>
        <pc:sldMkLst>
          <pc:docMk/>
          <pc:sldMk cId="1096761076" sldId="282"/>
        </pc:sldMkLst>
        <pc:spChg chg="del">
          <ac:chgData name="Clayton Silva" userId="29ef9a7b83f2ddc4" providerId="LiveId" clId="{58335943-2BE6-42EC-897C-A1C4427AB656}" dt="2026-10-29T17:15:16.319" v="1374" actId="21"/>
          <ac:spMkLst>
            <pc:docMk/>
            <pc:sldMk cId="1096761076" sldId="282"/>
            <ac:spMk id="4" creationId="{FBFA2866-2EFE-4AEA-BD7B-01EE84D66470}"/>
          </ac:spMkLst>
        </pc:spChg>
        <pc:spChg chg="del">
          <ac:chgData name="Clayton Silva" userId="29ef9a7b83f2ddc4" providerId="LiveId" clId="{58335943-2BE6-42EC-897C-A1C4427AB656}" dt="2026-10-29T17:15:16.319" v="1374" actId="21"/>
          <ac:spMkLst>
            <pc:docMk/>
            <pc:sldMk cId="1096761076" sldId="282"/>
            <ac:spMk id="5" creationId="{5701E2A4-52F7-4F0C-9FAE-848FB2DC1B95}"/>
          </ac:spMkLst>
        </pc:spChg>
        <pc:spChg chg="del">
          <ac:chgData name="Clayton Silva" userId="29ef9a7b83f2ddc4" providerId="LiveId" clId="{58335943-2BE6-42EC-897C-A1C4427AB656}" dt="2026-10-29T17:15:16.319" v="1374" actId="21"/>
          <ac:spMkLst>
            <pc:docMk/>
            <pc:sldMk cId="1096761076" sldId="282"/>
            <ac:spMk id="6" creationId="{631E7145-6987-4EAD-A304-9BEDC939A322}"/>
          </ac:spMkLst>
        </pc:spChg>
      </pc:sldChg>
      <pc:sldChg chg="delSp modSp mod">
        <pc:chgData name="Clayton Silva" userId="29ef9a7b83f2ddc4" providerId="LiveId" clId="{58335943-2BE6-42EC-897C-A1C4427AB656}" dt="2026-10-29T17:17:35.445" v="1561" actId="1076"/>
        <pc:sldMkLst>
          <pc:docMk/>
          <pc:sldMk cId="2041456612" sldId="283"/>
        </pc:sldMkLst>
        <pc:spChg chg="del">
          <ac:chgData name="Clayton Silva" userId="29ef9a7b83f2ddc4" providerId="LiveId" clId="{58335943-2BE6-42EC-897C-A1C4427AB656}" dt="2026-10-29T17:17:18.323" v="1558" actId="478"/>
          <ac:spMkLst>
            <pc:docMk/>
            <pc:sldMk cId="2041456612" sldId="283"/>
            <ac:spMk id="3" creationId="{ADB6BD68-D82A-432A-938E-CF73F649D4B6}"/>
          </ac:spMkLst>
        </pc:spChg>
        <pc:picChg chg="mod">
          <ac:chgData name="Clayton Silva" userId="29ef9a7b83f2ddc4" providerId="LiveId" clId="{58335943-2BE6-42EC-897C-A1C4427AB656}" dt="2026-10-29T17:17:35.445" v="1561" actId="1076"/>
          <ac:picMkLst>
            <pc:docMk/>
            <pc:sldMk cId="2041456612" sldId="283"/>
            <ac:picMk id="2" creationId="{1259C3FF-1EE3-4931-9D5D-7E9ABF32E24E}"/>
          </ac:picMkLst>
        </pc:picChg>
      </pc:sldChg>
      <pc:sldChg chg="del">
        <pc:chgData name="Clayton Silva" userId="29ef9a7b83f2ddc4" providerId="LiveId" clId="{58335943-2BE6-42EC-897C-A1C4427AB656}" dt="2026-10-29T17:17:55.062" v="1562" actId="47"/>
        <pc:sldMkLst>
          <pc:docMk/>
          <pc:sldMk cId="736639269" sldId="284"/>
        </pc:sldMkLst>
      </pc:sldChg>
      <pc:sldChg chg="addSp delSp modSp mod">
        <pc:chgData name="Clayton Silva" userId="29ef9a7b83f2ddc4" providerId="LiveId" clId="{58335943-2BE6-42EC-897C-A1C4427AB656}" dt="2026-10-29T17:43:00.712" v="2022" actId="20577"/>
        <pc:sldMkLst>
          <pc:docMk/>
          <pc:sldMk cId="703892593" sldId="286"/>
        </pc:sldMkLst>
        <pc:spChg chg="mod">
          <ac:chgData name="Clayton Silva" userId="29ef9a7b83f2ddc4" providerId="LiveId" clId="{58335943-2BE6-42EC-897C-A1C4427AB656}" dt="2026-10-29T17:43:00.712" v="2022" actId="20577"/>
          <ac:spMkLst>
            <pc:docMk/>
            <pc:sldMk cId="703892593" sldId="286"/>
            <ac:spMk id="8" creationId="{CA89DA09-8BB3-4BE2-8D2C-1B2F0D33008C}"/>
          </ac:spMkLst>
        </pc:spChg>
        <pc:spChg chg="add mod">
          <ac:chgData name="Clayton Silva" userId="29ef9a7b83f2ddc4" providerId="LiveId" clId="{58335943-2BE6-42EC-897C-A1C4427AB656}" dt="2026-10-29T17:21:28.672" v="1712" actId="14100"/>
          <ac:spMkLst>
            <pc:docMk/>
            <pc:sldMk cId="703892593" sldId="286"/>
            <ac:spMk id="11" creationId="{281135B4-45AA-9B8D-4C35-0725619F146A}"/>
          </ac:spMkLst>
        </pc:spChg>
        <pc:spChg chg="add del mod">
          <ac:chgData name="Clayton Silva" userId="29ef9a7b83f2ddc4" providerId="LiveId" clId="{58335943-2BE6-42EC-897C-A1C4427AB656}" dt="2026-10-29T17:21:00.938" v="1697" actId="478"/>
          <ac:spMkLst>
            <pc:docMk/>
            <pc:sldMk cId="703892593" sldId="286"/>
            <ac:spMk id="13" creationId="{D4066D90-B065-622A-E5B9-DC861E5523CD}"/>
          </ac:spMkLst>
        </pc:spChg>
      </pc:sldChg>
      <pc:sldChg chg="delSp modSp del mod">
        <pc:chgData name="Clayton Silva" userId="29ef9a7b83f2ddc4" providerId="LiveId" clId="{58335943-2BE6-42EC-897C-A1C4427AB656}" dt="2026-10-29T17:20:31.971" v="1647" actId="47"/>
        <pc:sldMkLst>
          <pc:docMk/>
          <pc:sldMk cId="902272845" sldId="287"/>
        </pc:sldMkLst>
        <pc:spChg chg="del">
          <ac:chgData name="Clayton Silva" userId="29ef9a7b83f2ddc4" providerId="LiveId" clId="{58335943-2BE6-42EC-897C-A1C4427AB656}" dt="2026-10-29T17:19:47.516" v="1566" actId="21"/>
          <ac:spMkLst>
            <pc:docMk/>
            <pc:sldMk cId="902272845" sldId="287"/>
            <ac:spMk id="4" creationId="{BA59C332-B4E8-4C06-A605-5477F3079B8E}"/>
          </ac:spMkLst>
        </pc:spChg>
        <pc:spChg chg="del mod">
          <ac:chgData name="Clayton Silva" userId="29ef9a7b83f2ddc4" providerId="LiveId" clId="{58335943-2BE6-42EC-897C-A1C4427AB656}" dt="2026-10-29T17:20:23.203" v="1646" actId="478"/>
          <ac:spMkLst>
            <pc:docMk/>
            <pc:sldMk cId="902272845" sldId="287"/>
            <ac:spMk id="5" creationId="{B31506BE-419F-420F-99FD-DE25FD53DEF4}"/>
          </ac:spMkLst>
        </pc:spChg>
      </pc:sldChg>
      <pc:sldChg chg="del">
        <pc:chgData name="Clayton Silva" userId="29ef9a7b83f2ddc4" providerId="LiveId" clId="{58335943-2BE6-42EC-897C-A1C4427AB656}" dt="2026-10-29T17:21:38.329" v="1713" actId="47"/>
        <pc:sldMkLst>
          <pc:docMk/>
          <pc:sldMk cId="1498186378" sldId="288"/>
        </pc:sldMkLst>
      </pc:sldChg>
      <pc:sldChg chg="del">
        <pc:chgData name="Clayton Silva" userId="29ef9a7b83f2ddc4" providerId="LiveId" clId="{58335943-2BE6-42EC-897C-A1C4427AB656}" dt="2026-10-29T17:21:51.094" v="1714" actId="47"/>
        <pc:sldMkLst>
          <pc:docMk/>
          <pc:sldMk cId="2058284075" sldId="289"/>
        </pc:sldMkLst>
      </pc:sldChg>
      <pc:sldChg chg="delSp modSp mod">
        <pc:chgData name="Clayton Silva" userId="29ef9a7b83f2ddc4" providerId="LiveId" clId="{58335943-2BE6-42EC-897C-A1C4427AB656}" dt="2026-10-29T17:22:16.563" v="1718" actId="1076"/>
        <pc:sldMkLst>
          <pc:docMk/>
          <pc:sldMk cId="1829857437" sldId="290"/>
        </pc:sldMkLst>
        <pc:spChg chg="del">
          <ac:chgData name="Clayton Silva" userId="29ef9a7b83f2ddc4" providerId="LiveId" clId="{58335943-2BE6-42EC-897C-A1C4427AB656}" dt="2026-10-29T17:22:03.156" v="1715" actId="478"/>
          <ac:spMkLst>
            <pc:docMk/>
            <pc:sldMk cId="1829857437" sldId="290"/>
            <ac:spMk id="3" creationId="{96073F38-2D27-4339-97DB-4524C91356F7}"/>
          </ac:spMkLst>
        </pc:spChg>
        <pc:picChg chg="mod">
          <ac:chgData name="Clayton Silva" userId="29ef9a7b83f2ddc4" providerId="LiveId" clId="{58335943-2BE6-42EC-897C-A1C4427AB656}" dt="2026-10-29T17:22:16.563" v="1718" actId="1076"/>
          <ac:picMkLst>
            <pc:docMk/>
            <pc:sldMk cId="1829857437" sldId="290"/>
            <ac:picMk id="2" creationId="{ABA73FD4-6FD7-47C4-93E3-832461AF34A9}"/>
          </ac:picMkLst>
        </pc:picChg>
      </pc:sldChg>
      <pc:sldChg chg="del">
        <pc:chgData name="Clayton Silva" userId="29ef9a7b83f2ddc4" providerId="LiveId" clId="{58335943-2BE6-42EC-897C-A1C4427AB656}" dt="2026-10-29T17:22:24.110" v="1719" actId="47"/>
        <pc:sldMkLst>
          <pc:docMk/>
          <pc:sldMk cId="918554434" sldId="291"/>
        </pc:sldMkLst>
      </pc:sldChg>
      <pc:sldChg chg="addSp delSp modSp del mod ord">
        <pc:chgData name="Clayton Silva" userId="29ef9a7b83f2ddc4" providerId="LiveId" clId="{58335943-2BE6-42EC-897C-A1C4427AB656}" dt="2026-10-29T17:39:34.192" v="1956" actId="47"/>
        <pc:sldMkLst>
          <pc:docMk/>
          <pc:sldMk cId="41235379" sldId="292"/>
        </pc:sldMkLst>
        <pc:spChg chg="mod">
          <ac:chgData name="Clayton Silva" userId="29ef9a7b83f2ddc4" providerId="LiveId" clId="{58335943-2BE6-42EC-897C-A1C4427AB656}" dt="2026-10-29T17:23:54.875" v="1721" actId="403"/>
          <ac:spMkLst>
            <pc:docMk/>
            <pc:sldMk cId="41235379" sldId="292"/>
            <ac:spMk id="2" creationId="{8F7D5B7C-129A-48FF-83B3-A7CB7DE9DB9A}"/>
          </ac:spMkLst>
        </pc:spChg>
        <pc:spChg chg="del">
          <ac:chgData name="Clayton Silva" userId="29ef9a7b83f2ddc4" providerId="LiveId" clId="{58335943-2BE6-42EC-897C-A1C4427AB656}" dt="2026-10-29T17:38:35.779" v="1815" actId="21"/>
          <ac:spMkLst>
            <pc:docMk/>
            <pc:sldMk cId="41235379" sldId="292"/>
            <ac:spMk id="4" creationId="{E2DB67E9-8D01-4ED3-93E4-F3B6281C980C}"/>
          </ac:spMkLst>
        </pc:spChg>
        <pc:spChg chg="del mod">
          <ac:chgData name="Clayton Silva" userId="29ef9a7b83f2ddc4" providerId="LiveId" clId="{58335943-2BE6-42EC-897C-A1C4427AB656}" dt="2026-10-29T17:38:54.374" v="1883" actId="21"/>
          <ac:spMkLst>
            <pc:docMk/>
            <pc:sldMk cId="41235379" sldId="292"/>
            <ac:spMk id="5" creationId="{A4854E61-AD53-4A7F-B25F-61206DC0E96F}"/>
          </ac:spMkLst>
        </pc:spChg>
        <pc:spChg chg="add del mod">
          <ac:chgData name="Clayton Silva" userId="29ef9a7b83f2ddc4" providerId="LiveId" clId="{58335943-2BE6-42EC-897C-A1C4427AB656}" dt="2026-10-29T17:38:04.720" v="1813" actId="478"/>
          <ac:spMkLst>
            <pc:docMk/>
            <pc:sldMk cId="41235379" sldId="292"/>
            <ac:spMk id="10" creationId="{607B1CC3-7A18-31DE-602B-F589E5811C28}"/>
          </ac:spMkLst>
        </pc:spChg>
      </pc:sldChg>
      <pc:sldChg chg="addSp modSp mod ord">
        <pc:chgData name="Clayton Silva" userId="29ef9a7b83f2ddc4" providerId="LiveId" clId="{58335943-2BE6-42EC-897C-A1C4427AB656}" dt="2026-10-29T17:42:45.282" v="2020" actId="20577"/>
        <pc:sldMkLst>
          <pc:docMk/>
          <pc:sldMk cId="1923799947" sldId="293"/>
        </pc:sldMkLst>
        <pc:spChg chg="mod">
          <ac:chgData name="Clayton Silva" userId="29ef9a7b83f2ddc4" providerId="LiveId" clId="{58335943-2BE6-42EC-897C-A1C4427AB656}" dt="2026-10-29T17:24:30.624" v="1726" actId="207"/>
          <ac:spMkLst>
            <pc:docMk/>
            <pc:sldMk cId="1923799947" sldId="293"/>
            <ac:spMk id="2" creationId="{282282A2-9EEB-4D92-B264-799B1037E218}"/>
          </ac:spMkLst>
        </pc:spChg>
        <pc:spChg chg="mod">
          <ac:chgData name="Clayton Silva" userId="29ef9a7b83f2ddc4" providerId="LiveId" clId="{58335943-2BE6-42EC-897C-A1C4427AB656}" dt="2026-10-29T17:39:23.251" v="1946" actId="12"/>
          <ac:spMkLst>
            <pc:docMk/>
            <pc:sldMk cId="1923799947" sldId="293"/>
            <ac:spMk id="4" creationId="{FB51D39C-3B04-4BCF-B291-6FFFDF3AF338}"/>
          </ac:spMkLst>
        </pc:spChg>
        <pc:spChg chg="mod">
          <ac:chgData name="Clayton Silva" userId="29ef9a7b83f2ddc4" providerId="LiveId" clId="{58335943-2BE6-42EC-897C-A1C4427AB656}" dt="2026-10-29T17:39:23.251" v="1946" actId="12"/>
          <ac:spMkLst>
            <pc:docMk/>
            <pc:sldMk cId="1923799947" sldId="293"/>
            <ac:spMk id="5" creationId="{C543B43D-178D-4B00-9832-F8D724A35A29}"/>
          </ac:spMkLst>
        </pc:spChg>
        <pc:spChg chg="mod">
          <ac:chgData name="Clayton Silva" userId="29ef9a7b83f2ddc4" providerId="LiveId" clId="{58335943-2BE6-42EC-897C-A1C4427AB656}" dt="2026-10-29T17:39:23.251" v="1946" actId="12"/>
          <ac:spMkLst>
            <pc:docMk/>
            <pc:sldMk cId="1923799947" sldId="293"/>
            <ac:spMk id="6" creationId="{C2E8A2D9-938A-47D2-B62D-BD955ABE7D4C}"/>
          </ac:spMkLst>
        </pc:spChg>
        <pc:spChg chg="mod">
          <ac:chgData name="Clayton Silva" userId="29ef9a7b83f2ddc4" providerId="LiveId" clId="{58335943-2BE6-42EC-897C-A1C4427AB656}" dt="2026-10-29T17:39:29.953" v="1955" actId="1036"/>
          <ac:spMkLst>
            <pc:docMk/>
            <pc:sldMk cId="1923799947" sldId="293"/>
            <ac:spMk id="7" creationId="{D4DCFD37-5454-40AD-93F2-FEC36BBB6B9C}"/>
          </ac:spMkLst>
        </pc:spChg>
        <pc:spChg chg="mod">
          <ac:chgData name="Clayton Silva" userId="29ef9a7b83f2ddc4" providerId="LiveId" clId="{58335943-2BE6-42EC-897C-A1C4427AB656}" dt="2026-10-29T17:42:45.282" v="2020" actId="20577"/>
          <ac:spMkLst>
            <pc:docMk/>
            <pc:sldMk cId="1923799947" sldId="293"/>
            <ac:spMk id="8" creationId="{65BD7AEC-1BE0-4B30-990D-BDEEE3573504}"/>
          </ac:spMkLst>
        </pc:spChg>
        <pc:spChg chg="add mod">
          <ac:chgData name="Clayton Silva" userId="29ef9a7b83f2ddc4" providerId="LiveId" clId="{58335943-2BE6-42EC-897C-A1C4427AB656}" dt="2026-10-29T17:39:23.251" v="1946" actId="12"/>
          <ac:spMkLst>
            <pc:docMk/>
            <pc:sldMk cId="1923799947" sldId="293"/>
            <ac:spMk id="11" creationId="{D1D23817-384B-01B7-8E89-787EA0E29C73}"/>
          </ac:spMkLst>
        </pc:spChg>
        <pc:spChg chg="add mod">
          <ac:chgData name="Clayton Silva" userId="29ef9a7b83f2ddc4" providerId="LiveId" clId="{58335943-2BE6-42EC-897C-A1C4427AB656}" dt="2026-10-29T17:39:23.251" v="1946" actId="12"/>
          <ac:spMkLst>
            <pc:docMk/>
            <pc:sldMk cId="1923799947" sldId="293"/>
            <ac:spMk id="13" creationId="{7C11E9A6-36E6-A134-EBA8-72C9701698CE}"/>
          </ac:spMkLst>
        </pc:spChg>
      </pc:sldChg>
      <pc:sldChg chg="addSp delSp modSp mod ord">
        <pc:chgData name="Clayton Silva" userId="29ef9a7b83f2ddc4" providerId="LiveId" clId="{58335943-2BE6-42EC-897C-A1C4427AB656}" dt="2026-10-29T17:41:52.703" v="2005"/>
        <pc:sldMkLst>
          <pc:docMk/>
          <pc:sldMk cId="1070906525" sldId="294"/>
        </pc:sldMkLst>
        <pc:spChg chg="del mod">
          <ac:chgData name="Clayton Silva" userId="29ef9a7b83f2ddc4" providerId="LiveId" clId="{58335943-2BE6-42EC-897C-A1C4427AB656}" dt="2026-10-29T17:36:09.870" v="1795" actId="478"/>
          <ac:spMkLst>
            <pc:docMk/>
            <pc:sldMk cId="1070906525" sldId="294"/>
            <ac:spMk id="2" creationId="{F6D71D78-D897-473D-AB73-16960583079B}"/>
          </ac:spMkLst>
        </pc:spChg>
        <pc:spChg chg="del">
          <ac:chgData name="Clayton Silva" userId="29ef9a7b83f2ddc4" providerId="LiveId" clId="{58335943-2BE6-42EC-897C-A1C4427AB656}" dt="2026-10-29T17:36:09.870" v="1795" actId="478"/>
          <ac:spMkLst>
            <pc:docMk/>
            <pc:sldMk cId="1070906525" sldId="294"/>
            <ac:spMk id="3" creationId="{46EDD9D8-A5C3-4116-BA2E-0BC23B2A1249}"/>
          </ac:spMkLst>
        </pc:spChg>
        <pc:spChg chg="del mod">
          <ac:chgData name="Clayton Silva" userId="29ef9a7b83f2ddc4" providerId="LiveId" clId="{58335943-2BE6-42EC-897C-A1C4427AB656}" dt="2026-10-29T17:36:09.870" v="1795" actId="478"/>
          <ac:spMkLst>
            <pc:docMk/>
            <pc:sldMk cId="1070906525" sldId="294"/>
            <ac:spMk id="4" creationId="{F4EDBA92-EF0E-44B3-96BA-8FF4AF871C8F}"/>
          </ac:spMkLst>
        </pc:spChg>
        <pc:spChg chg="del">
          <ac:chgData name="Clayton Silva" userId="29ef9a7b83f2ddc4" providerId="LiveId" clId="{58335943-2BE6-42EC-897C-A1C4427AB656}" dt="2026-10-29T17:35:39.344" v="1792" actId="478"/>
          <ac:spMkLst>
            <pc:docMk/>
            <pc:sldMk cId="1070906525" sldId="294"/>
            <ac:spMk id="5" creationId="{72C624C9-296A-498A-B754-8EB2691BEBEA}"/>
          </ac:spMkLst>
        </pc:spChg>
        <pc:spChg chg="del mod">
          <ac:chgData name="Clayton Silva" userId="29ef9a7b83f2ddc4" providerId="LiveId" clId="{58335943-2BE6-42EC-897C-A1C4427AB656}" dt="2026-10-29T17:35:39.344" v="1792" actId="478"/>
          <ac:spMkLst>
            <pc:docMk/>
            <pc:sldMk cId="1070906525" sldId="294"/>
            <ac:spMk id="6" creationId="{576EE42E-7178-4FB0-A96E-0030D9402FD7}"/>
          </ac:spMkLst>
        </pc:spChg>
        <pc:spChg chg="del mod">
          <ac:chgData name="Clayton Silva" userId="29ef9a7b83f2ddc4" providerId="LiveId" clId="{58335943-2BE6-42EC-897C-A1C4427AB656}" dt="2026-10-29T17:36:09.870" v="1795" actId="478"/>
          <ac:spMkLst>
            <pc:docMk/>
            <pc:sldMk cId="1070906525" sldId="294"/>
            <ac:spMk id="7" creationId="{8624DF78-4802-4D4B-A439-737C11AB11BD}"/>
          </ac:spMkLst>
        </pc:spChg>
        <pc:spChg chg="mod">
          <ac:chgData name="Clayton Silva" userId="29ef9a7b83f2ddc4" providerId="LiveId" clId="{58335943-2BE6-42EC-897C-A1C4427AB656}" dt="2026-10-29T17:41:52.703" v="2005"/>
          <ac:spMkLst>
            <pc:docMk/>
            <pc:sldMk cId="1070906525" sldId="294"/>
            <ac:spMk id="8" creationId="{CB36A793-5E62-4F39-90C0-B1C34B043C9B}"/>
          </ac:spMkLst>
        </pc:spChg>
        <pc:spChg chg="del">
          <ac:chgData name="Clayton Silva" userId="29ef9a7b83f2ddc4" providerId="LiveId" clId="{58335943-2BE6-42EC-897C-A1C4427AB656}" dt="2026-10-29T17:36:13.751" v="1796" actId="478"/>
          <ac:spMkLst>
            <pc:docMk/>
            <pc:sldMk cId="1070906525" sldId="294"/>
            <ac:spMk id="9" creationId="{6CFC5CCE-A758-4D8D-B2F3-7E02DBFF4801}"/>
          </ac:spMkLst>
        </pc:spChg>
        <pc:picChg chg="add del">
          <ac:chgData name="Clayton Silva" userId="29ef9a7b83f2ddc4" providerId="LiveId" clId="{58335943-2BE6-42EC-897C-A1C4427AB656}" dt="2026-10-29T17:35:59.497" v="1794" actId="22"/>
          <ac:picMkLst>
            <pc:docMk/>
            <pc:sldMk cId="1070906525" sldId="294"/>
            <ac:picMk id="11" creationId="{3E583B04-6933-29B0-BDBB-B55594DF2C3B}"/>
          </ac:picMkLst>
        </pc:picChg>
        <pc:picChg chg="add">
          <ac:chgData name="Clayton Silva" userId="29ef9a7b83f2ddc4" providerId="LiveId" clId="{58335943-2BE6-42EC-897C-A1C4427AB656}" dt="2026-10-29T17:36:15.109" v="1797" actId="22"/>
          <ac:picMkLst>
            <pc:docMk/>
            <pc:sldMk cId="1070906525" sldId="294"/>
            <ac:picMk id="13" creationId="{FEF97880-3729-A68F-9E7F-523BC3B66BF5}"/>
          </ac:picMkLst>
        </pc:picChg>
      </pc:sldChg>
      <pc:sldChg chg="addSp delSp modSp mod">
        <pc:chgData name="Clayton Silva" userId="29ef9a7b83f2ddc4" providerId="LiveId" clId="{58335943-2BE6-42EC-897C-A1C4427AB656}" dt="2026-10-29T17:42:35.673" v="2016" actId="14100"/>
        <pc:sldMkLst>
          <pc:docMk/>
          <pc:sldMk cId="1890076538" sldId="295"/>
        </pc:sldMkLst>
        <pc:spChg chg="del">
          <ac:chgData name="Clayton Silva" userId="29ef9a7b83f2ddc4" providerId="LiveId" clId="{58335943-2BE6-42EC-897C-A1C4427AB656}" dt="2026-10-29T17:42:17.299" v="2011" actId="478"/>
          <ac:spMkLst>
            <pc:docMk/>
            <pc:sldMk cId="1890076538" sldId="295"/>
            <ac:spMk id="2" creationId="{A4753880-B97C-43C8-B971-72D1D8F4C119}"/>
          </ac:spMkLst>
        </pc:spChg>
        <pc:spChg chg="del">
          <ac:chgData name="Clayton Silva" userId="29ef9a7b83f2ddc4" providerId="LiveId" clId="{58335943-2BE6-42EC-897C-A1C4427AB656}" dt="2026-10-29T17:42:17.299" v="2011" actId="478"/>
          <ac:spMkLst>
            <pc:docMk/>
            <pc:sldMk cId="1890076538" sldId="295"/>
            <ac:spMk id="3" creationId="{6C6358A3-F16E-4D3E-A012-F715CE12F3FD}"/>
          </ac:spMkLst>
        </pc:spChg>
        <pc:spChg chg="del mod">
          <ac:chgData name="Clayton Silva" userId="29ef9a7b83f2ddc4" providerId="LiveId" clId="{58335943-2BE6-42EC-897C-A1C4427AB656}" dt="2026-10-29T17:30:31.988" v="1746" actId="478"/>
          <ac:spMkLst>
            <pc:docMk/>
            <pc:sldMk cId="1890076538" sldId="295"/>
            <ac:spMk id="4" creationId="{0480103E-F51E-48A2-BCB0-673EA2E25D71}"/>
          </ac:spMkLst>
        </pc:spChg>
        <pc:spChg chg="del">
          <ac:chgData name="Clayton Silva" userId="29ef9a7b83f2ddc4" providerId="LiveId" clId="{58335943-2BE6-42EC-897C-A1C4427AB656}" dt="2026-10-29T17:29:09.519" v="1744" actId="478"/>
          <ac:spMkLst>
            <pc:docMk/>
            <pc:sldMk cId="1890076538" sldId="295"/>
            <ac:spMk id="5" creationId="{52439130-6AB7-4C02-8DE8-4FA460E5D036}"/>
          </ac:spMkLst>
        </pc:spChg>
        <pc:spChg chg="del">
          <ac:chgData name="Clayton Silva" userId="29ef9a7b83f2ddc4" providerId="LiveId" clId="{58335943-2BE6-42EC-897C-A1C4427AB656}" dt="2026-10-29T17:29:12.502" v="1745" actId="478"/>
          <ac:spMkLst>
            <pc:docMk/>
            <pc:sldMk cId="1890076538" sldId="295"/>
            <ac:spMk id="6" creationId="{FF85C533-3D18-409C-A3CD-DCD6281E9B28}"/>
          </ac:spMkLst>
        </pc:spChg>
        <pc:spChg chg="del">
          <ac:chgData name="Clayton Silva" userId="29ef9a7b83f2ddc4" providerId="LiveId" clId="{58335943-2BE6-42EC-897C-A1C4427AB656}" dt="2026-10-29T17:30:43.751" v="1749" actId="478"/>
          <ac:spMkLst>
            <pc:docMk/>
            <pc:sldMk cId="1890076538" sldId="295"/>
            <ac:spMk id="7" creationId="{DFB0944E-5ED2-400B-895B-930BB14AE630}"/>
          </ac:spMkLst>
        </pc:spChg>
        <pc:spChg chg="del mod">
          <ac:chgData name="Clayton Silva" userId="29ef9a7b83f2ddc4" providerId="LiveId" clId="{58335943-2BE6-42EC-897C-A1C4427AB656}" dt="2026-10-29T17:42:10.796" v="2010" actId="478"/>
          <ac:spMkLst>
            <pc:docMk/>
            <pc:sldMk cId="1890076538" sldId="295"/>
            <ac:spMk id="8" creationId="{1BD72EB4-F486-412B-B09E-E08081F23583}"/>
          </ac:spMkLst>
        </pc:spChg>
        <pc:spChg chg="del">
          <ac:chgData name="Clayton Silva" userId="29ef9a7b83f2ddc4" providerId="LiveId" clId="{58335943-2BE6-42EC-897C-A1C4427AB656}" dt="2026-10-29T17:42:17.299" v="2011" actId="478"/>
          <ac:spMkLst>
            <pc:docMk/>
            <pc:sldMk cId="1890076538" sldId="295"/>
            <ac:spMk id="9" creationId="{73BF9785-6D40-4F92-8060-A86A85A3BBB0}"/>
          </ac:spMkLst>
        </pc:spChg>
        <pc:picChg chg="add mod">
          <ac:chgData name="Clayton Silva" userId="29ef9a7b83f2ddc4" providerId="LiveId" clId="{58335943-2BE6-42EC-897C-A1C4427AB656}" dt="2026-10-29T17:42:35.673" v="2016" actId="14100"/>
          <ac:picMkLst>
            <pc:docMk/>
            <pc:sldMk cId="1890076538" sldId="295"/>
            <ac:picMk id="11" creationId="{DC43AAA2-C350-BA8C-34F8-9AC6CD42E350}"/>
          </ac:picMkLst>
        </pc:picChg>
      </pc:sldChg>
      <pc:sldChg chg="del">
        <pc:chgData name="Clayton Silva" userId="29ef9a7b83f2ddc4" providerId="LiveId" clId="{58335943-2BE6-42EC-897C-A1C4427AB656}" dt="2026-10-29T17:32:12.993" v="1785" actId="2696"/>
        <pc:sldMkLst>
          <pc:docMk/>
          <pc:sldMk cId="1633447771" sldId="296"/>
        </pc:sldMkLst>
      </pc:sldChg>
      <pc:sldChg chg="delSp del mod">
        <pc:chgData name="Clayton Silva" userId="29ef9a7b83f2ddc4" providerId="LiveId" clId="{58335943-2BE6-42EC-897C-A1C4427AB656}" dt="2026-10-29T17:41:25.787" v="2004" actId="47"/>
        <pc:sldMkLst>
          <pc:docMk/>
          <pc:sldMk cId="1389414789" sldId="297"/>
        </pc:sldMkLst>
        <pc:spChg chg="del">
          <ac:chgData name="Clayton Silva" userId="29ef9a7b83f2ddc4" providerId="LiveId" clId="{58335943-2BE6-42EC-897C-A1C4427AB656}" dt="2026-10-29T17:40:44.500" v="1962" actId="21"/>
          <ac:spMkLst>
            <pc:docMk/>
            <pc:sldMk cId="1389414789" sldId="297"/>
            <ac:spMk id="3" creationId="{8C522377-B674-4CD5-A5C5-FE3225A02921}"/>
          </ac:spMkLst>
        </pc:spChg>
        <pc:spChg chg="del">
          <ac:chgData name="Clayton Silva" userId="29ef9a7b83f2ddc4" providerId="LiveId" clId="{58335943-2BE6-42EC-897C-A1C4427AB656}" dt="2026-10-29T17:40:44.500" v="1962" actId="21"/>
          <ac:spMkLst>
            <pc:docMk/>
            <pc:sldMk cId="1389414789" sldId="297"/>
            <ac:spMk id="4" creationId="{A0FB15CA-B79E-497F-ABDD-CABB7B09A8F0}"/>
          </ac:spMkLst>
        </pc:spChg>
        <pc:spChg chg="del">
          <ac:chgData name="Clayton Silva" userId="29ef9a7b83f2ddc4" providerId="LiveId" clId="{58335943-2BE6-42EC-897C-A1C4427AB656}" dt="2026-10-29T17:40:44.500" v="1962" actId="21"/>
          <ac:spMkLst>
            <pc:docMk/>
            <pc:sldMk cId="1389414789" sldId="297"/>
            <ac:spMk id="5" creationId="{4E30969C-D160-4CB6-A374-EF76F2E760AE}"/>
          </ac:spMkLst>
        </pc:spChg>
        <pc:spChg chg="del">
          <ac:chgData name="Clayton Silva" userId="29ef9a7b83f2ddc4" providerId="LiveId" clId="{58335943-2BE6-42EC-897C-A1C4427AB656}" dt="2026-10-29T17:40:44.500" v="1962" actId="21"/>
          <ac:spMkLst>
            <pc:docMk/>
            <pc:sldMk cId="1389414789" sldId="297"/>
            <ac:spMk id="6" creationId="{1278AFE7-85FB-4127-9BEF-E27280318A7D}"/>
          </ac:spMkLst>
        </pc:spChg>
        <pc:spChg chg="del">
          <ac:chgData name="Clayton Silva" userId="29ef9a7b83f2ddc4" providerId="LiveId" clId="{58335943-2BE6-42EC-897C-A1C4427AB656}" dt="2026-10-29T17:40:28.416" v="1961" actId="478"/>
          <ac:spMkLst>
            <pc:docMk/>
            <pc:sldMk cId="1389414789" sldId="297"/>
            <ac:spMk id="7" creationId="{B818B8DC-4022-4E95-8DB0-D10F4C385F70}"/>
          </ac:spMkLst>
        </pc:spChg>
      </pc:sldChg>
      <pc:sldChg chg="del">
        <pc:chgData name="Clayton Silva" userId="29ef9a7b83f2ddc4" providerId="LiveId" clId="{58335943-2BE6-42EC-897C-A1C4427AB656}" dt="2026-10-29T17:32:20.750" v="1786" actId="47"/>
        <pc:sldMkLst>
          <pc:docMk/>
          <pc:sldMk cId="534240856" sldId="298"/>
        </pc:sldMkLst>
      </pc:sldChg>
      <pc:sldChg chg="del">
        <pc:chgData name="Clayton Silva" userId="29ef9a7b83f2ddc4" providerId="LiveId" clId="{58335943-2BE6-42EC-897C-A1C4427AB656}" dt="2026-10-29T17:32:32.125" v="1787" actId="47"/>
        <pc:sldMkLst>
          <pc:docMk/>
          <pc:sldMk cId="1582773285" sldId="299"/>
        </pc:sldMkLst>
      </pc:sldChg>
      <pc:sldChg chg="addSp delSp modSp add mod">
        <pc:chgData name="Clayton Silva" userId="29ef9a7b83f2ddc4" providerId="LiveId" clId="{58335943-2BE6-42EC-897C-A1C4427AB656}" dt="2026-10-29T17:43:43.778" v="2033" actId="20577"/>
        <pc:sldMkLst>
          <pc:docMk/>
          <pc:sldMk cId="3028226890" sldId="300"/>
        </pc:sldMkLst>
        <pc:spChg chg="del">
          <ac:chgData name="Clayton Silva" userId="29ef9a7b83f2ddc4" providerId="LiveId" clId="{58335943-2BE6-42EC-897C-A1C4427AB656}" dt="2026-10-29T17:02:14.910" v="1056" actId="478"/>
          <ac:spMkLst>
            <pc:docMk/>
            <pc:sldMk cId="3028226890" sldId="300"/>
            <ac:spMk id="4" creationId="{2CBF8E70-F59B-B1D7-8581-357E71723F38}"/>
          </ac:spMkLst>
        </pc:spChg>
        <pc:spChg chg="del">
          <ac:chgData name="Clayton Silva" userId="29ef9a7b83f2ddc4" providerId="LiveId" clId="{58335943-2BE6-42EC-897C-A1C4427AB656}" dt="2026-10-29T17:02:14.910" v="1056" actId="478"/>
          <ac:spMkLst>
            <pc:docMk/>
            <pc:sldMk cId="3028226890" sldId="300"/>
            <ac:spMk id="5" creationId="{E47B2A95-304C-78B5-A426-B5C6A9961ED1}"/>
          </ac:spMkLst>
        </pc:spChg>
        <pc:spChg chg="mod">
          <ac:chgData name="Clayton Silva" userId="29ef9a7b83f2ddc4" providerId="LiveId" clId="{58335943-2BE6-42EC-897C-A1C4427AB656}" dt="2026-10-29T17:43:43.778" v="2033" actId="20577"/>
          <ac:spMkLst>
            <pc:docMk/>
            <pc:sldMk cId="3028226890" sldId="300"/>
            <ac:spMk id="8" creationId="{CB6C1C3C-D600-2593-F37A-5473E5EC5203}"/>
          </ac:spMkLst>
        </pc:spChg>
        <pc:picChg chg="add del">
          <ac:chgData name="Clayton Silva" userId="29ef9a7b83f2ddc4" providerId="LiveId" clId="{58335943-2BE6-42EC-897C-A1C4427AB656}" dt="2026-10-29T17:02:28.448" v="1058" actId="22"/>
          <ac:picMkLst>
            <pc:docMk/>
            <pc:sldMk cId="3028226890" sldId="300"/>
            <ac:picMk id="7" creationId="{9017A388-7499-3FE9-B5A7-F2A05CFC870B}"/>
          </ac:picMkLst>
        </pc:picChg>
        <pc:picChg chg="add mod">
          <ac:chgData name="Clayton Silva" userId="29ef9a7b83f2ddc4" providerId="LiveId" clId="{58335943-2BE6-42EC-897C-A1C4427AB656}" dt="2026-10-29T17:04:56.026" v="1075" actId="1076"/>
          <ac:picMkLst>
            <pc:docMk/>
            <pc:sldMk cId="3028226890" sldId="300"/>
            <ac:picMk id="11" creationId="{3E9FAFBE-A7A7-E56C-F484-0717309A67EA}"/>
          </ac:picMkLst>
        </pc:picChg>
      </pc:sldChg>
      <pc:sldChg chg="addSp delSp add mod">
        <pc:chgData name="Clayton Silva" userId="29ef9a7b83f2ddc4" providerId="LiveId" clId="{58335943-2BE6-42EC-897C-A1C4427AB656}" dt="2026-10-29T17:19:02.022" v="1565" actId="22"/>
        <pc:sldMkLst>
          <pc:docMk/>
          <pc:sldMk cId="681581376" sldId="301"/>
        </pc:sldMkLst>
        <pc:picChg chg="del">
          <ac:chgData name="Clayton Silva" userId="29ef9a7b83f2ddc4" providerId="LiveId" clId="{58335943-2BE6-42EC-897C-A1C4427AB656}" dt="2026-10-29T17:19:01.032" v="1564" actId="478"/>
          <ac:picMkLst>
            <pc:docMk/>
            <pc:sldMk cId="681581376" sldId="301"/>
            <ac:picMk id="2" creationId="{EC7EEC4F-A7F0-9697-E6EB-EEE7B1D19329}"/>
          </ac:picMkLst>
        </pc:picChg>
        <pc:picChg chg="add">
          <ac:chgData name="Clayton Silva" userId="29ef9a7b83f2ddc4" providerId="LiveId" clId="{58335943-2BE6-42EC-897C-A1C4427AB656}" dt="2026-10-29T17:19:02.022" v="1565" actId="22"/>
          <ac:picMkLst>
            <pc:docMk/>
            <pc:sldMk cId="681581376" sldId="301"/>
            <ac:picMk id="4" creationId="{D961A7C7-079D-B9F3-1BA2-F634EE510D42}"/>
          </ac:picMkLst>
        </pc:picChg>
      </pc:sldChg>
      <pc:sldChg chg="addSp delSp modSp add mod">
        <pc:chgData name="Clayton Silva" userId="29ef9a7b83f2ddc4" providerId="LiveId" clId="{58335943-2BE6-42EC-897C-A1C4427AB656}" dt="2026-10-29T17:42:01.008" v="2009" actId="20577"/>
        <pc:sldMkLst>
          <pc:docMk/>
          <pc:sldMk cId="4094504246" sldId="302"/>
        </pc:sldMkLst>
        <pc:spChg chg="del">
          <ac:chgData name="Clayton Silva" userId="29ef9a7b83f2ddc4" providerId="LiveId" clId="{58335943-2BE6-42EC-897C-A1C4427AB656}" dt="2026-10-29T17:31:17.284" v="1752" actId="478"/>
          <ac:spMkLst>
            <pc:docMk/>
            <pc:sldMk cId="4094504246" sldId="302"/>
            <ac:spMk id="4" creationId="{6969F8A1-8537-2C04-AD91-F0DA763175D9}"/>
          </ac:spMkLst>
        </pc:spChg>
        <pc:spChg chg="mod">
          <ac:chgData name="Clayton Silva" userId="29ef9a7b83f2ddc4" providerId="LiveId" clId="{58335943-2BE6-42EC-897C-A1C4427AB656}" dt="2026-10-29T17:41:08.672" v="2002" actId="12"/>
          <ac:spMkLst>
            <pc:docMk/>
            <pc:sldMk cId="4094504246" sldId="302"/>
            <ac:spMk id="5" creationId="{5B005BDC-B80F-81D6-32F2-0B91B3FA6AD4}"/>
          </ac:spMkLst>
        </pc:spChg>
        <pc:spChg chg="mod">
          <ac:chgData name="Clayton Silva" userId="29ef9a7b83f2ddc4" providerId="LiveId" clId="{58335943-2BE6-42EC-897C-A1C4427AB656}" dt="2026-10-29T17:41:08.672" v="2002" actId="12"/>
          <ac:spMkLst>
            <pc:docMk/>
            <pc:sldMk cId="4094504246" sldId="302"/>
            <ac:spMk id="6" creationId="{8437DB7C-06E0-B46B-BF76-7132ADCF5C08}"/>
          </ac:spMkLst>
        </pc:spChg>
        <pc:spChg chg="del">
          <ac:chgData name="Clayton Silva" userId="29ef9a7b83f2ddc4" providerId="LiveId" clId="{58335943-2BE6-42EC-897C-A1C4427AB656}" dt="2026-10-29T17:40:50.969" v="1963" actId="478"/>
          <ac:spMkLst>
            <pc:docMk/>
            <pc:sldMk cId="4094504246" sldId="302"/>
            <ac:spMk id="7" creationId="{9F78C1E9-D9C7-5E27-AD5D-2CF2EBEFC00C}"/>
          </ac:spMkLst>
        </pc:spChg>
        <pc:spChg chg="mod">
          <ac:chgData name="Clayton Silva" userId="29ef9a7b83f2ddc4" providerId="LiveId" clId="{58335943-2BE6-42EC-897C-A1C4427AB656}" dt="2026-10-29T17:42:01.008" v="2009" actId="20577"/>
          <ac:spMkLst>
            <pc:docMk/>
            <pc:sldMk cId="4094504246" sldId="302"/>
            <ac:spMk id="8" creationId="{C1C8EA30-75CB-CC3F-1C7A-373880136BA4}"/>
          </ac:spMkLst>
        </pc:spChg>
        <pc:spChg chg="add mod">
          <ac:chgData name="Clayton Silva" userId="29ef9a7b83f2ddc4" providerId="LiveId" clId="{58335943-2BE6-42EC-897C-A1C4427AB656}" dt="2026-10-29T17:40:55.749" v="2001" actId="1036"/>
          <ac:spMkLst>
            <pc:docMk/>
            <pc:sldMk cId="4094504246" sldId="302"/>
            <ac:spMk id="11" creationId="{98F6CB30-DE16-D78F-75A0-B93D7666CC40}"/>
          </ac:spMkLst>
        </pc:spChg>
        <pc:spChg chg="add mod">
          <ac:chgData name="Clayton Silva" userId="29ef9a7b83f2ddc4" providerId="LiveId" clId="{58335943-2BE6-42EC-897C-A1C4427AB656}" dt="2026-10-29T17:41:21.030" v="2003" actId="12"/>
          <ac:spMkLst>
            <pc:docMk/>
            <pc:sldMk cId="4094504246" sldId="302"/>
            <ac:spMk id="13" creationId="{A1B80918-DBA2-BA81-A26D-BAA11CD44F43}"/>
          </ac:spMkLst>
        </pc:spChg>
        <pc:spChg chg="add mod">
          <ac:chgData name="Clayton Silva" userId="29ef9a7b83f2ddc4" providerId="LiveId" clId="{58335943-2BE6-42EC-897C-A1C4427AB656}" dt="2026-10-29T17:41:21.030" v="2003" actId="12"/>
          <ac:spMkLst>
            <pc:docMk/>
            <pc:sldMk cId="4094504246" sldId="302"/>
            <ac:spMk id="15" creationId="{C640211D-49B3-D8D6-7038-808138A3C5D4}"/>
          </ac:spMkLst>
        </pc:spChg>
        <pc:spChg chg="add mod">
          <ac:chgData name="Clayton Silva" userId="29ef9a7b83f2ddc4" providerId="LiveId" clId="{58335943-2BE6-42EC-897C-A1C4427AB656}" dt="2026-10-29T17:41:21.030" v="2003" actId="12"/>
          <ac:spMkLst>
            <pc:docMk/>
            <pc:sldMk cId="4094504246" sldId="302"/>
            <ac:spMk id="17" creationId="{84E09A74-E186-1645-03DE-B4823BB779C1}"/>
          </ac:spMkLst>
        </pc:spChg>
      </pc:sldChg>
      <pc:sldChg chg="delSp add del mod">
        <pc:chgData name="Clayton Silva" userId="29ef9a7b83f2ddc4" providerId="LiveId" clId="{58335943-2BE6-42EC-897C-A1C4427AB656}" dt="2026-10-29T17:39:46.222" v="1958" actId="47"/>
        <pc:sldMkLst>
          <pc:docMk/>
          <pc:sldMk cId="3833272255" sldId="303"/>
        </pc:sldMkLst>
        <pc:spChg chg="del">
          <ac:chgData name="Clayton Silva" userId="29ef9a7b83f2ddc4" providerId="LiveId" clId="{58335943-2BE6-42EC-897C-A1C4427AB656}" dt="2026-10-29T17:37:26.656" v="1809" actId="21"/>
          <ac:spMkLst>
            <pc:docMk/>
            <pc:sldMk cId="3833272255" sldId="303"/>
            <ac:spMk id="5" creationId="{90E92CEF-9FB3-F006-DD59-1D22029B2DB9}"/>
          </ac:spMkLst>
        </pc:spChg>
      </pc:sldChg>
      <pc:sldChg chg="addSp delSp modSp add mod">
        <pc:chgData name="Clayton Silva" userId="29ef9a7b83f2ddc4" providerId="LiveId" clId="{58335943-2BE6-42EC-897C-A1C4427AB656}" dt="2026-10-29T17:41:52.703" v="2005"/>
        <pc:sldMkLst>
          <pc:docMk/>
          <pc:sldMk cId="3666624521" sldId="304"/>
        </pc:sldMkLst>
        <pc:spChg chg="mod">
          <ac:chgData name="Clayton Silva" userId="29ef9a7b83f2ddc4" providerId="LiveId" clId="{58335943-2BE6-42EC-897C-A1C4427AB656}" dt="2026-10-29T17:41:52.703" v="2005"/>
          <ac:spMkLst>
            <pc:docMk/>
            <pc:sldMk cId="3666624521" sldId="304"/>
            <ac:spMk id="8" creationId="{CA217E50-2E53-7B9F-BAB2-A4C14871942D}"/>
          </ac:spMkLst>
        </pc:spChg>
        <pc:picChg chg="add">
          <ac:chgData name="Clayton Silva" userId="29ef9a7b83f2ddc4" providerId="LiveId" clId="{58335943-2BE6-42EC-897C-A1C4427AB656}" dt="2026-10-29T17:40:02.039" v="1960" actId="22"/>
          <ac:picMkLst>
            <pc:docMk/>
            <pc:sldMk cId="3666624521" sldId="304"/>
            <ac:picMk id="3" creationId="{809DC9E4-810B-5DFF-5436-818918A0F44B}"/>
          </ac:picMkLst>
        </pc:picChg>
        <pc:picChg chg="del">
          <ac:chgData name="Clayton Silva" userId="29ef9a7b83f2ddc4" providerId="LiveId" clId="{58335943-2BE6-42EC-897C-A1C4427AB656}" dt="2026-10-29T17:39:49.915" v="1959" actId="478"/>
          <ac:picMkLst>
            <pc:docMk/>
            <pc:sldMk cId="3666624521" sldId="304"/>
            <ac:picMk id="13" creationId="{A87D06A1-5E39-902D-66D6-7900852D899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50FBB-27C2-DDB9-9D15-CCC93A2E6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19208-4547-D9DA-F011-D79038C8D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7CE563-1E07-74DE-1AF1-C071A75FE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80EFB-0513-6E69-D65E-4CAFB933583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37565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0E26F-B00A-BB76-2AA6-F4965E55C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DE025-71B7-0086-7890-838FD4367E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D7CFEC-EC55-B83D-AF0B-A3B0F7E09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7EA5A-51B5-28BF-91EB-C7BDCE46CCE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44646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Scrum: Alexandre Magno, Tire seu projeto do papel com Scrum, Parte II (2019). Responsabilidades e eventos: Guia Scrum de novembro de 2020, https://scrumguides.org/scrum-guide.html.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Scrum: Alexandre Magno, Tire seu projeto do papel com Scrum, Parte II (2019). Responsabilidades e eventos: Guia Scrum de novembro de 2020, https://scrumguides.org/scrum-guide.html.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0B494-661F-20C4-2E0F-53E82AC50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BCBFE-BE94-7270-C985-61353DF38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73DC0B-E8D9-8A59-3C3E-E86E62284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Scrum: Alexandre Magno, Tire seu projeto do papel com Scrum, Parte II (2019). Responsabilidades e eventos: Guia Scrum de novembro de 2020, https://scrumguides.org/scrum-guide.html.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AA26C-C5CB-BF34-7908-22F538B627D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93765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Scrum: Alexandre Magno, Tire seu projeto do papel com Scrum, Parte II (2019). Responsabilidades e eventos: Guia Scrum de novembro de 2020, https://scrumguides.org/scrum-guide.html.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5B25C-B897-F667-3EFD-E7B1515EF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22059-71B0-8AE9-7774-68CAB2B58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6A2FED-65D4-F187-3C06-8A018E595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HTML revisado da Unidade 6, elaborado nesta conversa. Figuras incorporadas preservadas. Scrum: Alexandre Magno, Tire seu projeto do papel com Scrum, Parte II (2019). Responsabilidades e eventos: Guia Scrum de novembro de 2020, https://scrumguides.org/scrum-guide.html.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A9690-5A51-89A7-E344-D4F3A2DDFD8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6704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FF5602B-3A70-4772-B229-BE8C5517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CC7055E-368E-4213-84F0-34E96C68F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28F7EE5-645E-4871-927E-69370CB66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B4336F6-DD30-4137-A49E-E623ECCBA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27A7BF0-2380-4EB5-AD69-27C6F2559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67CAA8C-EE55-427B-A5C4-163BB8118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98C3550-A017-4FEB-ADCB-2304FB69C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01192AB-5563-4D83-B016-7FDF7067F9A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FC1F205-4064-4D6F-BACD-44E10B771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7587A1-783B-45DD-9D3F-5ECD2ED80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C393DF42-C524-4029-A4A5-6D7E9803ADE5}"/>
              </a:ext>
            </a:extLst>
          </p:cNvPr>
          <p:cNvSpPr>
            <a:spLocks noGrp="1"/>
          </p:cNvSpPr>
          <p:nvPr/>
        </p:nvSpPr>
        <p:spPr>
          <a:xfrm>
            <a:off x="685800" y="80962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00" b="1">
                <a:solidFill>
                  <a:srgbClr val="72D9E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1">
                <a:solidFill>
                  <a:srgbClr val="72D9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2D9EC"/>
                </a:solidFill>
                <a:latin typeface="Arial"/>
                <a:ea typeface="Arial"/>
                <a:cs typeface="Arial"/>
              </a:rPr>
              <a:t>GESTÃO DE PROJETOS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DEE307D-0870-4CB9-BB7C-C80B145B242C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0572750" cy="190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Gestão de Pessoas e</a:t>
            </a:r>
          </a:p>
          <a:p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Equipes de Projeto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3F1BC41-C021-425F-BE34-AEAA52162DF6}"/>
              </a:ext>
            </a:extLst>
          </p:cNvPr>
          <p:cNvSpPr>
            <a:spLocks noGrp="1"/>
          </p:cNvSpPr>
          <p:nvPr/>
        </p:nvSpPr>
        <p:spPr>
          <a:xfrm>
            <a:off x="704850" y="4572000"/>
            <a:ext cx="9525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700" b="0">
                <a:solidFill>
                  <a:srgbClr val="72D9E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00" b="0">
                <a:solidFill>
                  <a:srgbClr val="72D9EC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2D9EC"/>
                </a:solidFill>
                <a:latin typeface="Arial"/>
                <a:ea typeface="Arial"/>
                <a:cs typeface="Arial"/>
              </a:rPr>
              <a:t>Unidade 6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2B92351E-3779-4D31-98F1-C12C314E29CD}"/>
              </a:ext>
            </a:extLst>
          </p:cNvPr>
          <p:cNvSpPr>
            <a:spLocks noGrp="1"/>
          </p:cNvSpPr>
          <p:nvPr/>
        </p:nvSpPr>
        <p:spPr>
          <a:xfrm>
            <a:off x="704850" y="6048375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725" b="0">
                <a:solidFill>
                  <a:srgbClr val="DCE6F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DCE6F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CE6F2"/>
                </a:solidFill>
                <a:latin typeface="Arial"/>
                <a:ea typeface="Arial"/>
                <a:cs typeface="Arial"/>
              </a:rPr>
              <a:t>Prof. Clayton J A Silva</a:t>
            </a:r>
          </a:p>
        </p:txBody>
      </p:sp>
    </p:spTree>
    <p:extLst>
      <p:ext uri="{BB962C8B-B14F-4D97-AF65-F5344CB8AC3E}">
        <p14:creationId xmlns:p14="http://schemas.microsoft.com/office/powerpoint/2010/main" val="654042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BCDB2637-AD01-4A69-8C8B-C2B3B24DAC08}"/>
              </a:ext>
            </a:extLst>
          </p:cNvPr>
          <p:cNvSpPr>
            <a:spLocks noGrp="1"/>
          </p:cNvSpPr>
          <p:nvPr/>
        </p:nvSpPr>
        <p:spPr>
          <a:xfrm>
            <a:off x="609600" y="219075"/>
            <a:ext cx="10953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6.1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5FC38DBB-0275-4CA7-90DD-36D132517964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Introdução</a:t>
            </a:r>
          </a:p>
        </p:txBody>
      </p:sp>
      <p:sp>
        <p:nvSpPr>
          <p:cNvPr id="3" name="topic">
            <a:extLst>
              <a:ext uri="{FF2B5EF4-FFF2-40B4-BE49-F238E27FC236}">
                <a16:creationId xmlns:a16="http://schemas.microsoft.com/office/drawing/2014/main" id="{A9B62BD0-AD18-4F02-9AC9-6CA56BF0228E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A equipe e o cronograma amadurecem juntos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4BAF722D-85A9-44E9-922D-21C9CF6DA17C}"/>
              </a:ext>
            </a:extLst>
          </p:cNvPr>
          <p:cNvSpPr>
            <a:spLocks noGrp="1"/>
          </p:cNvSpPr>
          <p:nvPr/>
        </p:nvSpPr>
        <p:spPr>
          <a:xfrm>
            <a:off x="609600" y="1743074"/>
            <a:ext cx="10620375" cy="12646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O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escopo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o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cronograma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já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indicam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o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trabalho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realizar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 O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planejamento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da equipe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começa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pela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identificação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das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competências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exigidas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por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esse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trabalho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B155E4BC-F2C2-4014-8F03-E6BF30990D8E}"/>
              </a:ext>
            </a:extLst>
          </p:cNvPr>
          <p:cNvSpPr>
            <a:spLocks noGrp="1"/>
          </p:cNvSpPr>
          <p:nvPr/>
        </p:nvSpPr>
        <p:spPr>
          <a:xfrm>
            <a:off x="609600" y="3102292"/>
            <a:ext cx="10620375" cy="106330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A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definição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perfis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estrutura</a:t>
            </a:r>
            <a:r>
              <a:rPr lang="pt-BR" sz="2400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da equipe</a:t>
            </a:r>
            <a:r>
              <a:rPr sz="2400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e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responsabilidades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permite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estimar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quantas</a:t>
            </a:r>
            <a:r>
              <a:rPr sz="2400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pessoas</a:t>
            </a:r>
            <a:r>
              <a:rPr sz="2400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mobilizar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em</a:t>
            </a:r>
            <a:r>
              <a:rPr sz="2400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que</a:t>
            </a:r>
            <a:r>
              <a:rPr sz="2400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momento</a:t>
            </a:r>
            <a:r>
              <a:rPr sz="2400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cada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uma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será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necessária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explanation">
            <a:extLst>
              <a:ext uri="{FF2B5EF4-FFF2-40B4-BE49-F238E27FC236}">
                <a16:creationId xmlns:a16="http://schemas.microsoft.com/office/drawing/2014/main" id="{3A0DBF1F-06BE-4A77-A6ED-D954A8604F46}"/>
              </a:ext>
            </a:extLst>
          </p:cNvPr>
          <p:cNvSpPr>
            <a:spLocks noGrp="1"/>
          </p:cNvSpPr>
          <p:nvPr/>
        </p:nvSpPr>
        <p:spPr>
          <a:xfrm>
            <a:off x="609600" y="4451350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A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relação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é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recíproca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: a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disponibilidade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da equipe altera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prazos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viáveis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enquanto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mudanças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no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cronograma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modificam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necessidade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pessoas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10DB2F5F-317F-4EB0-B293-AEF7A0BAF4FB}"/>
              </a:ext>
            </a:extLst>
          </p:cNvPr>
          <p:cNvSpPr>
            <a:spLocks noGrp="1"/>
          </p:cNvSpPr>
          <p:nvPr/>
        </p:nvSpPr>
        <p:spPr>
          <a:xfrm>
            <a:off x="11001375" y="6619875"/>
            <a:ext cx="7143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pP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 / 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27</a:t>
            </a:r>
            <a:endParaRPr sz="975" b="0" dirty="0">
              <a:solidFill>
                <a:srgbClr val="52627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1414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84FC242C-F817-48E0-94E5-2F6B45EE3C81}"/>
              </a:ext>
            </a:extLst>
          </p:cNvPr>
          <p:cNvSpPr>
            <a:spLocks noGrp="1"/>
          </p:cNvSpPr>
          <p:nvPr/>
        </p:nvSpPr>
        <p:spPr>
          <a:xfrm>
            <a:off x="609600" y="219075"/>
            <a:ext cx="10953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6.1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4CE2D557-09C1-460E-BF6E-6379664BBABB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Introdução</a:t>
            </a:r>
          </a:p>
        </p:txBody>
      </p:sp>
      <p:sp>
        <p:nvSpPr>
          <p:cNvPr id="3" name="topic">
            <a:extLst>
              <a:ext uri="{FF2B5EF4-FFF2-40B4-BE49-F238E27FC236}">
                <a16:creationId xmlns:a16="http://schemas.microsoft.com/office/drawing/2014/main" id="{5A27379C-2FB4-4536-BA05-034799E5C2A8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A equipe sustenta as próximas decisões de gestão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8784F2B0-16F2-4A9C-AD15-C2C3E0B25614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Os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perfis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e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seus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períodos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de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alocação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permitem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182B43"/>
                </a:solidFill>
                <a:latin typeface="Arial"/>
                <a:cs typeface="Arial"/>
              </a:rPr>
              <a:t>estimar</a:t>
            </a:r>
            <a:r>
              <a:rPr sz="2400" b="1" dirty="0">
                <a:solidFill>
                  <a:srgbClr val="182B43"/>
                </a:solidFill>
                <a:latin typeface="Arial"/>
                <a:cs typeface="Arial"/>
              </a:rPr>
              <a:t> custos de </a:t>
            </a:r>
            <a:r>
              <a:rPr sz="2400" b="1" dirty="0" err="1">
                <a:solidFill>
                  <a:srgbClr val="182B43"/>
                </a:solidFill>
                <a:latin typeface="Arial"/>
                <a:cs typeface="Arial"/>
              </a:rPr>
              <a:t>pessoal</a:t>
            </a:r>
            <a:r>
              <a:rPr sz="2400" b="1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e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preparar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o </a:t>
            </a:r>
            <a:r>
              <a:rPr sz="2400" b="1" dirty="0" err="1">
                <a:solidFill>
                  <a:srgbClr val="182B43"/>
                </a:solidFill>
                <a:latin typeface="Arial"/>
                <a:cs typeface="Arial"/>
              </a:rPr>
              <a:t>orçamento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com base no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trabalho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planejado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7184E045-9490-4F34-AD18-492217DE3D1B}"/>
              </a:ext>
            </a:extLst>
          </p:cNvPr>
          <p:cNvSpPr>
            <a:spLocks noGrp="1"/>
          </p:cNvSpPr>
          <p:nvPr/>
        </p:nvSpPr>
        <p:spPr>
          <a:xfrm>
            <a:off x="609600" y="2716213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A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falta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de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uma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competência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crítica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ou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a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dependência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de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uma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contratação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precisa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entrar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na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análise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de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riscos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e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nas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decisões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de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prazo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6" name="explanation">
            <a:extLst>
              <a:ext uri="{FF2B5EF4-FFF2-40B4-BE49-F238E27FC236}">
                <a16:creationId xmlns:a16="http://schemas.microsoft.com/office/drawing/2014/main" id="{E1EA5086-8B6F-462F-9C9B-29BEB47137CB}"/>
              </a:ext>
            </a:extLst>
          </p:cNvPr>
          <p:cNvSpPr>
            <a:spLocks noGrp="1"/>
          </p:cNvSpPr>
          <p:nvPr/>
        </p:nvSpPr>
        <p:spPr>
          <a:xfrm>
            <a:off x="609600" y="3658869"/>
            <a:ext cx="10620375" cy="134651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Responsabilidades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claras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e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coordenação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entre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especialidades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apoiam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a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qualidade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das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entregas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. Por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isso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, </a:t>
            </a:r>
            <a:r>
              <a:rPr sz="2400" b="1" dirty="0">
                <a:solidFill>
                  <a:srgbClr val="182B43"/>
                </a:solidFill>
                <a:latin typeface="Arial"/>
                <a:cs typeface="Arial"/>
              </a:rPr>
              <a:t>equipe, </a:t>
            </a:r>
            <a:r>
              <a:rPr sz="2400" b="1" dirty="0" err="1">
                <a:solidFill>
                  <a:srgbClr val="182B43"/>
                </a:solidFill>
                <a:latin typeface="Arial"/>
                <a:cs typeface="Arial"/>
              </a:rPr>
              <a:t>escopo</a:t>
            </a:r>
            <a:r>
              <a:rPr sz="2400" b="1" dirty="0">
                <a:solidFill>
                  <a:srgbClr val="182B43"/>
                </a:solidFill>
                <a:latin typeface="Arial"/>
                <a:cs typeface="Arial"/>
              </a:rPr>
              <a:t>, tempo e custos </a:t>
            </a:r>
            <a:r>
              <a:rPr sz="2400" b="1" dirty="0" err="1">
                <a:solidFill>
                  <a:srgbClr val="182B43"/>
                </a:solidFill>
                <a:latin typeface="Arial"/>
                <a:cs typeface="Arial"/>
              </a:rPr>
              <a:t>precisam</a:t>
            </a:r>
            <a:r>
              <a:rPr sz="2400" b="1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182B43"/>
                </a:solidFill>
                <a:latin typeface="Arial"/>
                <a:cs typeface="Arial"/>
              </a:rPr>
              <a:t>permanecer</a:t>
            </a:r>
            <a:r>
              <a:rPr sz="2400" b="1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182B43"/>
                </a:solidFill>
                <a:latin typeface="Arial"/>
                <a:cs typeface="Arial"/>
              </a:rPr>
              <a:t>coerentes</a:t>
            </a:r>
            <a:r>
              <a:rPr lang="pt-BR" sz="2400" b="1" dirty="0">
                <a:solidFill>
                  <a:srgbClr val="182B43"/>
                </a:solidFill>
                <a:latin typeface="Arial"/>
                <a:cs typeface="Arial"/>
              </a:rPr>
              <a:t> – gestão da integração</a:t>
            </a:r>
            <a:r>
              <a:rPr sz="2400" b="1" dirty="0">
                <a:solidFill>
                  <a:srgbClr val="182B43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7" name="connection">
            <a:extLst>
              <a:ext uri="{FF2B5EF4-FFF2-40B4-BE49-F238E27FC236}">
                <a16:creationId xmlns:a16="http://schemas.microsoft.com/office/drawing/2014/main" id="{5B78E54F-08D3-4213-9A5B-B5864CFE84D5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061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725" b="0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Para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construir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essa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coerência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primeiro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precisamos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definir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o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que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significa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competência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7621951F-C5EE-4602-A837-8703D46905D2}"/>
              </a:ext>
            </a:extLst>
          </p:cNvPr>
          <p:cNvSpPr>
            <a:spLocks noGrp="1"/>
          </p:cNvSpPr>
          <p:nvPr/>
        </p:nvSpPr>
        <p:spPr>
          <a:xfrm>
            <a:off x="11001375" y="6619875"/>
            <a:ext cx="7143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pP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3 / 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27</a:t>
            </a:r>
            <a:endParaRPr sz="975" b="0" dirty="0">
              <a:solidFill>
                <a:srgbClr val="52627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5180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A16E64D3-4DEE-48F5-BD3B-4602CE309E87}"/>
              </a:ext>
            </a:extLst>
          </p:cNvPr>
          <p:cNvSpPr>
            <a:spLocks noGrp="1"/>
          </p:cNvSpPr>
          <p:nvPr/>
        </p:nvSpPr>
        <p:spPr>
          <a:xfrm>
            <a:off x="609600" y="219075"/>
            <a:ext cx="10953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6.2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1A711348-85FC-4B08-BB76-AC969715EE1F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Competências e Perfis Profissionais</a:t>
            </a:r>
          </a:p>
        </p:txBody>
      </p:sp>
      <p:sp>
        <p:nvSpPr>
          <p:cNvPr id="3" name="topic">
            <a:extLst>
              <a:ext uri="{FF2B5EF4-FFF2-40B4-BE49-F238E27FC236}">
                <a16:creationId xmlns:a16="http://schemas.microsoft.com/office/drawing/2014/main" id="{6EB409BE-EEFA-4ED3-BC80-BFF28CF353F4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Conhecimento, habilidade e atitude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6AE16690-4277-4152-963E-BDC12F95A56E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620375" cy="112426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sz="3200" b="1" dirty="0" err="1">
                <a:solidFill>
                  <a:srgbClr val="0070C0"/>
                </a:solidFill>
                <a:latin typeface="Arial"/>
                <a:cs typeface="Arial"/>
              </a:rPr>
              <a:t>C</a:t>
            </a:r>
            <a:r>
              <a:rPr sz="2400" b="1" dirty="0" err="1">
                <a:solidFill>
                  <a:srgbClr val="182B43"/>
                </a:solidFill>
                <a:latin typeface="Arial"/>
                <a:cs typeface="Arial"/>
              </a:rPr>
              <a:t>onhecimento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é o saber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teórico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e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técnico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acumulado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. No portal de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atendimento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que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usaremos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como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exemplo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,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inclui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conhecer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requisitos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de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segurança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e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regras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do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serviço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C7CEB2B7-DD42-42C8-905F-C97D811EF0D7}"/>
              </a:ext>
            </a:extLst>
          </p:cNvPr>
          <p:cNvSpPr>
            <a:spLocks noGrp="1"/>
          </p:cNvSpPr>
          <p:nvPr/>
        </p:nvSpPr>
        <p:spPr>
          <a:xfrm>
            <a:off x="609600" y="3305492"/>
            <a:ext cx="10620375" cy="105314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sz="3200" b="1" dirty="0" err="1">
                <a:solidFill>
                  <a:srgbClr val="0070C0"/>
                </a:solidFill>
                <a:latin typeface="Arial"/>
                <a:cs typeface="Arial"/>
              </a:rPr>
              <a:t>H</a:t>
            </a:r>
            <a:r>
              <a:rPr sz="2400" b="1" dirty="0" err="1">
                <a:solidFill>
                  <a:srgbClr val="182B43"/>
                </a:solidFill>
                <a:latin typeface="Arial"/>
                <a:cs typeface="Arial"/>
              </a:rPr>
              <a:t>abilidade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é a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capacidade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de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aplicar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esse saber. Um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profissional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pode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conhecer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uma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técnica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e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ainda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precisar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desenvolver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prática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para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utilizá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-la com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qualidade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6" name="explanation">
            <a:extLst>
              <a:ext uri="{FF2B5EF4-FFF2-40B4-BE49-F238E27FC236}">
                <a16:creationId xmlns:a16="http://schemas.microsoft.com/office/drawing/2014/main" id="{AE0BC8DC-67CC-41F6-ACC3-B51367AFC186}"/>
              </a:ext>
            </a:extLst>
          </p:cNvPr>
          <p:cNvSpPr>
            <a:spLocks noGrp="1"/>
          </p:cNvSpPr>
          <p:nvPr/>
        </p:nvSpPr>
        <p:spPr>
          <a:xfrm>
            <a:off x="609600" y="4674870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sz="3200" b="1" dirty="0" err="1">
                <a:solidFill>
                  <a:srgbClr val="0070C0"/>
                </a:solidFill>
                <a:latin typeface="Arial"/>
                <a:cs typeface="Arial"/>
              </a:rPr>
              <a:t>A</a:t>
            </a:r>
            <a:r>
              <a:rPr sz="2400" b="1" dirty="0" err="1">
                <a:solidFill>
                  <a:srgbClr val="182B43"/>
                </a:solidFill>
                <a:latin typeface="Arial"/>
                <a:cs typeface="Arial"/>
              </a:rPr>
              <a:t>titude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é a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disposição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para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agir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,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colaborar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e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assumir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responsabilidades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. As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três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dimensões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se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complementam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no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desempenho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de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uma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182B43"/>
                </a:solidFill>
                <a:latin typeface="Arial"/>
                <a:cs typeface="Arial"/>
              </a:rPr>
              <a:t>atividade</a:t>
            </a:r>
            <a:r>
              <a:rPr sz="2400" dirty="0">
                <a:solidFill>
                  <a:srgbClr val="182B43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7" name="connection">
            <a:extLst>
              <a:ext uri="{FF2B5EF4-FFF2-40B4-BE49-F238E27FC236}">
                <a16:creationId xmlns:a16="http://schemas.microsoft.com/office/drawing/2014/main" id="{37A584BB-0CF6-49D4-8BCA-0DB85AEF7E13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061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725" b="0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O </a:t>
            </a:r>
            <a:r>
              <a:rPr sz="1725" b="1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modelo</a:t>
            </a:r>
            <a:r>
              <a:rPr sz="1725" b="1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CHA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permite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descrever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a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competência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antes de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escolher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quem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ocupará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a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posição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D1E6D0A-89A9-4A17-9FC1-1EBCF75DA982}"/>
              </a:ext>
            </a:extLst>
          </p:cNvPr>
          <p:cNvSpPr>
            <a:spLocks noGrp="1"/>
          </p:cNvSpPr>
          <p:nvPr/>
        </p:nvSpPr>
        <p:spPr>
          <a:xfrm>
            <a:off x="11001375" y="6619875"/>
            <a:ext cx="7143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pP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4</a:t>
            </a: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 / 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27</a:t>
            </a:r>
            <a:endParaRPr sz="975" b="0" dirty="0">
              <a:solidFill>
                <a:srgbClr val="52627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9338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igure-title">
            <a:extLst>
              <a:ext uri="{FF2B5EF4-FFF2-40B4-BE49-F238E27FC236}">
                <a16:creationId xmlns:a16="http://schemas.microsoft.com/office/drawing/2014/main" id="{BDCF5ECB-136E-44E1-8B90-F314C6797DDB}"/>
              </a:ext>
            </a:extLst>
          </p:cNvPr>
          <p:cNvSpPr>
            <a:spLocks noGrp="1"/>
          </p:cNvSpPr>
          <p:nvPr/>
        </p:nvSpPr>
        <p:spPr>
          <a:xfrm>
            <a:off x="381000" y="171450"/>
            <a:ext cx="11430000" cy="79552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4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Modelo CHA (Conhecimento, Habilidade, Atitude) na composição da competência individual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02678AE-1746-448F-8CAF-B745958CC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29912" y="1062228"/>
            <a:ext cx="8332175" cy="579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454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">
            <a:extLst>
              <a:ext uri="{FF2B5EF4-FFF2-40B4-BE49-F238E27FC236}">
                <a16:creationId xmlns:a16="http://schemas.microsoft.com/office/drawing/2014/main" id="{F658ECD2-0BA6-4AA4-8B20-9AD7C7CD585A}"/>
              </a:ext>
            </a:extLst>
          </p:cNvPr>
          <p:cNvSpPr>
            <a:spLocks noGrp="1"/>
          </p:cNvSpPr>
          <p:nvPr/>
        </p:nvSpPr>
        <p:spPr>
          <a:xfrm>
            <a:off x="609600" y="219075"/>
            <a:ext cx="10953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6.2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EF7A133C-2510-4576-8FE1-2B10032E1313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Competências e Perfis Profissionais</a:t>
            </a:r>
          </a:p>
        </p:txBody>
      </p:sp>
      <p:sp>
        <p:nvSpPr>
          <p:cNvPr id="3" name="topic">
            <a:extLst>
              <a:ext uri="{FF2B5EF4-FFF2-40B4-BE49-F238E27FC236}">
                <a16:creationId xmlns:a16="http://schemas.microsoft.com/office/drawing/2014/main" id="{1FBF2D24-4886-40BF-92D9-5C93423FFAB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O perfil descreve a necessidade da posição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0306CC89-8738-406B-861C-EAF77CE9440F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6477000" cy="9882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Um </a:t>
            </a:r>
            <a:r>
              <a:rPr sz="2000" b="1" dirty="0" err="1">
                <a:latin typeface="Arial"/>
                <a:ea typeface="Arial"/>
                <a:cs typeface="Arial"/>
              </a:rPr>
              <a:t>perfil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reúne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as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competências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técnicas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comportamentais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necessárias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uma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posição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na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equipe. A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pessoa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é o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profissional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que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poderá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ocupar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essa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posição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988D26D7-FEE5-4308-8CB4-BE7791D1CB18}"/>
              </a:ext>
            </a:extLst>
          </p:cNvPr>
          <p:cNvSpPr>
            <a:spLocks noGrp="1"/>
          </p:cNvSpPr>
          <p:nvPr/>
        </p:nvSpPr>
        <p:spPr>
          <a:xfrm>
            <a:off x="609600" y="3138964"/>
            <a:ext cx="6477000" cy="9882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Definir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o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perfil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antes da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seleção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evita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que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o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projeto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seja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organizado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apenas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em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torno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das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pessoas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imediatamente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disponíveis</a:t>
            </a:r>
            <a:r>
              <a:rPr sz="20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65ACB05-A70E-45D1-8089-7EC879E13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77125" y="1914033"/>
            <a:ext cx="4095750" cy="2848960"/>
          </a:xfrm>
          <a:prstGeom prst="rect">
            <a:avLst/>
          </a:prstGeom>
        </p:spPr>
      </p:pic>
      <p:sp>
        <p:nvSpPr>
          <p:cNvPr id="8" name="connection">
            <a:extLst>
              <a:ext uri="{FF2B5EF4-FFF2-40B4-BE49-F238E27FC236}">
                <a16:creationId xmlns:a16="http://schemas.microsoft.com/office/drawing/2014/main" id="{09BE4476-7555-4638-9A29-C1256028C896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061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725" b="0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7F9C"/>
                </a:solidFill>
                <a:latin typeface="Arial"/>
                <a:ea typeface="Arial"/>
                <a:cs typeface="Arial"/>
              </a:rPr>
              <a:t>Depois de descrever cada perfil, avaliamos como reunir as competências do projeto.</a:t>
            </a:r>
          </a:p>
        </p:txBody>
      </p:sp>
      <p:sp>
        <p:nvSpPr>
          <p:cNvPr id="9" name="page">
            <a:extLst>
              <a:ext uri="{FF2B5EF4-FFF2-40B4-BE49-F238E27FC236}">
                <a16:creationId xmlns:a16="http://schemas.microsoft.com/office/drawing/2014/main" id="{BCA7F4EF-3971-4C69-A8FF-A8F31BCAAC9E}"/>
              </a:ext>
            </a:extLst>
          </p:cNvPr>
          <p:cNvSpPr>
            <a:spLocks noGrp="1"/>
          </p:cNvSpPr>
          <p:nvPr/>
        </p:nvSpPr>
        <p:spPr>
          <a:xfrm>
            <a:off x="11001375" y="6619875"/>
            <a:ext cx="7143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pP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6 / 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27</a:t>
            </a:r>
            <a:endParaRPr sz="975" b="0" dirty="0">
              <a:solidFill>
                <a:srgbClr val="52627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7288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76CFA7B7-54FE-4ED3-BC94-7566376786AC}"/>
              </a:ext>
            </a:extLst>
          </p:cNvPr>
          <p:cNvSpPr>
            <a:spLocks noGrp="1"/>
          </p:cNvSpPr>
          <p:nvPr/>
        </p:nvSpPr>
        <p:spPr>
          <a:xfrm>
            <a:off x="609600" y="219075"/>
            <a:ext cx="10953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6.2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BCE21E7D-60DB-4E4C-A66A-78768D1F1319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Competências e Perfis Profissionais</a:t>
            </a:r>
          </a:p>
        </p:txBody>
      </p:sp>
      <p:sp>
        <p:nvSpPr>
          <p:cNvPr id="3" name="topic">
            <a:extLst>
              <a:ext uri="{FF2B5EF4-FFF2-40B4-BE49-F238E27FC236}">
                <a16:creationId xmlns:a16="http://schemas.microsoft.com/office/drawing/2014/main" id="{782EDC88-8062-43A6-AA8A-1EB7C3C2215A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A avaliação considera o conjunto de competências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A5D7E9DB-F476-4284-84D7-1D6A7B58E01D}"/>
              </a:ext>
            </a:extLst>
          </p:cNvPr>
          <p:cNvSpPr>
            <a:spLocks noGrp="1"/>
          </p:cNvSpPr>
          <p:nvPr/>
        </p:nvSpPr>
        <p:spPr>
          <a:xfrm>
            <a:off x="609600" y="1743074"/>
            <a:ext cx="10620375" cy="11401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Formação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certificações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experiências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anteriores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ajudam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avaliar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competências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técnicas</a:t>
            </a:r>
            <a:r>
              <a:rPr lang="pt-BR"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mas é importante</a:t>
            </a:r>
            <a:r>
              <a:rPr lang="pt-BR" sz="240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u="sng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considerar</a:t>
            </a:r>
            <a:r>
              <a:rPr sz="2400" b="0" u="sng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 </a:t>
            </a:r>
            <a:r>
              <a:rPr sz="2400" b="0" u="sng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proximidade</a:t>
            </a:r>
            <a:r>
              <a:rPr sz="2400" b="0" u="sng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dessas </a:t>
            </a:r>
            <a:r>
              <a:rPr sz="2400" b="0" u="sng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experiências</a:t>
            </a:r>
            <a:r>
              <a:rPr sz="2400" b="0" u="sng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com o </a:t>
            </a:r>
            <a:r>
              <a:rPr sz="2400" b="0" u="sng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trabalho</a:t>
            </a:r>
            <a:r>
              <a:rPr sz="2400" b="0" u="sng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u="sng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previsto</a:t>
            </a:r>
            <a:r>
              <a:rPr sz="2400" b="0" u="sng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71A0AC6D-20A7-414B-93A6-F32FABD4BDB7}"/>
              </a:ext>
            </a:extLst>
          </p:cNvPr>
          <p:cNvSpPr>
            <a:spLocks noGrp="1"/>
          </p:cNvSpPr>
          <p:nvPr/>
        </p:nvSpPr>
        <p:spPr>
          <a:xfrm>
            <a:off x="609600" y="2970213"/>
            <a:ext cx="10620375" cy="110966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Competências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comportamentais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exigem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observar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como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o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profissional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decide,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comunica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colabora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conforme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as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exigências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da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posição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explanation">
            <a:extLst>
              <a:ext uri="{FF2B5EF4-FFF2-40B4-BE49-F238E27FC236}">
                <a16:creationId xmlns:a16="http://schemas.microsoft.com/office/drawing/2014/main" id="{EC966710-0B81-4B05-BD78-7B5D4E6AB3F0}"/>
              </a:ext>
            </a:extLst>
          </p:cNvPr>
          <p:cNvSpPr>
            <a:spLocks noGrp="1"/>
          </p:cNvSpPr>
          <p:nvPr/>
        </p:nvSpPr>
        <p:spPr>
          <a:xfrm>
            <a:off x="609600" y="3831590"/>
            <a:ext cx="10620375" cy="12179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Projetos</a:t>
            </a:r>
            <a:r>
              <a:rPr sz="2400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multidisciplinares</a:t>
            </a:r>
            <a:r>
              <a:rPr sz="2400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combinam</a:t>
            </a:r>
            <a:r>
              <a:rPr sz="2400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especialidades</a:t>
            </a:r>
            <a:r>
              <a:rPr sz="2400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que</a:t>
            </a:r>
            <a:r>
              <a:rPr sz="2400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uma</a:t>
            </a:r>
            <a:r>
              <a:rPr sz="2400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pessoa</a:t>
            </a:r>
            <a:r>
              <a:rPr sz="2400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não</a:t>
            </a:r>
            <a:r>
              <a:rPr sz="2400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reúne</a:t>
            </a:r>
            <a:r>
              <a:rPr sz="2400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sozinha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7" name="connection">
            <a:extLst>
              <a:ext uri="{FF2B5EF4-FFF2-40B4-BE49-F238E27FC236}">
                <a16:creationId xmlns:a16="http://schemas.microsoft.com/office/drawing/2014/main" id="{9E655D33-18A9-412A-9C5F-7C6AE6067E38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061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725" b="0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7F9C"/>
                </a:solidFill>
                <a:latin typeface="Arial"/>
                <a:ea typeface="Arial"/>
                <a:cs typeface="Arial"/>
              </a:rPr>
              <a:t>Assim, o próximo passo é organizar as competências a partir das entregas.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98A58F4-A75E-4066-9A7B-C03BB86F6B19}"/>
              </a:ext>
            </a:extLst>
          </p:cNvPr>
          <p:cNvSpPr>
            <a:spLocks noGrp="1"/>
          </p:cNvSpPr>
          <p:nvPr/>
        </p:nvSpPr>
        <p:spPr>
          <a:xfrm>
            <a:off x="11001375" y="6619875"/>
            <a:ext cx="7143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pP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7 / 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27</a:t>
            </a:r>
            <a:endParaRPr sz="975" b="0" dirty="0">
              <a:solidFill>
                <a:srgbClr val="5262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explanation">
            <a:extLst>
              <a:ext uri="{FF2B5EF4-FFF2-40B4-BE49-F238E27FC236}">
                <a16:creationId xmlns:a16="http://schemas.microsoft.com/office/drawing/2014/main" id="{5E0F50C5-E56B-F4E9-BD8A-8C8BBBF1875B}"/>
              </a:ext>
            </a:extLst>
          </p:cNvPr>
          <p:cNvSpPr>
            <a:spLocks noGrp="1"/>
          </p:cNvSpPr>
          <p:nvPr/>
        </p:nvSpPr>
        <p:spPr>
          <a:xfrm>
            <a:off x="619760" y="4664710"/>
            <a:ext cx="10620375" cy="12179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A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estrutura</a:t>
            </a:r>
            <a:r>
              <a:rPr sz="2400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organizacional</a:t>
            </a:r>
            <a:r>
              <a:rPr sz="2400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distribui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essas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competências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define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como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elas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atuarão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juntas.</a:t>
            </a:r>
          </a:p>
        </p:txBody>
      </p:sp>
    </p:spTree>
    <p:extLst>
      <p:ext uri="{BB962C8B-B14F-4D97-AF65-F5344CB8AC3E}">
        <p14:creationId xmlns:p14="http://schemas.microsoft.com/office/powerpoint/2010/main" val="175748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91474E8-3F71-44F3-8100-DA24EB7E2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760" y="64546"/>
            <a:ext cx="11190823" cy="676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652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828D4E-3331-4A90-CA0C-2C632DE90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961A7C7-079D-B9F3-1BA2-F634EE510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581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">
            <a:extLst>
              <a:ext uri="{FF2B5EF4-FFF2-40B4-BE49-F238E27FC236}">
                <a16:creationId xmlns:a16="http://schemas.microsoft.com/office/drawing/2014/main" id="{5E562C53-0013-42FD-A28D-7FF2AF3823B0}"/>
              </a:ext>
            </a:extLst>
          </p:cNvPr>
          <p:cNvSpPr>
            <a:spLocks noGrp="1"/>
          </p:cNvSpPr>
          <p:nvPr/>
        </p:nvSpPr>
        <p:spPr>
          <a:xfrm>
            <a:off x="609600" y="219075"/>
            <a:ext cx="10953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6.3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BC730030-C4CF-49AA-9E64-55E85D018A4E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Estrutura Organizacional do Projeto</a:t>
            </a:r>
          </a:p>
        </p:txBody>
      </p:sp>
      <p:sp>
        <p:nvSpPr>
          <p:cNvPr id="3" name="topic">
            <a:extLst>
              <a:ext uri="{FF2B5EF4-FFF2-40B4-BE49-F238E27FC236}">
                <a16:creationId xmlns:a16="http://schemas.microsoft.com/office/drawing/2014/main" id="{13AAB49E-BBE5-4506-B940-D6A0C22F0F24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Os pacotes de trabalho orientam a organização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7F849DA5-5519-4F05-B045-347F15FA0EEB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6477000" cy="9882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A EAP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identifica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as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entregas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do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projeto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 </a:t>
            </a:r>
            <a:r>
              <a:rPr sz="187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A </a:t>
            </a:r>
            <a:r>
              <a:rPr sz="187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análise</a:t>
            </a:r>
            <a:r>
              <a:rPr sz="187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187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seus</a:t>
            </a:r>
            <a:r>
              <a:rPr sz="187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pacotes</a:t>
            </a:r>
            <a:r>
              <a:rPr sz="187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187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trabalho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revela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as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especialidades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necessárias</a:t>
            </a:r>
            <a:r>
              <a:rPr lang="pt-BR" sz="1875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  <a:endParaRPr sz="1875" b="0" dirty="0">
              <a:solidFill>
                <a:srgbClr val="182B4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explanation">
            <a:extLst>
              <a:ext uri="{FF2B5EF4-FFF2-40B4-BE49-F238E27FC236}">
                <a16:creationId xmlns:a16="http://schemas.microsoft.com/office/drawing/2014/main" id="{99BA907F-FA48-40FC-80C7-32B4D58E43AD}"/>
              </a:ext>
            </a:extLst>
          </p:cNvPr>
          <p:cNvSpPr>
            <a:spLocks noGrp="1"/>
          </p:cNvSpPr>
          <p:nvPr/>
        </p:nvSpPr>
        <p:spPr>
          <a:xfrm>
            <a:off x="609600" y="2475389"/>
            <a:ext cx="6477000" cy="9882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O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critério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é a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coerência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entre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competências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entregas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 As </a:t>
            </a:r>
            <a:r>
              <a:rPr sz="187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interfaces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entre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os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grupos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também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precisam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coordenação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explícita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879D6E5-2C59-4F66-8937-D9AA3C42F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77125" y="2100916"/>
            <a:ext cx="4095750" cy="2475193"/>
          </a:xfrm>
          <a:prstGeom prst="rect">
            <a:avLst/>
          </a:prstGeom>
        </p:spPr>
      </p:pic>
      <p:sp>
        <p:nvSpPr>
          <p:cNvPr id="8" name="connection">
            <a:extLst>
              <a:ext uri="{FF2B5EF4-FFF2-40B4-BE49-F238E27FC236}">
                <a16:creationId xmlns:a16="http://schemas.microsoft.com/office/drawing/2014/main" id="{62777793-DD79-4773-A0E8-018960B413AD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061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725" b="0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A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estrutura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precisa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contemplar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a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execução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técnica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, a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integração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e o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apoio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à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gestão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page">
            <a:extLst>
              <a:ext uri="{FF2B5EF4-FFF2-40B4-BE49-F238E27FC236}">
                <a16:creationId xmlns:a16="http://schemas.microsoft.com/office/drawing/2014/main" id="{1EE553FD-E2BF-471A-BF88-62CBCE7B18AB}"/>
              </a:ext>
            </a:extLst>
          </p:cNvPr>
          <p:cNvSpPr>
            <a:spLocks noGrp="1"/>
          </p:cNvSpPr>
          <p:nvPr/>
        </p:nvSpPr>
        <p:spPr>
          <a:xfrm>
            <a:off x="11001375" y="6619875"/>
            <a:ext cx="7143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pP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10 </a:t>
            </a: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/ 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27</a:t>
            </a:r>
            <a:endParaRPr sz="975" b="0" dirty="0">
              <a:solidFill>
                <a:srgbClr val="5262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explanation">
            <a:extLst>
              <a:ext uri="{FF2B5EF4-FFF2-40B4-BE49-F238E27FC236}">
                <a16:creationId xmlns:a16="http://schemas.microsoft.com/office/drawing/2014/main" id="{D95FB239-F6DF-4AE4-E2B9-448B7E20A063}"/>
              </a:ext>
            </a:extLst>
          </p:cNvPr>
          <p:cNvSpPr>
            <a:spLocks noGrp="1"/>
          </p:cNvSpPr>
          <p:nvPr/>
        </p:nvSpPr>
        <p:spPr>
          <a:xfrm>
            <a:off x="629920" y="3490595"/>
            <a:ext cx="6477000" cy="9882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As equipes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técnicas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assumem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blocos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trabalho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respondem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pela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qualidade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sua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especialidade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 Cada equipe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conta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com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uma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liderança</a:t>
            </a:r>
            <a:r>
              <a:rPr sz="187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técnica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4" name="explanation">
            <a:extLst>
              <a:ext uri="{FF2B5EF4-FFF2-40B4-BE49-F238E27FC236}">
                <a16:creationId xmlns:a16="http://schemas.microsoft.com/office/drawing/2014/main" id="{E2C20757-9508-DCAF-6392-165BB8387F4D}"/>
              </a:ext>
            </a:extLst>
          </p:cNvPr>
          <p:cNvSpPr>
            <a:spLocks noGrp="1"/>
          </p:cNvSpPr>
          <p:nvPr/>
        </p:nvSpPr>
        <p:spPr>
          <a:xfrm>
            <a:off x="609600" y="4480084"/>
            <a:ext cx="6477000" cy="9882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A equipe de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integração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coordena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interfaces e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mantém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coerência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entre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os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resultados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das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disciplinas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 </a:t>
            </a:r>
          </a:p>
        </p:txBody>
      </p:sp>
      <p:sp>
        <p:nvSpPr>
          <p:cNvPr id="16" name="explanation">
            <a:extLst>
              <a:ext uri="{FF2B5EF4-FFF2-40B4-BE49-F238E27FC236}">
                <a16:creationId xmlns:a16="http://schemas.microsoft.com/office/drawing/2014/main" id="{05AA3845-0E87-D828-ED26-6C53F7830FE3}"/>
              </a:ext>
            </a:extLst>
          </p:cNvPr>
          <p:cNvSpPr>
            <a:spLocks noGrp="1"/>
          </p:cNvSpPr>
          <p:nvPr/>
        </p:nvSpPr>
        <p:spPr>
          <a:xfrm>
            <a:off x="609600" y="5205413"/>
            <a:ext cx="10535920" cy="9882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O </a:t>
            </a:r>
            <a:r>
              <a:rPr sz="187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núcleo</a:t>
            </a:r>
            <a:r>
              <a:rPr sz="187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187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gestão</a:t>
            </a:r>
            <a:r>
              <a:rPr sz="187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apoia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o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gerente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em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escopo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tempo, custos,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riscos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demais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áreas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 A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separação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das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funções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torna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coordenação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uma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responsabilidade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definida</a:t>
            </a:r>
            <a:r>
              <a:rPr sz="187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3009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CEE719D5-8418-4FEF-BA28-B2F680A27401}"/>
              </a:ext>
            </a:extLst>
          </p:cNvPr>
          <p:cNvSpPr>
            <a:spLocks noGrp="1"/>
          </p:cNvSpPr>
          <p:nvPr/>
        </p:nvSpPr>
        <p:spPr>
          <a:xfrm>
            <a:off x="609600" y="219075"/>
            <a:ext cx="10953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6.4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B19AECF2-F3AA-41E7-98B8-77244F1132E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Dimensionamento da Equipe</a:t>
            </a:r>
          </a:p>
        </p:txBody>
      </p:sp>
      <p:sp>
        <p:nvSpPr>
          <p:cNvPr id="3" name="topic">
            <a:extLst>
              <a:ext uri="{FF2B5EF4-FFF2-40B4-BE49-F238E27FC236}">
                <a16:creationId xmlns:a16="http://schemas.microsoft.com/office/drawing/2014/main" id="{E6EDF3BF-5DE7-46F8-AB6E-C20BD52E8380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A quantidade depende do trabalho e do momento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2FB25CB9-7D03-4F1D-BE1B-442704C3739D}"/>
              </a:ext>
            </a:extLst>
          </p:cNvPr>
          <p:cNvSpPr>
            <a:spLocks noGrp="1"/>
          </p:cNvSpPr>
          <p:nvPr/>
        </p:nvSpPr>
        <p:spPr>
          <a:xfrm>
            <a:off x="609600" y="1600834"/>
            <a:ext cx="10620375" cy="114331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O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dimensionamento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combina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perfis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da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estrutura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com a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demanda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atividades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no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cronograma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 O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resultado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indica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quantidade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início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</a:t>
            </a:r>
            <a:r>
              <a:rPr sz="2400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duração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cada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alocação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explanation">
            <a:extLst>
              <a:ext uri="{FF2B5EF4-FFF2-40B4-BE49-F238E27FC236}">
                <a16:creationId xmlns:a16="http://schemas.microsoft.com/office/drawing/2014/main" id="{D96BD4AD-5F82-4261-B41A-901AE8B066E9}"/>
              </a:ext>
            </a:extLst>
          </p:cNvPr>
          <p:cNvSpPr>
            <a:spLocks noGrp="1"/>
          </p:cNvSpPr>
          <p:nvPr/>
        </p:nvSpPr>
        <p:spPr>
          <a:xfrm>
            <a:off x="609600" y="2937510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Mobilizar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cedo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demais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gera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ociosidade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custos.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Mobilizar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tarde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demais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pode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atrasar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atividades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comprometer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entregas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dependentes</a:t>
            </a:r>
            <a:r>
              <a:rPr sz="2400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7" name="connection">
            <a:extLst>
              <a:ext uri="{FF2B5EF4-FFF2-40B4-BE49-F238E27FC236}">
                <a16:creationId xmlns:a16="http://schemas.microsoft.com/office/drawing/2014/main" id="{224FB530-0B4E-4AC1-B3A2-173A09A4C7BF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061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725" b="0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7F9C"/>
                </a:solidFill>
                <a:latin typeface="Arial"/>
                <a:ea typeface="Arial"/>
                <a:cs typeface="Arial"/>
              </a:rPr>
              <a:t>O mapa de alocação temporal torna visíveis essas decisões ao longo do projeto.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C64272FB-3BB2-4510-A223-F7BFBBA56602}"/>
              </a:ext>
            </a:extLst>
          </p:cNvPr>
          <p:cNvSpPr>
            <a:spLocks noGrp="1"/>
          </p:cNvSpPr>
          <p:nvPr/>
        </p:nvSpPr>
        <p:spPr>
          <a:xfrm>
            <a:off x="11001375" y="6619875"/>
            <a:ext cx="7143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pP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1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1</a:t>
            </a: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 / 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27</a:t>
            </a:r>
            <a:endParaRPr sz="975" b="0" dirty="0">
              <a:solidFill>
                <a:srgbClr val="52627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381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igure-title">
            <a:extLst>
              <a:ext uri="{FF2B5EF4-FFF2-40B4-BE49-F238E27FC236}">
                <a16:creationId xmlns:a16="http://schemas.microsoft.com/office/drawing/2014/main" id="{C8D9733E-8ED6-4C40-B5F8-BE4089D08474}"/>
              </a:ext>
            </a:extLst>
          </p:cNvPr>
          <p:cNvSpPr>
            <a:spLocks noGrp="1"/>
          </p:cNvSpPr>
          <p:nvPr/>
        </p:nvSpPr>
        <p:spPr>
          <a:xfrm>
            <a:off x="381000" y="171450"/>
            <a:ext cx="11430000" cy="43586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4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Alocação temporal dos perfis ao longo do cronograma do projeto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EF58A8C-4185-4B25-AD53-A2CC000B4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5093" y="702564"/>
            <a:ext cx="10141814" cy="615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994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E21592FE-101D-4DEA-B8B5-865846CAD129}"/>
              </a:ext>
            </a:extLst>
          </p:cNvPr>
          <p:cNvSpPr>
            <a:spLocks noGrp="1"/>
          </p:cNvSpPr>
          <p:nvPr/>
        </p:nvSpPr>
        <p:spPr>
          <a:xfrm>
            <a:off x="609600" y="219075"/>
            <a:ext cx="10953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6.5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03F03A84-4B39-4F78-8793-B1E286CE8F84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Estratégias de Mobilização e Contratação da Equipe</a:t>
            </a:r>
          </a:p>
        </p:txBody>
      </p:sp>
      <p:sp>
        <p:nvSpPr>
          <p:cNvPr id="3" name="topic">
            <a:extLst>
              <a:ext uri="{FF2B5EF4-FFF2-40B4-BE49-F238E27FC236}">
                <a16:creationId xmlns:a16="http://schemas.microsoft.com/office/drawing/2014/main" id="{052BB9F6-6F02-4C6B-A5C8-FB2E2B4A038B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A forma de mobilização acompanha a necessidade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95EA693A-3FAC-4D26-A34F-A8F66255DC9A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Depois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definir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perfis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o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período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alocação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o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gerente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avalia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como</a:t>
            </a:r>
            <a:r>
              <a:rPr sz="202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obter</a:t>
            </a:r>
            <a:r>
              <a:rPr sz="202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as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competências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: equipe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existente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contratação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direta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ou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prestação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serviços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1757A461-E8BE-4CB7-AA16-1C01692615A4}"/>
              </a:ext>
            </a:extLst>
          </p:cNvPr>
          <p:cNvSpPr>
            <a:spLocks noGrp="1"/>
          </p:cNvSpPr>
          <p:nvPr/>
        </p:nvSpPr>
        <p:spPr>
          <a:xfrm>
            <a:off x="609600" y="2502853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escolha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considera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duração</a:t>
            </a:r>
            <a:r>
              <a:rPr sz="202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do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trabalho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disponibilidade</a:t>
            </a:r>
            <a:r>
              <a:rPr sz="202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no mercado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retenção</a:t>
            </a:r>
            <a:r>
              <a:rPr sz="202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conhecimento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flexibilidade</a:t>
            </a:r>
            <a:r>
              <a:rPr sz="202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para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ajustes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 </a:t>
            </a:r>
            <a:r>
              <a:rPr sz="202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Custos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também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influenciam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decisão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7" name="connection">
            <a:extLst>
              <a:ext uri="{FF2B5EF4-FFF2-40B4-BE49-F238E27FC236}">
                <a16:creationId xmlns:a16="http://schemas.microsoft.com/office/drawing/2014/main" id="{06E337E5-5620-4676-A65C-5CE58DF2F6D9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061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725" b="0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7F9C"/>
                </a:solidFill>
                <a:latin typeface="Arial"/>
                <a:ea typeface="Arial"/>
                <a:cs typeface="Arial"/>
              </a:rPr>
              <a:t>A alternativa escolhida só se torna viável quando seu prazo de mobilização entra no plano.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A7EE4C94-AEF4-4042-BB27-A011D26953EB}"/>
              </a:ext>
            </a:extLst>
          </p:cNvPr>
          <p:cNvSpPr>
            <a:spLocks noGrp="1"/>
          </p:cNvSpPr>
          <p:nvPr/>
        </p:nvSpPr>
        <p:spPr>
          <a:xfrm>
            <a:off x="11001375" y="6619875"/>
            <a:ext cx="7143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pP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1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3</a:t>
            </a: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 / 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27</a:t>
            </a:r>
            <a:endParaRPr sz="975" b="0" dirty="0">
              <a:solidFill>
                <a:srgbClr val="5262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explanation">
            <a:extLst>
              <a:ext uri="{FF2B5EF4-FFF2-40B4-BE49-F238E27FC236}">
                <a16:creationId xmlns:a16="http://schemas.microsoft.com/office/drawing/2014/main" id="{BC3DACA9-693F-01F5-0428-BDE8B23EB74D}"/>
              </a:ext>
            </a:extLst>
          </p:cNvPr>
          <p:cNvSpPr>
            <a:spLocks noGrp="1"/>
          </p:cNvSpPr>
          <p:nvPr/>
        </p:nvSpPr>
        <p:spPr>
          <a:xfrm>
            <a:off x="609600" y="3267075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Em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organizações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matriciais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disponibilidade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profissionais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depende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negociação</a:t>
            </a:r>
            <a:r>
              <a:rPr sz="202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com as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áreas</a:t>
            </a:r>
            <a:r>
              <a:rPr sz="202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funcionais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 Uma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necessidade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planejada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não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garante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alocação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imediata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BB3ADC4D-9EB4-8002-E960-606272526DE3}"/>
              </a:ext>
            </a:extLst>
          </p:cNvPr>
          <p:cNvSpPr>
            <a:spLocks noGrp="1"/>
          </p:cNvSpPr>
          <p:nvPr/>
        </p:nvSpPr>
        <p:spPr>
          <a:xfrm>
            <a:off x="609600" y="4108133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Seleção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contratação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liberação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precisam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responsáveis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prazos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acompanhamento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 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indisponibilidade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um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perfil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pode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afetar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diretamente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o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cronograma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5" name="explanation">
            <a:extLst>
              <a:ext uri="{FF2B5EF4-FFF2-40B4-BE49-F238E27FC236}">
                <a16:creationId xmlns:a16="http://schemas.microsoft.com/office/drawing/2014/main" id="{6EC30374-983A-0680-CCD8-AE43B0FD7372}"/>
              </a:ext>
            </a:extLst>
          </p:cNvPr>
          <p:cNvSpPr>
            <a:spLocks noGrp="1"/>
          </p:cNvSpPr>
          <p:nvPr/>
        </p:nvSpPr>
        <p:spPr>
          <a:xfrm>
            <a:off x="609600" y="4898390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Mobilização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desmobilização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devem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considerar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o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ciclo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completo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da equipe, inclusive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transferência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conhecimento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requisitos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legais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aplicáveis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7" name="connection">
            <a:extLst>
              <a:ext uri="{FF2B5EF4-FFF2-40B4-BE49-F238E27FC236}">
                <a16:creationId xmlns:a16="http://schemas.microsoft.com/office/drawing/2014/main" id="{5A6637DB-12DE-8A68-C9C4-E0DAD933A18A}"/>
              </a:ext>
            </a:extLst>
          </p:cNvPr>
          <p:cNvSpPr>
            <a:spLocks noGrp="1"/>
          </p:cNvSpPr>
          <p:nvPr/>
        </p:nvSpPr>
        <p:spPr>
          <a:xfrm>
            <a:off x="609600" y="6257290"/>
            <a:ext cx="109061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725" b="0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Com as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pessoas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previstas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falta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explicitar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o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que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cada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posição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faz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e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pode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decidir</a:t>
            </a:r>
            <a:r>
              <a:rPr sz="1725"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5967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A014B5F5-E345-46EF-843B-1E3F1874A87B}"/>
              </a:ext>
            </a:extLst>
          </p:cNvPr>
          <p:cNvSpPr>
            <a:spLocks noGrp="1"/>
          </p:cNvSpPr>
          <p:nvPr/>
        </p:nvSpPr>
        <p:spPr>
          <a:xfrm>
            <a:off x="609600" y="219075"/>
            <a:ext cx="10953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6.6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601AF76D-60CC-43F0-AAE3-A5F9CCFD47B4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Liderança Técnica e Equipes de Integração</a:t>
            </a:r>
          </a:p>
        </p:txBody>
      </p:sp>
      <p:sp>
        <p:nvSpPr>
          <p:cNvPr id="3" name="topic">
            <a:extLst>
              <a:ext uri="{FF2B5EF4-FFF2-40B4-BE49-F238E27FC236}">
                <a16:creationId xmlns:a16="http://schemas.microsoft.com/office/drawing/2014/main" id="{56DC04F4-AC08-4584-830F-1C3A0A346EFB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Funções, responsabilidades e autoridade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DC4F4ACB-FC5E-4A2C-9AF8-E968A785AFE9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A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função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descreve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o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trabalho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esperado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uma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posição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 A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responsabilidade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estabelece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por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quais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atividades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ou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resultados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ela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responde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182E04E2-4509-42A3-8D4F-B026D188517F}"/>
              </a:ext>
            </a:extLst>
          </p:cNvPr>
          <p:cNvSpPr>
            <a:spLocks noGrp="1"/>
          </p:cNvSpPr>
          <p:nvPr/>
        </p:nvSpPr>
        <p:spPr>
          <a:xfrm>
            <a:off x="609600" y="2614613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A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autoridade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define quais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decisões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essa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posição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pode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tomar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Assumir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uma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responsabilidade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sem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autoridade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necessária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cria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dependências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que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precisam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ficar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claras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C7F39F80-D5FE-4EA7-843C-4B3425B8873A}"/>
              </a:ext>
            </a:extLst>
          </p:cNvPr>
          <p:cNvSpPr>
            <a:spLocks noGrp="1"/>
          </p:cNvSpPr>
          <p:nvPr/>
        </p:nvSpPr>
        <p:spPr>
          <a:xfrm>
            <a:off x="11001375" y="6619875"/>
            <a:ext cx="7143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pP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1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4</a:t>
            </a: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 / 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27</a:t>
            </a:r>
            <a:endParaRPr sz="975" b="0" dirty="0">
              <a:solidFill>
                <a:srgbClr val="52627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3522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F33220-0AD7-B8B1-292F-7C000A7A4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DA827404-D721-3C6E-37B7-407F451B3AC2}"/>
              </a:ext>
            </a:extLst>
          </p:cNvPr>
          <p:cNvSpPr>
            <a:spLocks noGrp="1"/>
          </p:cNvSpPr>
          <p:nvPr/>
        </p:nvSpPr>
        <p:spPr>
          <a:xfrm>
            <a:off x="609600" y="219075"/>
            <a:ext cx="10953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6.6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95C72773-2E79-F66C-9B97-690D9496EDCB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Liderança Técnica e Equipes de Integração</a:t>
            </a:r>
          </a:p>
        </p:txBody>
      </p:sp>
      <p:sp>
        <p:nvSpPr>
          <p:cNvPr id="3" name="topic">
            <a:extLst>
              <a:ext uri="{FF2B5EF4-FFF2-40B4-BE49-F238E27FC236}">
                <a16:creationId xmlns:a16="http://schemas.microsoft.com/office/drawing/2014/main" id="{FB3AEE29-76E9-F93C-9589-47FB5D8340BB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Funções, responsabilidades e autoridade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CB6C1C3C-D600-2593-F37A-5473E5EC5203}"/>
              </a:ext>
            </a:extLst>
          </p:cNvPr>
          <p:cNvSpPr>
            <a:spLocks noGrp="1"/>
          </p:cNvSpPr>
          <p:nvPr/>
        </p:nvSpPr>
        <p:spPr>
          <a:xfrm>
            <a:off x="11001375" y="6619875"/>
            <a:ext cx="7143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pP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1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5</a:t>
            </a: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/ 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27</a:t>
            </a:r>
            <a:endParaRPr sz="975" b="0" dirty="0">
              <a:solidFill>
                <a:srgbClr val="526278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E9FAFBE-A7A7-E56C-F484-0717309A6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" y="1640959"/>
            <a:ext cx="8890000" cy="499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226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igure-title">
            <a:extLst>
              <a:ext uri="{FF2B5EF4-FFF2-40B4-BE49-F238E27FC236}">
                <a16:creationId xmlns:a16="http://schemas.microsoft.com/office/drawing/2014/main" id="{249A592C-3358-45B8-853D-789CF023FCA2}"/>
              </a:ext>
            </a:extLst>
          </p:cNvPr>
          <p:cNvSpPr>
            <a:spLocks noGrp="1"/>
          </p:cNvSpPr>
          <p:nvPr/>
        </p:nvSpPr>
        <p:spPr>
          <a:xfrm>
            <a:off x="800354" y="2214245"/>
            <a:ext cx="3253486" cy="24295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4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4000" b="1" dirty="0">
                <a:solidFill>
                  <a:srgbClr val="10213A"/>
                </a:solidFill>
                <a:latin typeface="Arial"/>
                <a:ea typeface="Arial"/>
                <a:cs typeface="Arial"/>
              </a:rPr>
              <a:t>Equipe de </a:t>
            </a:r>
            <a:r>
              <a:rPr sz="4000" b="1" dirty="0" err="1">
                <a:solidFill>
                  <a:srgbClr val="10213A"/>
                </a:solidFill>
                <a:latin typeface="Arial"/>
                <a:ea typeface="Arial"/>
                <a:cs typeface="Arial"/>
              </a:rPr>
              <a:t>integração</a:t>
            </a:r>
            <a:endParaRPr sz="4000" b="1" dirty="0">
              <a:solidFill>
                <a:srgbClr val="10213A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3569D7F-038C-4BBE-A6DF-3A71B19DF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73600" y="0"/>
            <a:ext cx="6718046" cy="671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878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F283FB63-7E36-453E-BAA3-7DA6161E5B74}"/>
              </a:ext>
            </a:extLst>
          </p:cNvPr>
          <p:cNvSpPr>
            <a:spLocks noGrp="1"/>
          </p:cNvSpPr>
          <p:nvPr/>
        </p:nvSpPr>
        <p:spPr>
          <a:xfrm>
            <a:off x="609600" y="219075"/>
            <a:ext cx="10953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6.6</a:t>
            </a:r>
            <a:r>
              <a:rPr lang="pt-BR" sz="1350" b="1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/6.7</a:t>
            </a:r>
            <a:endParaRPr sz="1350" b="1" dirty="0">
              <a:solidFill>
                <a:srgbClr val="007F9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98A5D718-0BE3-4546-89CD-68FD52910634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Liderança Técnica e Equipes de Integração</a:t>
            </a:r>
          </a:p>
        </p:txBody>
      </p:sp>
      <p:sp>
        <p:nvSpPr>
          <p:cNvPr id="3" name="topic">
            <a:extLst>
              <a:ext uri="{FF2B5EF4-FFF2-40B4-BE49-F238E27FC236}">
                <a16:creationId xmlns:a16="http://schemas.microsoft.com/office/drawing/2014/main" id="{675C85D9-33E7-4ACC-9846-1FCBBBA551B4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A equipe </a:t>
            </a:r>
            <a:r>
              <a:rPr sz="2025" b="1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precisa</a:t>
            </a:r>
            <a:r>
              <a:rPr sz="2025" b="1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de tempo para </a:t>
            </a:r>
            <a:r>
              <a:rPr sz="2025" b="1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amadurecer</a:t>
            </a:r>
            <a:endParaRPr sz="2025" b="1" dirty="0">
              <a:solidFill>
                <a:srgbClr val="007F9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3C05199C-F591-42B0-8B73-3D0D3348D3ED}"/>
              </a:ext>
            </a:extLst>
          </p:cNvPr>
          <p:cNvSpPr>
            <a:spLocks noGrp="1"/>
          </p:cNvSpPr>
          <p:nvPr/>
        </p:nvSpPr>
        <p:spPr>
          <a:xfrm>
            <a:off x="11001375" y="6619875"/>
            <a:ext cx="7143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pP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17</a:t>
            </a: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/ 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27</a:t>
            </a:r>
            <a:endParaRPr sz="975" b="0" dirty="0">
              <a:solidFill>
                <a:srgbClr val="5262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ection-title">
            <a:extLst>
              <a:ext uri="{FF2B5EF4-FFF2-40B4-BE49-F238E27FC236}">
                <a16:creationId xmlns:a16="http://schemas.microsoft.com/office/drawing/2014/main" id="{8971E23F-1D6D-0057-0976-AEB07F8BAC98}"/>
              </a:ext>
            </a:extLst>
          </p:cNvPr>
          <p:cNvSpPr>
            <a:spLocks noGrp="1"/>
          </p:cNvSpPr>
          <p:nvPr/>
        </p:nvSpPr>
        <p:spPr>
          <a:xfrm>
            <a:off x="599440" y="168148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150" b="1" dirty="0" err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Competências</a:t>
            </a:r>
            <a:r>
              <a:rPr sz="3150" b="1" dirty="0">
                <a:solidFill>
                  <a:srgbClr val="10213A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Comportamentais</a:t>
            </a:r>
            <a:r>
              <a:rPr sz="3150" b="1" dirty="0">
                <a:solidFill>
                  <a:srgbClr val="10213A"/>
                </a:solidFill>
                <a:latin typeface="Arial"/>
                <a:ea typeface="Arial"/>
                <a:cs typeface="Arial"/>
              </a:rPr>
              <a:t> e </a:t>
            </a:r>
            <a:r>
              <a:rPr sz="3150" b="1" dirty="0" err="1">
                <a:solidFill>
                  <a:srgbClr val="10213A"/>
                </a:solidFill>
                <a:latin typeface="Arial"/>
                <a:ea typeface="Arial"/>
                <a:cs typeface="Arial"/>
              </a:rPr>
              <a:t>Atitudes</a:t>
            </a:r>
            <a:endParaRPr sz="3150" b="1" dirty="0">
              <a:solidFill>
                <a:srgbClr val="1021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topic">
            <a:extLst>
              <a:ext uri="{FF2B5EF4-FFF2-40B4-BE49-F238E27FC236}">
                <a16:creationId xmlns:a16="http://schemas.microsoft.com/office/drawing/2014/main" id="{9E60CAD4-14D3-A1CC-C19D-BDFEE15C1569}"/>
              </a:ext>
            </a:extLst>
          </p:cNvPr>
          <p:cNvSpPr>
            <a:spLocks noGrp="1"/>
          </p:cNvSpPr>
          <p:nvPr/>
        </p:nvSpPr>
        <p:spPr>
          <a:xfrm>
            <a:off x="599440" y="231013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As </a:t>
            </a:r>
            <a:r>
              <a:rPr sz="2025" b="1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exigências</a:t>
            </a:r>
            <a:r>
              <a:rPr sz="2025" b="1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comportamentais</a:t>
            </a:r>
            <a:r>
              <a:rPr sz="2025" b="1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variam</a:t>
            </a:r>
            <a:r>
              <a:rPr sz="2025" b="1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por</a:t>
            </a:r>
            <a:r>
              <a:rPr sz="2025" b="1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função</a:t>
            </a:r>
            <a:endParaRPr sz="2025" b="1" dirty="0">
              <a:solidFill>
                <a:srgbClr val="007F9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opic">
            <a:extLst>
              <a:ext uri="{FF2B5EF4-FFF2-40B4-BE49-F238E27FC236}">
                <a16:creationId xmlns:a16="http://schemas.microsoft.com/office/drawing/2014/main" id="{0AA6DA13-942F-8178-2BB9-72CAD5C5F256}"/>
              </a:ext>
            </a:extLst>
          </p:cNvPr>
          <p:cNvSpPr>
            <a:spLocks noGrp="1"/>
          </p:cNvSpPr>
          <p:nvPr/>
        </p:nvSpPr>
        <p:spPr>
          <a:xfrm>
            <a:off x="609600" y="266573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2025" b="1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Comprometimento</a:t>
            </a:r>
            <a:r>
              <a:rPr sz="2025" b="1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, </a:t>
            </a:r>
            <a:r>
              <a:rPr sz="2025" b="1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colaboração</a:t>
            </a:r>
            <a:r>
              <a:rPr sz="2025" b="1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e </a:t>
            </a:r>
            <a:r>
              <a:rPr sz="2025" b="1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aprendizagem</a:t>
            </a:r>
            <a:endParaRPr sz="2025" b="1" dirty="0">
              <a:solidFill>
                <a:srgbClr val="007F9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ection-title">
            <a:extLst>
              <a:ext uri="{FF2B5EF4-FFF2-40B4-BE49-F238E27FC236}">
                <a16:creationId xmlns:a16="http://schemas.microsoft.com/office/drawing/2014/main" id="{56E35912-DDD7-6489-67F7-724FC0CA03A2}"/>
              </a:ext>
            </a:extLst>
          </p:cNvPr>
          <p:cNvSpPr>
            <a:spLocks noGrp="1"/>
          </p:cNvSpPr>
          <p:nvPr/>
        </p:nvSpPr>
        <p:spPr>
          <a:xfrm>
            <a:off x="640080" y="316484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150" b="1" dirty="0">
                <a:solidFill>
                  <a:srgbClr val="10213A"/>
                </a:solidFill>
                <a:latin typeface="Arial"/>
                <a:ea typeface="Arial"/>
                <a:cs typeface="Arial"/>
              </a:rPr>
              <a:t>Grau de Liberdade </a:t>
            </a:r>
            <a:r>
              <a:rPr sz="3150" b="1" dirty="0" err="1">
                <a:solidFill>
                  <a:srgbClr val="10213A"/>
                </a:solidFill>
                <a:latin typeface="Arial"/>
                <a:ea typeface="Arial"/>
                <a:cs typeface="Arial"/>
              </a:rPr>
              <a:t>Gerencial</a:t>
            </a:r>
            <a:r>
              <a:rPr sz="3150" b="1" dirty="0">
                <a:solidFill>
                  <a:srgbClr val="10213A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10213A"/>
                </a:solidFill>
                <a:latin typeface="Arial"/>
                <a:ea typeface="Arial"/>
                <a:cs typeface="Arial"/>
              </a:rPr>
              <a:t>na</a:t>
            </a:r>
            <a:r>
              <a:rPr sz="3150" b="1" dirty="0">
                <a:solidFill>
                  <a:srgbClr val="10213A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Composição</a:t>
            </a:r>
            <a:r>
              <a:rPr sz="3150" b="1" dirty="0">
                <a:solidFill>
                  <a:srgbClr val="10213A"/>
                </a:solidFill>
                <a:latin typeface="Arial"/>
                <a:ea typeface="Arial"/>
                <a:cs typeface="Arial"/>
              </a:rPr>
              <a:t> da Equipe</a:t>
            </a:r>
          </a:p>
        </p:txBody>
      </p:sp>
      <p:sp>
        <p:nvSpPr>
          <p:cNvPr id="21" name="topic">
            <a:extLst>
              <a:ext uri="{FF2B5EF4-FFF2-40B4-BE49-F238E27FC236}">
                <a16:creationId xmlns:a16="http://schemas.microsoft.com/office/drawing/2014/main" id="{90B4BD63-B17A-606C-8835-FBF75F7E24C4}"/>
              </a:ext>
            </a:extLst>
          </p:cNvPr>
          <p:cNvSpPr>
            <a:spLocks noGrp="1"/>
          </p:cNvSpPr>
          <p:nvPr/>
        </p:nvSpPr>
        <p:spPr>
          <a:xfrm>
            <a:off x="640080" y="379349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A </a:t>
            </a:r>
            <a:r>
              <a:rPr sz="2025" b="1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autonomia</a:t>
            </a:r>
            <a:r>
              <a:rPr sz="2025" b="1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depende</a:t>
            </a:r>
            <a:r>
              <a:rPr sz="2025" b="1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do </a:t>
            </a:r>
            <a:r>
              <a:rPr sz="2025" b="1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contexto</a:t>
            </a:r>
            <a:r>
              <a:rPr sz="2025" b="1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organizacional</a:t>
            </a:r>
            <a:endParaRPr sz="2025" b="1" dirty="0">
              <a:solidFill>
                <a:srgbClr val="007F9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5151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48C0833D-5947-42C9-9F6F-C994CD0F1639}"/>
              </a:ext>
            </a:extLst>
          </p:cNvPr>
          <p:cNvSpPr>
            <a:spLocks noGrp="1"/>
          </p:cNvSpPr>
          <p:nvPr/>
        </p:nvSpPr>
        <p:spPr>
          <a:xfrm>
            <a:off x="609600" y="219075"/>
            <a:ext cx="10953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6.9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6551B58B-AE55-47FA-BE75-4CF00FDF1C98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109537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O MIPPE: Método Iterativo de Planejamento de Perfis e Equipes</a:t>
            </a:r>
          </a:p>
        </p:txBody>
      </p:sp>
      <p:sp>
        <p:nvSpPr>
          <p:cNvPr id="3" name="topic">
            <a:extLst>
              <a:ext uri="{FF2B5EF4-FFF2-40B4-BE49-F238E27FC236}">
                <a16:creationId xmlns:a16="http://schemas.microsoft.com/office/drawing/2014/main" id="{DF6D7977-69DB-422D-9188-F830E1561852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O MIPPE integra as decisões de equipe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DCCAC86-2A87-41FB-9917-4180FF4E2CF1}"/>
              </a:ext>
            </a:extLst>
          </p:cNvPr>
          <p:cNvSpPr>
            <a:spLocks noGrp="1"/>
          </p:cNvSpPr>
          <p:nvPr/>
        </p:nvSpPr>
        <p:spPr>
          <a:xfrm>
            <a:off x="609600" y="2219325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Organiza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relação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entre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escopo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cronograma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competências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estrutura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organizacional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AAB0CE98-93D1-4FE3-9078-AD8F1D28F44E}"/>
              </a:ext>
            </a:extLst>
          </p:cNvPr>
          <p:cNvSpPr>
            <a:spLocks noGrp="1"/>
          </p:cNvSpPr>
          <p:nvPr/>
        </p:nvSpPr>
        <p:spPr>
          <a:xfrm>
            <a:off x="609600" y="2664143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pacotes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trabalho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orientam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estrutura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perfis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descrevem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as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competências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das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posições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 O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cronograma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ajuda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dimensionar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quantidade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período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alocação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explanation">
            <a:extLst>
              <a:ext uri="{FF2B5EF4-FFF2-40B4-BE49-F238E27FC236}">
                <a16:creationId xmlns:a16="http://schemas.microsoft.com/office/drawing/2014/main" id="{BAD6EF75-3681-4A44-9D3E-6F35933F8F78}"/>
              </a:ext>
            </a:extLst>
          </p:cNvPr>
          <p:cNvSpPr>
            <a:spLocks noGrp="1"/>
          </p:cNvSpPr>
          <p:nvPr/>
        </p:nvSpPr>
        <p:spPr>
          <a:xfrm>
            <a:off x="609600" y="3413760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O conjunto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retorna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planejamento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para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revisão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: a equipe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precisa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ser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compatível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com o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trabalho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e o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trabalho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precisa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caber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na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capacidade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da equipe.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5CF21D21-70FA-4405-BDE7-B8AEEF76FF43}"/>
              </a:ext>
            </a:extLst>
          </p:cNvPr>
          <p:cNvSpPr>
            <a:spLocks noGrp="1"/>
          </p:cNvSpPr>
          <p:nvPr/>
        </p:nvSpPr>
        <p:spPr>
          <a:xfrm>
            <a:off x="11001375" y="6619875"/>
            <a:ext cx="7143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pP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18</a:t>
            </a: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/ 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27</a:t>
            </a:r>
            <a:endParaRPr sz="975" b="0" dirty="0">
              <a:solidFill>
                <a:srgbClr val="5262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explanation">
            <a:extLst>
              <a:ext uri="{FF2B5EF4-FFF2-40B4-BE49-F238E27FC236}">
                <a16:creationId xmlns:a16="http://schemas.microsoft.com/office/drawing/2014/main" id="{8FEE4C82-5B43-F358-8945-96D5C0AFE721}"/>
              </a:ext>
            </a:extLst>
          </p:cNvPr>
          <p:cNvSpPr>
            <a:spLocks noGrp="1"/>
          </p:cNvSpPr>
          <p:nvPr/>
        </p:nvSpPr>
        <p:spPr>
          <a:xfrm>
            <a:off x="609600" y="4129405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lang="pt-BR"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s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perfis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precedem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seleção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das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pessoas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 </a:t>
            </a:r>
          </a:p>
        </p:txBody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86EB5AF6-C803-D6B4-ABA2-D10F0F85712A}"/>
              </a:ext>
            </a:extLst>
          </p:cNvPr>
          <p:cNvSpPr>
            <a:spLocks noGrp="1"/>
          </p:cNvSpPr>
          <p:nvPr/>
        </p:nvSpPr>
        <p:spPr>
          <a:xfrm>
            <a:off x="609600" y="4604703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Cronograma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equipe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são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interdependentes</a:t>
            </a:r>
            <a:r>
              <a:rPr lang="pt-BR"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– </a:t>
            </a:r>
            <a:r>
              <a:rPr lang="pt-BR" sz="202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gestão da integração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Alterar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atividades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muda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demanda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por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recursos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enquanto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alterar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capacidade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muda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o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cronograma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viável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5" name="explanation">
            <a:extLst>
              <a:ext uri="{FF2B5EF4-FFF2-40B4-BE49-F238E27FC236}">
                <a16:creationId xmlns:a16="http://schemas.microsoft.com/office/drawing/2014/main" id="{48DCFCC7-A502-F3AB-5521-F7DABD5FD8A6}"/>
              </a:ext>
            </a:extLst>
          </p:cNvPr>
          <p:cNvSpPr>
            <a:spLocks noGrp="1"/>
          </p:cNvSpPr>
          <p:nvPr/>
        </p:nvSpPr>
        <p:spPr>
          <a:xfrm>
            <a:off x="609600" y="5323840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O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planejamento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evolui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por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revisões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sucessivas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cobre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mobilização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permanência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desmobilização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 Sua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consistência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precisa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se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manter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durante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todo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o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ciclo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da equipe.</a:t>
            </a:r>
          </a:p>
        </p:txBody>
      </p:sp>
    </p:spTree>
    <p:extLst>
      <p:ext uri="{BB962C8B-B14F-4D97-AF65-F5344CB8AC3E}">
        <p14:creationId xmlns:p14="http://schemas.microsoft.com/office/powerpoint/2010/main" val="1250932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259C3FF-1EE3-4931-9D5D-7E9ABF32E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47158" y="0"/>
            <a:ext cx="10297684" cy="686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456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igure-title">
            <a:extLst>
              <a:ext uri="{FF2B5EF4-FFF2-40B4-BE49-F238E27FC236}">
                <a16:creationId xmlns:a16="http://schemas.microsoft.com/office/drawing/2014/main" id="{A0A86D4F-65A2-4CA0-89E3-ADA7E6CDBA6B}"/>
              </a:ext>
            </a:extLst>
          </p:cNvPr>
          <p:cNvSpPr>
            <a:spLocks noGrp="1"/>
          </p:cNvSpPr>
          <p:nvPr/>
        </p:nvSpPr>
        <p:spPr>
          <a:xfrm>
            <a:off x="381000" y="171450"/>
            <a:ext cx="11430000" cy="43586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4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Fluxo do MIPPE, com retroalimentação contínua ao planejamento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B9C63F9-0A1B-4DFA-AB92-3255DFD0E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9610" y="702564"/>
            <a:ext cx="11832780" cy="615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12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1D7CD880-36D3-4906-9E61-6BC01822A46C}"/>
              </a:ext>
            </a:extLst>
          </p:cNvPr>
          <p:cNvSpPr>
            <a:spLocks noGrp="1"/>
          </p:cNvSpPr>
          <p:nvPr/>
        </p:nvSpPr>
        <p:spPr>
          <a:xfrm>
            <a:off x="609600" y="219075"/>
            <a:ext cx="10953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6.10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6A9B9092-328E-4C78-BE24-489A55A5F81A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Comunicações e Gestão de Stakeholders</a:t>
            </a:r>
          </a:p>
        </p:txBody>
      </p:sp>
      <p:sp>
        <p:nvSpPr>
          <p:cNvPr id="3" name="topic">
            <a:extLst>
              <a:ext uri="{FF2B5EF4-FFF2-40B4-BE49-F238E27FC236}">
                <a16:creationId xmlns:a16="http://schemas.microsoft.com/office/drawing/2014/main" id="{A98B0BAA-6205-4689-AF13-BDADC2950836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Informação precisa produzir entendimento compartilhado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538961CD-4368-491E-A1F8-87BB00A80F39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43"/>
                </a:solidFill>
                <a:latin typeface="Arial"/>
                <a:ea typeface="Arial"/>
                <a:cs typeface="Arial"/>
              </a:rPr>
              <a:t>Estrutura e responsabilidades só funcionam quando as pessoas recebem informações adequadas e compreendem o que elas significam para o trabalho.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7E021BEE-53A5-4450-8766-EFD909D6187B}"/>
              </a:ext>
            </a:extLst>
          </p:cNvPr>
          <p:cNvSpPr>
            <a:spLocks noGrp="1"/>
          </p:cNvSpPr>
          <p:nvPr/>
        </p:nvSpPr>
        <p:spPr>
          <a:xfrm>
            <a:off x="609600" y="2614613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43"/>
                </a:solidFill>
                <a:latin typeface="Arial"/>
                <a:ea typeface="Arial"/>
                <a:cs typeface="Arial"/>
              </a:rPr>
              <a:t>Um relatório tecnicamente correto pode falhar se o receptor interpretar seus efeitos de outra forma. A comunicação gerencial precisa alinhar expectativas.</a:t>
            </a:r>
          </a:p>
        </p:txBody>
      </p:sp>
      <p:sp>
        <p:nvSpPr>
          <p:cNvPr id="6" name="explanation">
            <a:extLst>
              <a:ext uri="{FF2B5EF4-FFF2-40B4-BE49-F238E27FC236}">
                <a16:creationId xmlns:a16="http://schemas.microsoft.com/office/drawing/2014/main" id="{E524AAB9-72FC-4DED-8C3C-337B908348CE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43"/>
                </a:solidFill>
                <a:latin typeface="Arial"/>
                <a:ea typeface="Arial"/>
                <a:cs typeface="Arial"/>
              </a:rPr>
              <a:t>A ausência de informação favorece suposições e rumores. O plano de comunicações reduz esse vazio e organiza o fluxo necessário à coordenação.</a:t>
            </a:r>
          </a:p>
        </p:txBody>
      </p:sp>
      <p:sp>
        <p:nvSpPr>
          <p:cNvPr id="7" name="connection">
            <a:extLst>
              <a:ext uri="{FF2B5EF4-FFF2-40B4-BE49-F238E27FC236}">
                <a16:creationId xmlns:a16="http://schemas.microsoft.com/office/drawing/2014/main" id="{3F0C6DEA-053C-445C-B102-3C5D0CF79046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061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725" b="0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7F9C"/>
                </a:solidFill>
                <a:latin typeface="Arial"/>
                <a:ea typeface="Arial"/>
                <a:cs typeface="Arial"/>
              </a:rPr>
              <a:t>Esse fluxo começa com o alinhamento inicial e continua em revisões periódicas.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CA89DA09-8BB3-4BE2-8D2C-1B2F0D33008C}"/>
              </a:ext>
            </a:extLst>
          </p:cNvPr>
          <p:cNvSpPr>
            <a:spLocks noGrp="1"/>
          </p:cNvSpPr>
          <p:nvPr/>
        </p:nvSpPr>
        <p:spPr>
          <a:xfrm>
            <a:off x="11001375" y="6619875"/>
            <a:ext cx="7143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pPr>
            <a:r>
              <a:rPr lang="pt-BR" sz="975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</a:t>
            </a: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1 / 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27</a:t>
            </a:r>
            <a:endParaRPr sz="975" b="0" dirty="0">
              <a:solidFill>
                <a:srgbClr val="5262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explanation">
            <a:extLst>
              <a:ext uri="{FF2B5EF4-FFF2-40B4-BE49-F238E27FC236}">
                <a16:creationId xmlns:a16="http://schemas.microsoft.com/office/drawing/2014/main" id="{281135B4-45AA-9B8D-4C35-0725619F146A}"/>
              </a:ext>
            </a:extLst>
          </p:cNvPr>
          <p:cNvSpPr>
            <a:spLocks noGrp="1"/>
          </p:cNvSpPr>
          <p:nvPr/>
        </p:nvSpPr>
        <p:spPr>
          <a:xfrm>
            <a:off x="579120" y="4242435"/>
            <a:ext cx="10620375" cy="131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O kick-off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constrói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uma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compreensão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comum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sobre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objetivos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organização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responsabilidades</a:t>
            </a:r>
            <a:r>
              <a:rPr lang="pt-BR"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assim como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permite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esclarecer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incertezas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antes do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trabalho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detalhado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  <a:r>
              <a:rPr lang="pt-BR" sz="2025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As revisões de progresso acompanham mudanças, dependências e decisões pendentes. A frequência deve acompanhar a velocidade de mudança do projeto.</a:t>
            </a:r>
          </a:p>
          <a:p>
            <a: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endParaRPr sz="2025" b="0" dirty="0">
              <a:solidFill>
                <a:srgbClr val="182B4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3892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BA73FD4-6FD7-47C4-93E3-832461AF3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7920" y="0"/>
            <a:ext cx="10226564" cy="681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857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5FEDDDB6-48C2-4D41-87D9-9683BAFAFC69}"/>
              </a:ext>
            </a:extLst>
          </p:cNvPr>
          <p:cNvSpPr>
            <a:spLocks noGrp="1"/>
          </p:cNvSpPr>
          <p:nvPr/>
        </p:nvSpPr>
        <p:spPr>
          <a:xfrm>
            <a:off x="609600" y="219075"/>
            <a:ext cx="10953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6.12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282282A2-9EEB-4D92-B264-799B1037E218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150" b="1" dirty="0">
                <a:solidFill>
                  <a:srgbClr val="10213A"/>
                </a:solidFill>
                <a:latin typeface="Arial"/>
                <a:ea typeface="Arial"/>
                <a:cs typeface="Arial"/>
              </a:rPr>
              <a:t>Equipes de </a:t>
            </a:r>
            <a:r>
              <a:rPr sz="3150" b="1" dirty="0" err="1">
                <a:solidFill>
                  <a:srgbClr val="10213A"/>
                </a:solidFill>
                <a:latin typeface="Arial"/>
                <a:ea typeface="Arial"/>
                <a:cs typeface="Arial"/>
              </a:rPr>
              <a:t>projetos</a:t>
            </a:r>
            <a:r>
              <a:rPr sz="3150" b="1" dirty="0">
                <a:solidFill>
                  <a:srgbClr val="10213A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com Scrum</a:t>
            </a:r>
            <a:endParaRPr sz="3150" b="1" dirty="0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opic">
            <a:extLst>
              <a:ext uri="{FF2B5EF4-FFF2-40B4-BE49-F238E27FC236}">
                <a16:creationId xmlns:a16="http://schemas.microsoft.com/office/drawing/2014/main" id="{3839F223-2F6B-4E6D-81A9-DACB65FF0C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Competências coletivas e colaboração com o negócio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FB51D39C-3B04-4BCF-B291-6FFFDF3AF338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A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multidisciplinaridade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pertence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conjunto: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integrantes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reúnem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as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competências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para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produzir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um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incremento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sem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que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cada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um domine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todas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as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especialidades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C543B43D-178D-4B00-9832-F8D724A35A29}"/>
              </a:ext>
            </a:extLst>
          </p:cNvPr>
          <p:cNvSpPr>
            <a:spLocks noGrp="1"/>
          </p:cNvSpPr>
          <p:nvPr/>
        </p:nvSpPr>
        <p:spPr>
          <a:xfrm>
            <a:off x="609600" y="2614613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Representantes</a:t>
            </a:r>
            <a:r>
              <a:rPr sz="202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do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negócio</a:t>
            </a:r>
            <a:r>
              <a:rPr sz="202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ajudam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descobrir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necessidades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atualizar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informações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priorizar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o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trabalho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 Esse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contato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mantém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as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decisões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próximas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do valor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esperado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explanation">
            <a:extLst>
              <a:ext uri="{FF2B5EF4-FFF2-40B4-BE49-F238E27FC236}">
                <a16:creationId xmlns:a16="http://schemas.microsoft.com/office/drawing/2014/main" id="{C2E8A2D9-938A-47D2-B62D-BD955ABE7D4C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43"/>
                </a:solidFill>
                <a:latin typeface="Arial"/>
                <a:ea typeface="Arial"/>
                <a:cs typeface="Arial"/>
              </a:rPr>
              <a:t>Dependências com outras áreas exigem negociação. Barreiras que o time não consegue resolver demandam apoio para melhorar o fluxo de trabalho.</a:t>
            </a:r>
          </a:p>
        </p:txBody>
      </p:sp>
      <p:sp>
        <p:nvSpPr>
          <p:cNvPr id="7" name="connection">
            <a:extLst>
              <a:ext uri="{FF2B5EF4-FFF2-40B4-BE49-F238E27FC236}">
                <a16:creationId xmlns:a16="http://schemas.microsoft.com/office/drawing/2014/main" id="{D4DCFD37-5454-40AD-93F2-FEC36BBB6B9C}"/>
              </a:ext>
            </a:extLst>
          </p:cNvPr>
          <p:cNvSpPr>
            <a:spLocks noGrp="1"/>
          </p:cNvSpPr>
          <p:nvPr/>
        </p:nvSpPr>
        <p:spPr>
          <a:xfrm>
            <a:off x="609600" y="6028690"/>
            <a:ext cx="109061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725" b="0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O Scrum </a:t>
            </a:r>
            <a:r>
              <a:rPr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explicita</a:t>
            </a:r>
            <a:r>
              <a:rPr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responsabilidades</a:t>
            </a:r>
            <a:r>
              <a:rPr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complementares</a:t>
            </a:r>
            <a:r>
              <a:rPr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para </a:t>
            </a:r>
            <a:r>
              <a:rPr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organizar</a:t>
            </a:r>
            <a:r>
              <a:rPr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esse </a:t>
            </a:r>
            <a:r>
              <a:rPr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trabalho</a:t>
            </a:r>
            <a:r>
              <a:rPr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b="0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coletivo</a:t>
            </a:r>
            <a:r>
              <a:rPr b="0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65BD7AEC-1BE0-4B30-990D-BDEEE3573504}"/>
              </a:ext>
            </a:extLst>
          </p:cNvPr>
          <p:cNvSpPr>
            <a:spLocks noGrp="1"/>
          </p:cNvSpPr>
          <p:nvPr/>
        </p:nvSpPr>
        <p:spPr>
          <a:xfrm>
            <a:off x="11001375" y="6619875"/>
            <a:ext cx="7143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pPr>
            <a:r>
              <a:rPr lang="pt-BR" sz="975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23</a:t>
            </a: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 / 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27</a:t>
            </a:r>
            <a:endParaRPr sz="975" b="0" dirty="0">
              <a:solidFill>
                <a:srgbClr val="5262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explanation">
            <a:extLst>
              <a:ext uri="{FF2B5EF4-FFF2-40B4-BE49-F238E27FC236}">
                <a16:creationId xmlns:a16="http://schemas.microsoft.com/office/drawing/2014/main" id="{D1D23817-384B-01B7-8E89-787EA0E29C73}"/>
              </a:ext>
            </a:extLst>
          </p:cNvPr>
          <p:cNvSpPr>
            <a:spLocks noGrp="1"/>
          </p:cNvSpPr>
          <p:nvPr/>
        </p:nvSpPr>
        <p:spPr>
          <a:xfrm>
            <a:off x="640080" y="4293235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Na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Parte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II de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sua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obra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, Alexandre Magno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discute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formação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times à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medida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que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o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projeto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cresce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 Mais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pessoas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ampliam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as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possibilidades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as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dependências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7C11E9A6-36E6-A134-EBA8-72C9701698CE}"/>
              </a:ext>
            </a:extLst>
          </p:cNvPr>
          <p:cNvSpPr>
            <a:spLocks noGrp="1"/>
          </p:cNvSpPr>
          <p:nvPr/>
        </p:nvSpPr>
        <p:spPr>
          <a:xfrm>
            <a:off x="609600" y="5093653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Um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objetivo</a:t>
            </a:r>
            <a:r>
              <a:rPr sz="202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coletivo</a:t>
            </a:r>
            <a:r>
              <a:rPr sz="202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precisa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condições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que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favoreçam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colaboração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Incentivos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centrados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apenas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na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produtividade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individual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podem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enfraquecer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esse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comportamento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3799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">
            <a:extLst>
              <a:ext uri="{FF2B5EF4-FFF2-40B4-BE49-F238E27FC236}">
                <a16:creationId xmlns:a16="http://schemas.microsoft.com/office/drawing/2014/main" id="{CB36A793-5E62-4F39-90C0-B1C34B043C9B}"/>
              </a:ext>
            </a:extLst>
          </p:cNvPr>
          <p:cNvSpPr>
            <a:spLocks noGrp="1"/>
          </p:cNvSpPr>
          <p:nvPr/>
        </p:nvSpPr>
        <p:spPr>
          <a:xfrm>
            <a:off x="11001375" y="6619875"/>
            <a:ext cx="7143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pP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39 / 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27</a:t>
            </a:r>
            <a:endParaRPr sz="975" b="0" dirty="0">
              <a:solidFill>
                <a:srgbClr val="526278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FEF97880-3729-A68F-9E7F-523BC3B66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906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615FBE-EBF9-752A-7B6C-387FA5CCC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">
            <a:extLst>
              <a:ext uri="{FF2B5EF4-FFF2-40B4-BE49-F238E27FC236}">
                <a16:creationId xmlns:a16="http://schemas.microsoft.com/office/drawing/2014/main" id="{CA217E50-2E53-7B9F-BAB2-A4C14871942D}"/>
              </a:ext>
            </a:extLst>
          </p:cNvPr>
          <p:cNvSpPr>
            <a:spLocks noGrp="1"/>
          </p:cNvSpPr>
          <p:nvPr/>
        </p:nvSpPr>
        <p:spPr>
          <a:xfrm>
            <a:off x="11001375" y="6619875"/>
            <a:ext cx="7143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pP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39 / 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27</a:t>
            </a:r>
            <a:endParaRPr sz="975" b="0" dirty="0">
              <a:solidFill>
                <a:srgbClr val="526278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09DC9E4-810B-5DFF-5436-818918A0F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245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DC43AAA2-C350-BA8C-34F8-9AC6CD42E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" y="1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076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780A37-F830-AF87-765B-0B6A41CF3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30AF79F4-A2CE-FA60-9E2A-01578517C7A4}"/>
              </a:ext>
            </a:extLst>
          </p:cNvPr>
          <p:cNvSpPr>
            <a:spLocks noGrp="1"/>
          </p:cNvSpPr>
          <p:nvPr/>
        </p:nvSpPr>
        <p:spPr>
          <a:xfrm>
            <a:off x="609600" y="219075"/>
            <a:ext cx="10953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6.12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4FE548AB-490E-B35B-C827-3B1523F82057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Equipes de projetos com Scrum</a:t>
            </a:r>
          </a:p>
        </p:txBody>
      </p:sp>
      <p:sp>
        <p:nvSpPr>
          <p:cNvPr id="3" name="topic">
            <a:extLst>
              <a:ext uri="{FF2B5EF4-FFF2-40B4-BE49-F238E27FC236}">
                <a16:creationId xmlns:a16="http://schemas.microsoft.com/office/drawing/2014/main" id="{867FBC8F-BF4E-A033-375F-E6630EEEFD6F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9C"/>
                </a:solidFill>
                <a:latin typeface="Arial"/>
                <a:ea typeface="Arial"/>
                <a:cs typeface="Arial"/>
              </a:rPr>
              <a:t>Autogerenciamento e qualidade do incremento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5B005BDC-B80F-81D6-32F2-0B91B3FA6AD4}"/>
              </a:ext>
            </a:extLst>
          </p:cNvPr>
          <p:cNvSpPr>
            <a:spLocks noGrp="1"/>
          </p:cNvSpPr>
          <p:nvPr/>
        </p:nvSpPr>
        <p:spPr>
          <a:xfrm>
            <a:off x="609600" y="1730693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A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Definição</a:t>
            </a:r>
            <a:r>
              <a:rPr sz="202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Pronto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explicita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critérios</a:t>
            </a:r>
            <a:r>
              <a:rPr sz="202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qualidade</a:t>
            </a:r>
            <a:r>
              <a:rPr sz="2025" b="1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do </a:t>
            </a:r>
            <a:r>
              <a:rPr sz="2025" b="1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incremento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 Ela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ajuda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o time 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distinguir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trabalho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em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andamento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resultado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utilizável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explanation">
            <a:extLst>
              <a:ext uri="{FF2B5EF4-FFF2-40B4-BE49-F238E27FC236}">
                <a16:creationId xmlns:a16="http://schemas.microsoft.com/office/drawing/2014/main" id="{8437DB7C-06E0-B46B-BF76-7132ADCF5C08}"/>
              </a:ext>
            </a:extLst>
          </p:cNvPr>
          <p:cNvSpPr>
            <a:spLocks noGrp="1"/>
          </p:cNvSpPr>
          <p:nvPr/>
        </p:nvSpPr>
        <p:spPr>
          <a:xfrm>
            <a:off x="609600" y="2602230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Magno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utiliza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terminologia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2019, com Development Team e auto-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organização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 O Guia de 2020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usa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Developers 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autogerenciamento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C1C8EA30-75CB-CC3F-1C7A-373880136BA4}"/>
              </a:ext>
            </a:extLst>
          </p:cNvPr>
          <p:cNvSpPr>
            <a:spLocks noGrp="1"/>
          </p:cNvSpPr>
          <p:nvPr/>
        </p:nvSpPr>
        <p:spPr>
          <a:xfrm>
            <a:off x="11001375" y="6619875"/>
            <a:ext cx="7143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75" b="0">
                <a:solidFill>
                  <a:srgbClr val="526278"/>
                </a:solidFill>
                <a:latin typeface="Arial"/>
                <a:ea typeface="Arial"/>
                <a:cs typeface="Arial"/>
              </a:defRPr>
            </a:pPr>
            <a:r>
              <a:rPr lang="pt-BR" sz="975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27</a:t>
            </a:r>
            <a:r>
              <a:rPr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 / </a:t>
            </a:r>
            <a:r>
              <a:rPr lang="pt-BR" sz="975" b="0" dirty="0">
                <a:solidFill>
                  <a:srgbClr val="526278"/>
                </a:solidFill>
                <a:latin typeface="Arial"/>
                <a:ea typeface="Arial"/>
                <a:cs typeface="Arial"/>
              </a:rPr>
              <a:t>27</a:t>
            </a:r>
            <a:endParaRPr sz="975" b="0" dirty="0">
              <a:solidFill>
                <a:srgbClr val="5262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opic">
            <a:extLst>
              <a:ext uri="{FF2B5EF4-FFF2-40B4-BE49-F238E27FC236}">
                <a16:creationId xmlns:a16="http://schemas.microsoft.com/office/drawing/2014/main" id="{98F6CB30-DE16-D78F-75A0-B93D7666CC40}"/>
              </a:ext>
            </a:extLst>
          </p:cNvPr>
          <p:cNvSpPr>
            <a:spLocks noGrp="1"/>
          </p:cNvSpPr>
          <p:nvPr/>
        </p:nvSpPr>
        <p:spPr>
          <a:xfrm>
            <a:off x="609600" y="345821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007F9C"/>
                </a:solidFill>
                <a:latin typeface="Arial"/>
                <a:ea typeface="Arial"/>
                <a:cs typeface="Arial"/>
              </a:defRPr>
            </a:pPr>
            <a:r>
              <a:rPr sz="2025" b="1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Resultados</a:t>
            </a:r>
            <a:r>
              <a:rPr sz="2025" b="1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e forma de </a:t>
            </a:r>
            <a:r>
              <a:rPr sz="2025" b="1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trabalho</a:t>
            </a:r>
            <a:r>
              <a:rPr sz="2025" b="1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geram</a:t>
            </a:r>
            <a:r>
              <a:rPr sz="2025" b="1" dirty="0">
                <a:solidFill>
                  <a:srgbClr val="007F9C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007F9C"/>
                </a:solidFill>
                <a:latin typeface="Arial"/>
                <a:ea typeface="Arial"/>
                <a:cs typeface="Arial"/>
              </a:rPr>
              <a:t>aprendizagem</a:t>
            </a:r>
            <a:endParaRPr sz="2025" b="1" dirty="0">
              <a:solidFill>
                <a:srgbClr val="007F9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A1B80918-DBA2-BA81-A26D-BAA11CD44F43}"/>
              </a:ext>
            </a:extLst>
          </p:cNvPr>
          <p:cNvSpPr>
            <a:spLocks noGrp="1"/>
          </p:cNvSpPr>
          <p:nvPr/>
        </p:nvSpPr>
        <p:spPr>
          <a:xfrm>
            <a:off x="609600" y="4039235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Na Sprint Review, Scrum Team e stakeholders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inspecionam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resultados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discutem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adaptações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que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orientam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continuidade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do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produto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5" name="explanation">
            <a:extLst>
              <a:ext uri="{FF2B5EF4-FFF2-40B4-BE49-F238E27FC236}">
                <a16:creationId xmlns:a16="http://schemas.microsoft.com/office/drawing/2014/main" id="{C640211D-49B3-D8D6-7038-808138A3C5D4}"/>
              </a:ext>
            </a:extLst>
          </p:cNvPr>
          <p:cNvSpPr>
            <a:spLocks noGrp="1"/>
          </p:cNvSpPr>
          <p:nvPr/>
        </p:nvSpPr>
        <p:spPr>
          <a:xfrm>
            <a:off x="609600" y="4910773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Na Sprint Retrospective, o time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identifica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melhorias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para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aumentar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qualidade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e a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eficácia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de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sua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forma de </a:t>
            </a:r>
            <a:r>
              <a:rPr sz="2025" b="0" dirty="0" err="1">
                <a:solidFill>
                  <a:srgbClr val="182B43"/>
                </a:solidFill>
                <a:latin typeface="Arial"/>
                <a:ea typeface="Arial"/>
                <a:cs typeface="Arial"/>
              </a:rPr>
              <a:t>trabalhar</a:t>
            </a:r>
            <a:r>
              <a:rPr sz="2025" b="0" dirty="0">
                <a:solidFill>
                  <a:srgbClr val="18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7" name="explanation">
            <a:extLst>
              <a:ext uri="{FF2B5EF4-FFF2-40B4-BE49-F238E27FC236}">
                <a16:creationId xmlns:a16="http://schemas.microsoft.com/office/drawing/2014/main" id="{84E09A74-E186-1645-03DE-B4823BB779C1}"/>
              </a:ext>
            </a:extLst>
          </p:cNvPr>
          <p:cNvSpPr>
            <a:spLocks noGrp="1"/>
          </p:cNvSpPr>
          <p:nvPr/>
        </p:nvSpPr>
        <p:spPr>
          <a:xfrm>
            <a:off x="609600" y="5782310"/>
            <a:ext cx="10620375" cy="738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43"/>
                </a:solidFill>
                <a:latin typeface="Arial"/>
                <a:ea typeface="Arial"/>
                <a:cs typeface="Arial"/>
              </a:rPr>
              <a:t>Propósito claro e boa facilitação ajudam os eventos a produzir decisões. A disciplina de execução precisa resultar em incrementos efetivamente prontos.</a:t>
            </a:r>
          </a:p>
        </p:txBody>
      </p:sp>
    </p:spTree>
    <p:extLst>
      <p:ext uri="{BB962C8B-B14F-4D97-AF65-F5344CB8AC3E}">
        <p14:creationId xmlns:p14="http://schemas.microsoft.com/office/powerpoint/2010/main" val="40945042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2245</Words>
  <Application>Microsoft Office PowerPoint</Application>
  <DocSecurity>0</DocSecurity>
  <PresentationFormat>Widescreen</PresentationFormat>
  <Paragraphs>163</Paragraphs>
  <Slides>27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0" baseType="lpstr">
      <vt:lpstr>Aptos</vt:lpstr>
      <vt:lpstr>Arial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Clayton Silva</cp:lastModifiedBy>
  <cp:revision>1</cp:revision>
  <dcterms:created xsi:type="dcterms:W3CDTF">2026-10-28T23:03:45Z</dcterms:created>
  <dcterms:modified xsi:type="dcterms:W3CDTF">2026-10-29T17:45:37Z</dcterms:modified>
</cp:coreProperties>
</file>