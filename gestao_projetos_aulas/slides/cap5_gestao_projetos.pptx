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5240000" cy="8572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99BEA0-307C-452B-A645-15178DCD7438}" v="2" dt="2026-10-21T20:12:28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58335943-2BE6-42EC-897C-A1C4427AB656}"/>
    <pc:docChg chg="undo custSel addSld modSld sldOrd">
      <pc:chgData name="Clayton Silva" userId="29ef9a7b83f2ddc4" providerId="LiveId" clId="{58335943-2BE6-42EC-897C-A1C4427AB656}" dt="2026-10-21T21:16:54.874" v="139" actId="403"/>
      <pc:docMkLst>
        <pc:docMk/>
      </pc:docMkLst>
      <pc:sldChg chg="delSp modSp mod">
        <pc:chgData name="Clayton Silva" userId="29ef9a7b83f2ddc4" providerId="LiveId" clId="{58335943-2BE6-42EC-897C-A1C4427AB656}" dt="2026-10-21T20:14:39.881" v="83" actId="1076"/>
        <pc:sldMkLst>
          <pc:docMk/>
          <pc:sldMk cId="419732245" sldId="257"/>
        </pc:sldMkLst>
        <pc:spChg chg="mod">
          <ac:chgData name="Clayton Silva" userId="29ef9a7b83f2ddc4" providerId="LiveId" clId="{58335943-2BE6-42EC-897C-A1C4427AB656}" dt="2026-10-21T20:11:44.616" v="48" actId="20577"/>
          <ac:spMkLst>
            <pc:docMk/>
            <pc:sldMk cId="419732245" sldId="257"/>
            <ac:spMk id="2" creationId="{AD6739D4-668B-4853-BFCB-6F0A9B2F1872}"/>
          </ac:spMkLst>
        </pc:spChg>
        <pc:spChg chg="del">
          <ac:chgData name="Clayton Silva" userId="29ef9a7b83f2ddc4" providerId="LiveId" clId="{58335943-2BE6-42EC-897C-A1C4427AB656}" dt="2026-10-21T20:12:08.266" v="49" actId="478"/>
          <ac:spMkLst>
            <pc:docMk/>
            <pc:sldMk cId="419732245" sldId="257"/>
            <ac:spMk id="6" creationId="{C15AC674-4D5F-43A4-8625-37B30DAA39E1}"/>
          </ac:spMkLst>
        </pc:spChg>
        <pc:spChg chg="del">
          <ac:chgData name="Clayton Silva" userId="29ef9a7b83f2ddc4" providerId="LiveId" clId="{58335943-2BE6-42EC-897C-A1C4427AB656}" dt="2026-10-21T20:12:21.931" v="52" actId="478"/>
          <ac:spMkLst>
            <pc:docMk/>
            <pc:sldMk cId="419732245" sldId="257"/>
            <ac:spMk id="7" creationId="{DBBE6A58-5473-4F63-8252-5F70D09B345D}"/>
          </ac:spMkLst>
        </pc:spChg>
        <pc:spChg chg="mod">
          <ac:chgData name="Clayton Silva" userId="29ef9a7b83f2ddc4" providerId="LiveId" clId="{58335943-2BE6-42EC-897C-A1C4427AB656}" dt="2026-10-21T20:14:39.881" v="83" actId="1076"/>
          <ac:spMkLst>
            <pc:docMk/>
            <pc:sldMk cId="419732245" sldId="257"/>
            <ac:spMk id="8" creationId="{E06428EF-3285-4D87-A3CD-20D40AF99741}"/>
          </ac:spMkLst>
        </pc:spChg>
        <pc:spChg chg="del">
          <ac:chgData name="Clayton Silva" userId="29ef9a7b83f2ddc4" providerId="LiveId" clId="{58335943-2BE6-42EC-897C-A1C4427AB656}" dt="2026-10-21T20:12:11.252" v="50" actId="478"/>
          <ac:spMkLst>
            <pc:docMk/>
            <pc:sldMk cId="419732245" sldId="257"/>
            <ac:spMk id="9" creationId="{8EB4364F-FFC6-491D-BB40-FC56D64F6F4A}"/>
          </ac:spMkLst>
        </pc:spChg>
        <pc:spChg chg="del">
          <ac:chgData name="Clayton Silva" userId="29ef9a7b83f2ddc4" providerId="LiveId" clId="{58335943-2BE6-42EC-897C-A1C4427AB656}" dt="2026-10-21T20:12:48.884" v="56" actId="478"/>
          <ac:spMkLst>
            <pc:docMk/>
            <pc:sldMk cId="419732245" sldId="257"/>
            <ac:spMk id="10" creationId="{96B6756D-AF4F-486D-B726-66B7E3EB4270}"/>
          </ac:spMkLst>
        </pc:spChg>
        <pc:spChg chg="del">
          <ac:chgData name="Clayton Silva" userId="29ef9a7b83f2ddc4" providerId="LiveId" clId="{58335943-2BE6-42EC-897C-A1C4427AB656}" dt="2026-10-21T20:12:48.884" v="56" actId="478"/>
          <ac:spMkLst>
            <pc:docMk/>
            <pc:sldMk cId="419732245" sldId="257"/>
            <ac:spMk id="11" creationId="{ABF67776-DBA5-4D09-A99A-2999F48B7EFB}"/>
          </ac:spMkLst>
        </pc:spChg>
        <pc:spChg chg="del">
          <ac:chgData name="Clayton Silva" userId="29ef9a7b83f2ddc4" providerId="LiveId" clId="{58335943-2BE6-42EC-897C-A1C4427AB656}" dt="2026-10-21T20:12:15.539" v="51" actId="478"/>
          <ac:spMkLst>
            <pc:docMk/>
            <pc:sldMk cId="419732245" sldId="257"/>
            <ac:spMk id="12" creationId="{6B540225-E4C7-4498-8649-0F78D63C3736}"/>
          </ac:spMkLst>
        </pc:spChg>
        <pc:spChg chg="del">
          <ac:chgData name="Clayton Silva" userId="29ef9a7b83f2ddc4" providerId="LiveId" clId="{58335943-2BE6-42EC-897C-A1C4427AB656}" dt="2026-10-21T20:12:48.884" v="56" actId="478"/>
          <ac:spMkLst>
            <pc:docMk/>
            <pc:sldMk cId="419732245" sldId="257"/>
            <ac:spMk id="13" creationId="{A350A961-350B-4BF3-860F-2C569461CBD9}"/>
          </ac:spMkLst>
        </pc:spChg>
        <pc:spChg chg="del">
          <ac:chgData name="Clayton Silva" userId="29ef9a7b83f2ddc4" providerId="LiveId" clId="{58335943-2BE6-42EC-897C-A1C4427AB656}" dt="2026-10-21T20:12:48.884" v="56" actId="478"/>
          <ac:spMkLst>
            <pc:docMk/>
            <pc:sldMk cId="419732245" sldId="257"/>
            <ac:spMk id="14" creationId="{0FA91948-8733-4FB0-9129-2F3E20B28FEC}"/>
          </ac:spMkLst>
        </pc:spChg>
      </pc:sldChg>
      <pc:sldChg chg="ord">
        <pc:chgData name="Clayton Silva" userId="29ef9a7b83f2ddc4" providerId="LiveId" clId="{58335943-2BE6-42EC-897C-A1C4427AB656}" dt="2026-10-21T20:15:55.746" v="89"/>
        <pc:sldMkLst>
          <pc:docMk/>
          <pc:sldMk cId="369813014" sldId="258"/>
        </pc:sldMkLst>
      </pc:sldChg>
      <pc:sldChg chg="modSp mod">
        <pc:chgData name="Clayton Silva" userId="29ef9a7b83f2ddc4" providerId="LiveId" clId="{58335943-2BE6-42EC-897C-A1C4427AB656}" dt="2026-10-21T20:16:30.378" v="93" actId="403"/>
        <pc:sldMkLst>
          <pc:docMk/>
          <pc:sldMk cId="991294055" sldId="259"/>
        </pc:sldMkLst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7" creationId="{7114B59F-BEB0-41D3-9A78-412C1C8028E3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8" creationId="{FB129F40-C5EF-47A9-8339-1646EE402B47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9" creationId="{0C681CFF-122A-4D51-BEEB-AA70C6902F21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10" creationId="{31AAE04B-CB82-4857-8B74-36475145F8CA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11" creationId="{833E94D4-C30D-4A32-8DE9-04C78610C23D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12" creationId="{136AFC1E-C37D-4D73-B316-50CAC04C31F3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13" creationId="{5A91F076-3FBE-4096-A35E-3B7100337ACD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14" creationId="{38AE9AFD-FFE6-4E04-8AF2-E7B562CF60E1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15" creationId="{76C456A1-68CF-4C27-8A9E-697E086D9E49}"/>
          </ac:spMkLst>
        </pc:spChg>
        <pc:spChg chg="mod">
          <ac:chgData name="Clayton Silva" userId="29ef9a7b83f2ddc4" providerId="LiveId" clId="{58335943-2BE6-42EC-897C-A1C4427AB656}" dt="2026-10-21T20:16:30.378" v="93" actId="403"/>
          <ac:spMkLst>
            <pc:docMk/>
            <pc:sldMk cId="991294055" sldId="259"/>
            <ac:spMk id="16" creationId="{51669DCF-5CA3-4D0D-8CC1-30880BDE4278}"/>
          </ac:spMkLst>
        </pc:spChg>
      </pc:sldChg>
      <pc:sldChg chg="modSp mod">
        <pc:chgData name="Clayton Silva" userId="29ef9a7b83f2ddc4" providerId="LiveId" clId="{58335943-2BE6-42EC-897C-A1C4427AB656}" dt="2026-10-21T20:17:05.230" v="95" actId="403"/>
        <pc:sldMkLst>
          <pc:docMk/>
          <pc:sldMk cId="850251071" sldId="260"/>
        </pc:sldMkLst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6" creationId="{52EE7991-EBEE-4947-8944-CA4F70CD29FB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8" creationId="{2AA5C43C-B98F-49BF-B26F-A513369CDF49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9" creationId="{51FB5543-950B-4448-B83E-375B2BCE46FA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10" creationId="{5B4964FF-5D6A-4EDB-BE8F-7AB861FCB55F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11" creationId="{73433980-86DA-4D0D-A550-4D45392B2FDD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13" creationId="{91B89B9F-1CB8-4EE9-B480-94299528EBFB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14" creationId="{40B8E33A-4D92-4048-B9FA-3B08FFE5CA45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15" creationId="{1E483516-6435-4F7F-B08F-DE840D28F614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16" creationId="{4AFDBAC1-EED6-46D4-8D16-10DD2392606C}"/>
          </ac:spMkLst>
        </pc:spChg>
        <pc:spChg chg="mod">
          <ac:chgData name="Clayton Silva" userId="29ef9a7b83f2ddc4" providerId="LiveId" clId="{58335943-2BE6-42EC-897C-A1C4427AB656}" dt="2026-10-21T20:17:05.230" v="95" actId="403"/>
          <ac:spMkLst>
            <pc:docMk/>
            <pc:sldMk cId="850251071" sldId="260"/>
            <ac:spMk id="17" creationId="{BDDC8D70-E1D7-4673-91D4-11CEF8343658}"/>
          </ac:spMkLst>
        </pc:spChg>
      </pc:sldChg>
      <pc:sldChg chg="modSp mod">
        <pc:chgData name="Clayton Silva" userId="29ef9a7b83f2ddc4" providerId="LiveId" clId="{58335943-2BE6-42EC-897C-A1C4427AB656}" dt="2026-10-21T21:02:28.758" v="97" actId="403"/>
        <pc:sldMkLst>
          <pc:docMk/>
          <pc:sldMk cId="1330052120" sldId="262"/>
        </pc:sldMkLst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6" creationId="{83DE5532-8F73-4312-9795-15B3C5019403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7" creationId="{C40E4FFE-E4DE-40EC-8DCC-9EAB5C1ABD78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8" creationId="{778B8993-D202-4201-9BF8-98CBF49F85D4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9" creationId="{98461D22-5F74-4129-879D-8F13AB4967BD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10" creationId="{BC6FFDA6-F927-437A-A8BF-8A00A4300D79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11" creationId="{7FA7AFB8-A272-4A27-929B-077B0B75F30D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12" creationId="{7F15D82C-E938-4B6A-AB1C-AAA2C20711AF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13" creationId="{E24BF208-5F42-402C-98C8-8BDC3078D45B}"/>
          </ac:spMkLst>
        </pc:spChg>
        <pc:spChg chg="mod">
          <ac:chgData name="Clayton Silva" userId="29ef9a7b83f2ddc4" providerId="LiveId" clId="{58335943-2BE6-42EC-897C-A1C4427AB656}" dt="2026-10-21T21:02:28.758" v="97" actId="403"/>
          <ac:spMkLst>
            <pc:docMk/>
            <pc:sldMk cId="1330052120" sldId="262"/>
            <ac:spMk id="14" creationId="{C5FC5B94-8B8B-46B3-BAB5-0F795D9A7DE4}"/>
          </ac:spMkLst>
        </pc:spChg>
      </pc:sldChg>
      <pc:sldChg chg="modSp mod">
        <pc:chgData name="Clayton Silva" userId="29ef9a7b83f2ddc4" providerId="LiveId" clId="{58335943-2BE6-42EC-897C-A1C4427AB656}" dt="2026-10-21T21:02:52.064" v="100" actId="1076"/>
        <pc:sldMkLst>
          <pc:docMk/>
          <pc:sldMk cId="749515812" sldId="263"/>
        </pc:sldMkLst>
        <pc:picChg chg="mod">
          <ac:chgData name="Clayton Silva" userId="29ef9a7b83f2ddc4" providerId="LiveId" clId="{58335943-2BE6-42EC-897C-A1C4427AB656}" dt="2026-10-21T21:02:52.064" v="100" actId="1076"/>
          <ac:picMkLst>
            <pc:docMk/>
            <pc:sldMk cId="749515812" sldId="263"/>
            <ac:picMk id="6" creationId="{EFD49F50-9B4B-4813-8973-BF127EF6E3FC}"/>
          </ac:picMkLst>
        </pc:picChg>
      </pc:sldChg>
      <pc:sldChg chg="modSp mod">
        <pc:chgData name="Clayton Silva" userId="29ef9a7b83f2ddc4" providerId="LiveId" clId="{58335943-2BE6-42EC-897C-A1C4427AB656}" dt="2026-10-21T21:03:08.790" v="102" actId="403"/>
        <pc:sldMkLst>
          <pc:docMk/>
          <pc:sldMk cId="1926166561" sldId="264"/>
        </pc:sldMkLst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6" creationId="{5FC62617-F189-43A2-BEB7-4FC4D085C1DF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7" creationId="{8C3CB0AC-5D62-437E-AE5E-921B3173B60F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8" creationId="{81721FCD-5593-4EE4-9AC9-EAB35040DF8E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9" creationId="{C07C2ED7-79F0-40E3-B3C7-170390117BFF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10" creationId="{9B00139C-3200-4406-AD76-836C19E8C072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11" creationId="{5435B34B-FEB3-488A-9B46-A1A899EC53DB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12" creationId="{E0D0FB70-E5AE-4A6B-8CA2-A41FA7218BFB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13" creationId="{E0AE5264-8CE3-4CF5-A014-359195180DDF}"/>
          </ac:spMkLst>
        </pc:spChg>
        <pc:spChg chg="mod">
          <ac:chgData name="Clayton Silva" userId="29ef9a7b83f2ddc4" providerId="LiveId" clId="{58335943-2BE6-42EC-897C-A1C4427AB656}" dt="2026-10-21T21:03:08.790" v="102" actId="403"/>
          <ac:spMkLst>
            <pc:docMk/>
            <pc:sldMk cId="1926166561" sldId="264"/>
            <ac:spMk id="14" creationId="{802210C1-B0A6-4C60-BE85-F2A434A7154B}"/>
          </ac:spMkLst>
        </pc:spChg>
      </pc:sldChg>
      <pc:sldChg chg="modSp mod">
        <pc:chgData name="Clayton Silva" userId="29ef9a7b83f2ddc4" providerId="LiveId" clId="{58335943-2BE6-42EC-897C-A1C4427AB656}" dt="2026-10-21T21:03:28.020" v="105" actId="114"/>
        <pc:sldMkLst>
          <pc:docMk/>
          <pc:sldMk cId="75408564" sldId="265"/>
        </pc:sldMkLst>
        <pc:spChg chg="mod">
          <ac:chgData name="Clayton Silva" userId="29ef9a7b83f2ddc4" providerId="LiveId" clId="{58335943-2BE6-42EC-897C-A1C4427AB656}" dt="2026-10-21T21:03:28.020" v="105" actId="114"/>
          <ac:spMkLst>
            <pc:docMk/>
            <pc:sldMk cId="75408564" sldId="265"/>
            <ac:spMk id="2" creationId="{8480382F-EB75-4DA7-B8A1-E6823CCFD9A8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6" creationId="{9830173D-A9D4-4485-BBA5-4C4CA2C7852B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7" creationId="{46914A67-AD8F-4C6A-ADF7-E160C609F6C4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8" creationId="{EB21A643-0B8E-497F-8E10-2598A3FB58B9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9" creationId="{409E64C7-E365-4D83-84F6-50D8A8BF97AC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10" creationId="{4660D155-2737-411F-AAAD-29BEB6DFB203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11" creationId="{B7DAEFE4-7537-4846-ADD1-E17311B57AB8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12" creationId="{58C8102C-B183-479A-8E32-E6B34127F161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13" creationId="{336AA7DF-93F4-41EB-BD01-AE723213E710}"/>
          </ac:spMkLst>
        </pc:spChg>
        <pc:spChg chg="mod">
          <ac:chgData name="Clayton Silva" userId="29ef9a7b83f2ddc4" providerId="LiveId" clId="{58335943-2BE6-42EC-897C-A1C4427AB656}" dt="2026-10-21T21:03:22.012" v="104" actId="403"/>
          <ac:spMkLst>
            <pc:docMk/>
            <pc:sldMk cId="75408564" sldId="265"/>
            <ac:spMk id="14" creationId="{11A0BC20-5180-4A8D-BD90-B2B5427006B6}"/>
          </ac:spMkLst>
        </pc:spChg>
      </pc:sldChg>
      <pc:sldChg chg="modSp mod">
        <pc:chgData name="Clayton Silva" userId="29ef9a7b83f2ddc4" providerId="LiveId" clId="{58335943-2BE6-42EC-897C-A1C4427AB656}" dt="2026-10-21T21:06:49.617" v="107" actId="403"/>
        <pc:sldMkLst>
          <pc:docMk/>
          <pc:sldMk cId="1065859434" sldId="267"/>
        </pc:sldMkLst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6" creationId="{EE6E8188-564A-402E-B08A-CDD340872461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7" creationId="{E736EE43-1192-4BA9-8BC2-89FA5B6160C0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8" creationId="{A946201C-3C88-4AA4-833F-B9400FE2B350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9" creationId="{8D6A8E4C-AD78-4651-A148-AC3437A3FA3A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10" creationId="{9A5B495D-2296-41AE-B347-FB13E9BC3E2D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11" creationId="{FB07282E-BE6C-4094-8894-3F1EDE16B365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12" creationId="{3A4A8B65-5ED1-47B0-964C-997225A82AB2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13" creationId="{5A5D59D2-BCC9-43C5-8342-C363F41FC3ED}"/>
          </ac:spMkLst>
        </pc:spChg>
        <pc:spChg chg="mod">
          <ac:chgData name="Clayton Silva" userId="29ef9a7b83f2ddc4" providerId="LiveId" clId="{58335943-2BE6-42EC-897C-A1C4427AB656}" dt="2026-10-21T21:06:49.617" v="107" actId="403"/>
          <ac:spMkLst>
            <pc:docMk/>
            <pc:sldMk cId="1065859434" sldId="267"/>
            <ac:spMk id="14" creationId="{E4FCB7FF-B85F-48BB-A72F-AFB3BE4AC662}"/>
          </ac:spMkLst>
        </pc:spChg>
      </pc:sldChg>
      <pc:sldChg chg="modSp mod">
        <pc:chgData name="Clayton Silva" userId="29ef9a7b83f2ddc4" providerId="LiveId" clId="{58335943-2BE6-42EC-897C-A1C4427AB656}" dt="2026-10-21T21:07:08.138" v="109" actId="403"/>
        <pc:sldMkLst>
          <pc:docMk/>
          <pc:sldMk cId="1247696118" sldId="268"/>
        </pc:sldMkLst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6" creationId="{EF6E68FB-7F23-4E98-BD98-9024D3F89FDE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7" creationId="{093E5A27-F863-433E-965E-7BE15F5AF6F1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8" creationId="{69E68D60-B61C-459D-8DD0-F27C2DBA8535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9" creationId="{F97401AD-8637-49C4-8ED3-E657220BFE0F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10" creationId="{307B70AC-068E-4514-9CF9-07E5CA0E5C6B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11" creationId="{91B6B6C5-E3BA-47EC-ADFE-10BD93913A6C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12" creationId="{17763DFC-CF68-41D1-A132-D9A9AF56232D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13" creationId="{8510F4F9-2755-459D-BDFA-3EEBD1C6CD68}"/>
          </ac:spMkLst>
        </pc:spChg>
        <pc:spChg chg="mod">
          <ac:chgData name="Clayton Silva" userId="29ef9a7b83f2ddc4" providerId="LiveId" clId="{58335943-2BE6-42EC-897C-A1C4427AB656}" dt="2026-10-21T21:07:08.138" v="109" actId="403"/>
          <ac:spMkLst>
            <pc:docMk/>
            <pc:sldMk cId="1247696118" sldId="268"/>
            <ac:spMk id="14" creationId="{9246E069-240F-4FC3-9AFC-F33E722F6C57}"/>
          </ac:spMkLst>
        </pc:spChg>
      </pc:sldChg>
      <pc:sldChg chg="modSp mod">
        <pc:chgData name="Clayton Silva" userId="29ef9a7b83f2ddc4" providerId="LiveId" clId="{58335943-2BE6-42EC-897C-A1C4427AB656}" dt="2026-10-21T21:07:25.996" v="111" actId="14100"/>
        <pc:sldMkLst>
          <pc:docMk/>
          <pc:sldMk cId="365324480" sldId="269"/>
        </pc:sldMkLst>
        <pc:picChg chg="mod">
          <ac:chgData name="Clayton Silva" userId="29ef9a7b83f2ddc4" providerId="LiveId" clId="{58335943-2BE6-42EC-897C-A1C4427AB656}" dt="2026-10-21T21:07:25.996" v="111" actId="14100"/>
          <ac:picMkLst>
            <pc:docMk/>
            <pc:sldMk cId="365324480" sldId="269"/>
            <ac:picMk id="6" creationId="{EF54E14C-7A72-4350-B40A-160C389D57F0}"/>
          </ac:picMkLst>
        </pc:picChg>
      </pc:sldChg>
      <pc:sldChg chg="modSp mod">
        <pc:chgData name="Clayton Silva" userId="29ef9a7b83f2ddc4" providerId="LiveId" clId="{58335943-2BE6-42EC-897C-A1C4427AB656}" dt="2026-10-21T21:08:19.624" v="113" actId="403"/>
        <pc:sldMkLst>
          <pc:docMk/>
          <pc:sldMk cId="1945554263" sldId="270"/>
        </pc:sldMkLst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6" creationId="{ADB56363-FFEC-4A03-8183-CB87C0BBF0E7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7" creationId="{2B6865A5-8BB2-49EA-B020-BF76F8292C1F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8" creationId="{9318D455-6C86-42F7-8E56-61C61B86DEA5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9" creationId="{7DC2FD41-33ED-4359-B9F4-A73F256A92FA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10" creationId="{62DB109A-533E-474B-A4F0-BEE80C21B97A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11" creationId="{B9177F66-CAC5-423E-ADCB-85B2E66C3885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12" creationId="{2BC9CA46-0269-496C-A6E0-FC043078036D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13" creationId="{944D1758-087A-499A-B3A8-AD3D18087BB5}"/>
          </ac:spMkLst>
        </pc:spChg>
        <pc:spChg chg="mod">
          <ac:chgData name="Clayton Silva" userId="29ef9a7b83f2ddc4" providerId="LiveId" clId="{58335943-2BE6-42EC-897C-A1C4427AB656}" dt="2026-10-21T21:08:19.624" v="113" actId="403"/>
          <ac:spMkLst>
            <pc:docMk/>
            <pc:sldMk cId="1945554263" sldId="270"/>
            <ac:spMk id="14" creationId="{F5D652B7-8872-42A6-B1B0-369D02344D0A}"/>
          </ac:spMkLst>
        </pc:spChg>
      </pc:sldChg>
      <pc:sldChg chg="modSp mod">
        <pc:chgData name="Clayton Silva" userId="29ef9a7b83f2ddc4" providerId="LiveId" clId="{58335943-2BE6-42EC-897C-A1C4427AB656}" dt="2026-10-21T21:08:34.983" v="115" actId="403"/>
        <pc:sldMkLst>
          <pc:docMk/>
          <pc:sldMk cId="363470776" sldId="271"/>
        </pc:sldMkLst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6" creationId="{7FB363A5-668F-4F0B-8DFA-F4350FD0ECB3}"/>
          </ac:spMkLst>
        </pc:spChg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7" creationId="{AC1ABCD3-B3D1-41CA-A9BE-6266443CAAB2}"/>
          </ac:spMkLst>
        </pc:spChg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8" creationId="{77E5DACD-3BB6-4FB5-A615-5DE64DF8A643}"/>
          </ac:spMkLst>
        </pc:spChg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9" creationId="{6C1C90B4-D9D6-4A43-82D9-44C9635B3E2E}"/>
          </ac:spMkLst>
        </pc:spChg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10" creationId="{F78E7D7A-F065-4E0C-AB1F-615E62A298DC}"/>
          </ac:spMkLst>
        </pc:spChg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11" creationId="{078AEDBC-6AC9-4EF5-A80F-636EA2381F72}"/>
          </ac:spMkLst>
        </pc:spChg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12" creationId="{AB05BBD6-E014-4C93-B331-4842EAA3C784}"/>
          </ac:spMkLst>
        </pc:spChg>
        <pc:spChg chg="mod">
          <ac:chgData name="Clayton Silva" userId="29ef9a7b83f2ddc4" providerId="LiveId" clId="{58335943-2BE6-42EC-897C-A1C4427AB656}" dt="2026-10-21T21:08:34.983" v="115" actId="403"/>
          <ac:spMkLst>
            <pc:docMk/>
            <pc:sldMk cId="363470776" sldId="271"/>
            <ac:spMk id="13" creationId="{C027E6D1-9B73-4DC8-819F-CE7FD415FBBA}"/>
          </ac:spMkLst>
        </pc:spChg>
      </pc:sldChg>
      <pc:sldChg chg="modSp mod">
        <pc:chgData name="Clayton Silva" userId="29ef9a7b83f2ddc4" providerId="LiveId" clId="{58335943-2BE6-42EC-897C-A1C4427AB656}" dt="2026-10-21T21:08:54.282" v="117" actId="403"/>
        <pc:sldMkLst>
          <pc:docMk/>
          <pc:sldMk cId="1767523917" sldId="272"/>
        </pc:sldMkLst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6" creationId="{725F6841-6E1D-4ED6-BDA9-02EC9FF5D600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7" creationId="{2CC26B2A-14D6-46DF-92FA-65D4E2F020A9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8" creationId="{78AC9215-6743-4B69-9EE8-6AFDA10BFCBD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9" creationId="{6775F1C1-B442-4567-8D39-33FAF9B2D1B6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10" creationId="{9359588C-05FC-4C47-9DEA-20857422C34E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11" creationId="{1866CD0E-395B-4D31-8800-746195DC9FA9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12" creationId="{431D0BEF-A738-4476-BE14-781A1031EA24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13" creationId="{1C1EF4B7-F636-40C3-BF53-BE9E68AFD211}"/>
          </ac:spMkLst>
        </pc:spChg>
        <pc:spChg chg="mod">
          <ac:chgData name="Clayton Silva" userId="29ef9a7b83f2ddc4" providerId="LiveId" clId="{58335943-2BE6-42EC-897C-A1C4427AB656}" dt="2026-10-21T21:08:54.282" v="117" actId="403"/>
          <ac:spMkLst>
            <pc:docMk/>
            <pc:sldMk cId="1767523917" sldId="272"/>
            <ac:spMk id="14" creationId="{697AC4CF-E36E-4B91-938C-4A888C78B315}"/>
          </ac:spMkLst>
        </pc:spChg>
      </pc:sldChg>
      <pc:sldChg chg="modSp mod">
        <pc:chgData name="Clayton Silva" userId="29ef9a7b83f2ddc4" providerId="LiveId" clId="{58335943-2BE6-42EC-897C-A1C4427AB656}" dt="2026-10-21T21:09:10.944" v="119" actId="403"/>
        <pc:sldMkLst>
          <pc:docMk/>
          <pc:sldMk cId="1944317469" sldId="273"/>
        </pc:sldMkLst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6" creationId="{BDB4FCEB-2BC0-4CE4-B07A-C4DCF2A2E79E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7" creationId="{B5F41B3C-D76D-4A7C-913C-1C685CE99309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8" creationId="{B432A53B-70E5-4D69-8E66-45006870D8FB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9" creationId="{4437AAF0-6EFA-4664-A141-4A2D858021E0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10" creationId="{10CAB62C-BFC2-465D-A832-DDE1F48A391F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11" creationId="{4792D679-E600-420B-929B-09C1D86E5FAE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12" creationId="{60445BF8-065A-4F6D-B03B-508753E5DBE9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13" creationId="{ECE3DCD1-AF6D-42DB-A91D-D5FDB0FF2A9D}"/>
          </ac:spMkLst>
        </pc:spChg>
        <pc:spChg chg="mod">
          <ac:chgData name="Clayton Silva" userId="29ef9a7b83f2ddc4" providerId="LiveId" clId="{58335943-2BE6-42EC-897C-A1C4427AB656}" dt="2026-10-21T21:09:10.944" v="119" actId="403"/>
          <ac:spMkLst>
            <pc:docMk/>
            <pc:sldMk cId="1944317469" sldId="273"/>
            <ac:spMk id="14" creationId="{AA6E247D-FEF4-4B24-80CB-1E38B29973D9}"/>
          </ac:spMkLst>
        </pc:spChg>
      </pc:sldChg>
      <pc:sldChg chg="modSp mod">
        <pc:chgData name="Clayton Silva" userId="29ef9a7b83f2ddc4" providerId="LiveId" clId="{58335943-2BE6-42EC-897C-A1C4427AB656}" dt="2026-10-21T21:09:23.935" v="121" actId="403"/>
        <pc:sldMkLst>
          <pc:docMk/>
          <pc:sldMk cId="1053205576" sldId="274"/>
        </pc:sldMkLst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6" creationId="{059C0033-E7AC-4E24-89F1-B95CEAEAFE7C}"/>
          </ac:spMkLst>
        </pc:spChg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7" creationId="{37D0D0F2-D62F-4B69-9C29-A2AC6C012FEE}"/>
          </ac:spMkLst>
        </pc:spChg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8" creationId="{61A72910-65B2-43F9-91E4-5D7F1540B023}"/>
          </ac:spMkLst>
        </pc:spChg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9" creationId="{F52477AC-86B9-4CE3-B85F-F8A230650175}"/>
          </ac:spMkLst>
        </pc:spChg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10" creationId="{1509F89A-832F-43EE-B32D-6CAC3AE124B1}"/>
          </ac:spMkLst>
        </pc:spChg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11" creationId="{38CF6A05-9477-408D-9F10-F0E0DF62AA2E}"/>
          </ac:spMkLst>
        </pc:spChg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12" creationId="{6928BC9A-B757-492E-BD9E-C56B2070362C}"/>
          </ac:spMkLst>
        </pc:spChg>
        <pc:spChg chg="mod">
          <ac:chgData name="Clayton Silva" userId="29ef9a7b83f2ddc4" providerId="LiveId" clId="{58335943-2BE6-42EC-897C-A1C4427AB656}" dt="2026-10-21T21:09:23.935" v="121" actId="403"/>
          <ac:spMkLst>
            <pc:docMk/>
            <pc:sldMk cId="1053205576" sldId="274"/>
            <ac:spMk id="13" creationId="{487DFB5F-CFBE-477A-9F5C-41441C6A6C28}"/>
          </ac:spMkLst>
        </pc:spChg>
      </pc:sldChg>
      <pc:sldChg chg="modSp mod">
        <pc:chgData name="Clayton Silva" userId="29ef9a7b83f2ddc4" providerId="LiveId" clId="{58335943-2BE6-42EC-897C-A1C4427AB656}" dt="2026-10-21T21:15:12.265" v="123" actId="403"/>
        <pc:sldMkLst>
          <pc:docMk/>
          <pc:sldMk cId="2126127718" sldId="275"/>
        </pc:sldMkLst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6" creationId="{9B19C409-61CE-4C37-A13D-B5C05F67768C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7" creationId="{4F81E9FA-5D10-4EEC-A1BD-80CEF7309FCB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8" creationId="{A83B9056-8A84-4CD7-B408-183E198BDB53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9" creationId="{1A1A46B7-FECD-4EB2-95DD-8ED5D8D47BA7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10" creationId="{DC1601ED-0659-4086-8B24-F2CF967F7BEF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11" creationId="{EDD3F131-B43A-4228-845C-E079CD129317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12" creationId="{38735E0E-D926-495A-959D-2CF0D60F4187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13" creationId="{58D33B1E-450A-4E17-93E3-A0B44CE1ADB9}"/>
          </ac:spMkLst>
        </pc:spChg>
        <pc:spChg chg="mod">
          <ac:chgData name="Clayton Silva" userId="29ef9a7b83f2ddc4" providerId="LiveId" clId="{58335943-2BE6-42EC-897C-A1C4427AB656}" dt="2026-10-21T21:15:12.265" v="123" actId="403"/>
          <ac:spMkLst>
            <pc:docMk/>
            <pc:sldMk cId="2126127718" sldId="275"/>
            <ac:spMk id="14" creationId="{E2C81AD7-7D67-4CA6-AA06-D528E42F45C4}"/>
          </ac:spMkLst>
        </pc:spChg>
      </pc:sldChg>
      <pc:sldChg chg="modSp mod">
        <pc:chgData name="Clayton Silva" userId="29ef9a7b83f2ddc4" providerId="LiveId" clId="{58335943-2BE6-42EC-897C-A1C4427AB656}" dt="2026-10-21T21:15:25.587" v="125" actId="403"/>
        <pc:sldMkLst>
          <pc:docMk/>
          <pc:sldMk cId="1555279416" sldId="276"/>
        </pc:sldMkLst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6" creationId="{63E6D843-A8C3-4A1E-B733-A9049793AB14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7" creationId="{D16CB69A-A5DC-432B-A5FC-92C7ED5B7146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8" creationId="{05B9467F-50FA-4634-95C8-82B181DB2C82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9" creationId="{219731B4-F495-4363-B77E-3006ACF4671E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10" creationId="{DF50E022-06D3-4554-8AC7-E09A275DE21C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11" creationId="{1319EF9E-2CA2-41EC-A201-83936D6F3A47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12" creationId="{524F534F-1831-43E5-BB1B-2E87B3BC8154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13" creationId="{F30116BF-7D69-46DD-A0F2-694D78E80675}"/>
          </ac:spMkLst>
        </pc:spChg>
        <pc:spChg chg="mod">
          <ac:chgData name="Clayton Silva" userId="29ef9a7b83f2ddc4" providerId="LiveId" clId="{58335943-2BE6-42EC-897C-A1C4427AB656}" dt="2026-10-21T21:15:25.587" v="125" actId="403"/>
          <ac:spMkLst>
            <pc:docMk/>
            <pc:sldMk cId="1555279416" sldId="276"/>
            <ac:spMk id="14" creationId="{02C4452B-F65C-4980-B8AF-A78C36624ADF}"/>
          </ac:spMkLst>
        </pc:spChg>
      </pc:sldChg>
      <pc:sldChg chg="modSp mod">
        <pc:chgData name="Clayton Silva" userId="29ef9a7b83f2ddc4" providerId="LiveId" clId="{58335943-2BE6-42EC-897C-A1C4427AB656}" dt="2026-10-21T21:15:42.015" v="127" actId="403"/>
        <pc:sldMkLst>
          <pc:docMk/>
          <pc:sldMk cId="323048090" sldId="278"/>
        </pc:sldMkLst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6" creationId="{E5125520-CC4A-433D-BA0D-7543B96DCEB9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7" creationId="{E7F595B4-AEE4-4FD9-83FF-BA290AEFDF40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8" creationId="{9C7800BC-72AE-4215-A3B9-559F81C09BF3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9" creationId="{1E732267-94CF-4C38-8D7E-DE60F5699E26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10" creationId="{3B3BDC76-4D35-4D26-8111-0DDA4CFC7CD3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11" creationId="{92F41205-E63A-45EE-A794-9E69029833F6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12" creationId="{D4403653-92C3-4A72-AA08-BCACBBBB7057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13" creationId="{95BCB76C-A3D5-41E6-A3A1-841B5B3B733D}"/>
          </ac:spMkLst>
        </pc:spChg>
        <pc:spChg chg="mod">
          <ac:chgData name="Clayton Silva" userId="29ef9a7b83f2ddc4" providerId="LiveId" clId="{58335943-2BE6-42EC-897C-A1C4427AB656}" dt="2026-10-21T21:15:42.015" v="127" actId="403"/>
          <ac:spMkLst>
            <pc:docMk/>
            <pc:sldMk cId="323048090" sldId="278"/>
            <ac:spMk id="14" creationId="{C29B3784-223F-4358-AA5F-5D5639BD13DC}"/>
          </ac:spMkLst>
        </pc:spChg>
      </pc:sldChg>
      <pc:sldChg chg="modSp mod">
        <pc:chgData name="Clayton Silva" userId="29ef9a7b83f2ddc4" providerId="LiveId" clId="{58335943-2BE6-42EC-897C-A1C4427AB656}" dt="2026-10-21T21:15:51.079" v="129" actId="403"/>
        <pc:sldMkLst>
          <pc:docMk/>
          <pc:sldMk cId="648971630" sldId="279"/>
        </pc:sldMkLst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6" creationId="{34C96FD5-5307-40C2-847B-4D06A56BC5AE}"/>
          </ac:spMkLst>
        </pc:spChg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8" creationId="{3777B82C-42AB-4A9D-BE69-4BC3EB0B21CC}"/>
          </ac:spMkLst>
        </pc:spChg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9" creationId="{F3377302-8EE2-4674-B3BA-23D336FF4F22}"/>
          </ac:spMkLst>
        </pc:spChg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11" creationId="{8A1C1814-CC44-4BDB-B706-6A83215DDA74}"/>
          </ac:spMkLst>
        </pc:spChg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12" creationId="{2D670C2A-1E4D-4EAB-9187-BC0D50608FF9}"/>
          </ac:spMkLst>
        </pc:spChg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14" creationId="{D6E1A88D-1A2D-44FF-8E63-0A869E9A62BC}"/>
          </ac:spMkLst>
        </pc:spChg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15" creationId="{ED6BBC75-3C11-4A04-9555-E323BB3D3592}"/>
          </ac:spMkLst>
        </pc:spChg>
        <pc:spChg chg="mod">
          <ac:chgData name="Clayton Silva" userId="29ef9a7b83f2ddc4" providerId="LiveId" clId="{58335943-2BE6-42EC-897C-A1C4427AB656}" dt="2026-10-21T21:15:51.079" v="129" actId="403"/>
          <ac:spMkLst>
            <pc:docMk/>
            <pc:sldMk cId="648971630" sldId="279"/>
            <ac:spMk id="17" creationId="{A0BB9BFF-7FA7-4C95-A78A-3D7CE5D4991C}"/>
          </ac:spMkLst>
        </pc:spChg>
      </pc:sldChg>
      <pc:sldChg chg="modSp mod">
        <pc:chgData name="Clayton Silva" userId="29ef9a7b83f2ddc4" providerId="LiveId" clId="{58335943-2BE6-42EC-897C-A1C4427AB656}" dt="2026-10-21T21:16:04.887" v="131" actId="403"/>
        <pc:sldMkLst>
          <pc:docMk/>
          <pc:sldMk cId="1921593170" sldId="281"/>
        </pc:sldMkLst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6" creationId="{8666B4D3-19D2-4111-BFCB-FDC20281D7C1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7" creationId="{E0F4BC2D-3CE5-4849-8D1F-87FB11A69AD5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8" creationId="{66BA7265-1BD3-45FA-B81E-2662DC6F69AC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9" creationId="{919735CF-01CC-4BEC-B5E4-232191B5C108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10" creationId="{15C59418-68AD-42FF-A3FD-5D47971D1EA7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11" creationId="{5DB37CE7-00BC-428D-8A87-94EE7EEB82BA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12" creationId="{A653CCBD-AFE1-4265-A70B-78BCF07C51C2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13" creationId="{AA233227-A3AF-489E-916D-882880ED618E}"/>
          </ac:spMkLst>
        </pc:spChg>
        <pc:spChg chg="mod">
          <ac:chgData name="Clayton Silva" userId="29ef9a7b83f2ddc4" providerId="LiveId" clId="{58335943-2BE6-42EC-897C-A1C4427AB656}" dt="2026-10-21T21:16:04.887" v="131" actId="403"/>
          <ac:spMkLst>
            <pc:docMk/>
            <pc:sldMk cId="1921593170" sldId="281"/>
            <ac:spMk id="14" creationId="{B7133263-B93D-4AAD-A3A3-D963FCAD3AD5}"/>
          </ac:spMkLst>
        </pc:spChg>
      </pc:sldChg>
      <pc:sldChg chg="modSp mod">
        <pc:chgData name="Clayton Silva" userId="29ef9a7b83f2ddc4" providerId="LiveId" clId="{58335943-2BE6-42EC-897C-A1C4427AB656}" dt="2026-10-21T21:16:12.650" v="133" actId="403"/>
        <pc:sldMkLst>
          <pc:docMk/>
          <pc:sldMk cId="1973446132" sldId="282"/>
        </pc:sldMkLst>
        <pc:spChg chg="mod">
          <ac:chgData name="Clayton Silva" userId="29ef9a7b83f2ddc4" providerId="LiveId" clId="{58335943-2BE6-42EC-897C-A1C4427AB656}" dt="2026-10-21T21:16:12.650" v="133" actId="403"/>
          <ac:spMkLst>
            <pc:docMk/>
            <pc:sldMk cId="1973446132" sldId="282"/>
            <ac:spMk id="6" creationId="{5FF31539-4620-47CD-916B-289D2E8A9696}"/>
          </ac:spMkLst>
        </pc:spChg>
        <pc:spChg chg="mod">
          <ac:chgData name="Clayton Silva" userId="29ef9a7b83f2ddc4" providerId="LiveId" clId="{58335943-2BE6-42EC-897C-A1C4427AB656}" dt="2026-10-21T21:16:12.650" v="133" actId="403"/>
          <ac:spMkLst>
            <pc:docMk/>
            <pc:sldMk cId="1973446132" sldId="282"/>
            <ac:spMk id="7" creationId="{5D4B91D8-49D7-4863-859B-F1602F23A384}"/>
          </ac:spMkLst>
        </pc:spChg>
        <pc:spChg chg="mod">
          <ac:chgData name="Clayton Silva" userId="29ef9a7b83f2ddc4" providerId="LiveId" clId="{58335943-2BE6-42EC-897C-A1C4427AB656}" dt="2026-10-21T21:16:12.650" v="133" actId="403"/>
          <ac:spMkLst>
            <pc:docMk/>
            <pc:sldMk cId="1973446132" sldId="282"/>
            <ac:spMk id="8" creationId="{85BB5734-E27F-4FDF-B382-6E75A73FF569}"/>
          </ac:spMkLst>
        </pc:spChg>
        <pc:spChg chg="mod">
          <ac:chgData name="Clayton Silva" userId="29ef9a7b83f2ddc4" providerId="LiveId" clId="{58335943-2BE6-42EC-897C-A1C4427AB656}" dt="2026-10-21T21:16:12.650" v="133" actId="403"/>
          <ac:spMkLst>
            <pc:docMk/>
            <pc:sldMk cId="1973446132" sldId="282"/>
            <ac:spMk id="9" creationId="{9736D38F-3C92-4075-A58D-39D793F8ACB7}"/>
          </ac:spMkLst>
        </pc:spChg>
        <pc:spChg chg="mod">
          <ac:chgData name="Clayton Silva" userId="29ef9a7b83f2ddc4" providerId="LiveId" clId="{58335943-2BE6-42EC-897C-A1C4427AB656}" dt="2026-10-21T21:16:12.650" v="133" actId="403"/>
          <ac:spMkLst>
            <pc:docMk/>
            <pc:sldMk cId="1973446132" sldId="282"/>
            <ac:spMk id="10" creationId="{756F117D-39D3-403D-A26C-6CDCFEAF5D16}"/>
          </ac:spMkLst>
        </pc:spChg>
        <pc:spChg chg="mod">
          <ac:chgData name="Clayton Silva" userId="29ef9a7b83f2ddc4" providerId="LiveId" clId="{58335943-2BE6-42EC-897C-A1C4427AB656}" dt="2026-10-21T21:16:12.650" v="133" actId="403"/>
          <ac:spMkLst>
            <pc:docMk/>
            <pc:sldMk cId="1973446132" sldId="282"/>
            <ac:spMk id="11" creationId="{2E3E5969-0851-41C7-AA49-C11A49F1D13F}"/>
          </ac:spMkLst>
        </pc:spChg>
      </pc:sldChg>
      <pc:sldChg chg="modSp mod">
        <pc:chgData name="Clayton Silva" userId="29ef9a7b83f2ddc4" providerId="LiveId" clId="{58335943-2BE6-42EC-897C-A1C4427AB656}" dt="2026-10-21T21:16:28.300" v="135" actId="403"/>
        <pc:sldMkLst>
          <pc:docMk/>
          <pc:sldMk cId="1879049453" sldId="283"/>
        </pc:sldMkLst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6" creationId="{178E4D91-E1F6-411D-B1A0-24153DF41962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7" creationId="{8B88D78C-4D75-42A0-8420-CA481BE908EE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8" creationId="{45E80DE4-CF39-4C88-8230-224352814A7E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9" creationId="{A084C737-660F-482D-BB73-A93A346C8813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10" creationId="{4B4FBBAB-A24B-4B24-BE1D-699C07EC7FA1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11" creationId="{24D49BBE-01E7-4B6A-9679-713CF5578695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12" creationId="{5E8565FC-19D8-45EA-A744-6B115352DDD3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13" creationId="{FE2516F4-7A45-4E7B-8094-AB16BC07420F}"/>
          </ac:spMkLst>
        </pc:spChg>
        <pc:spChg chg="mod">
          <ac:chgData name="Clayton Silva" userId="29ef9a7b83f2ddc4" providerId="LiveId" clId="{58335943-2BE6-42EC-897C-A1C4427AB656}" dt="2026-10-21T21:16:28.300" v="135" actId="403"/>
          <ac:spMkLst>
            <pc:docMk/>
            <pc:sldMk cId="1879049453" sldId="283"/>
            <ac:spMk id="14" creationId="{17BF89E3-FC56-4210-9C5A-8FDDCD840AEA}"/>
          </ac:spMkLst>
        </pc:spChg>
      </pc:sldChg>
      <pc:sldChg chg="modSp mod">
        <pc:chgData name="Clayton Silva" userId="29ef9a7b83f2ddc4" providerId="LiveId" clId="{58335943-2BE6-42EC-897C-A1C4427AB656}" dt="2026-10-21T21:16:42.065" v="137" actId="403"/>
        <pc:sldMkLst>
          <pc:docMk/>
          <pc:sldMk cId="892217192" sldId="285"/>
        </pc:sldMkLst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6" creationId="{69888AAB-38E9-4B6A-BEBF-FA34912FA357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7" creationId="{344BAA0A-04CA-4C7D-A0A6-ECADD62F5F3D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8" creationId="{C1AA4B9E-6A5E-41DE-8297-FA237C1A756A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9" creationId="{7F57C22B-75ED-40A4-8700-0A2D76F4057B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10" creationId="{E9EA2800-32F4-4FE1-AE6B-F5E41D22CABC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11" creationId="{CE54B43B-1946-474D-9CA8-C0978EC0E7B4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12" creationId="{75E99CDA-15A3-4FA2-941C-1F582DC2AD83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13" creationId="{4F13A57A-B06D-4A74-BFD7-7D95ACC056F8}"/>
          </ac:spMkLst>
        </pc:spChg>
        <pc:spChg chg="mod">
          <ac:chgData name="Clayton Silva" userId="29ef9a7b83f2ddc4" providerId="LiveId" clId="{58335943-2BE6-42EC-897C-A1C4427AB656}" dt="2026-10-21T21:16:42.065" v="137" actId="403"/>
          <ac:spMkLst>
            <pc:docMk/>
            <pc:sldMk cId="892217192" sldId="285"/>
            <ac:spMk id="14" creationId="{5BD119FD-EFA6-4D02-9426-3B90C0F34D6B}"/>
          </ac:spMkLst>
        </pc:spChg>
      </pc:sldChg>
      <pc:sldChg chg="modSp mod">
        <pc:chgData name="Clayton Silva" userId="29ef9a7b83f2ddc4" providerId="LiveId" clId="{58335943-2BE6-42EC-897C-A1C4427AB656}" dt="2026-10-21T21:16:54.874" v="139" actId="403"/>
        <pc:sldMkLst>
          <pc:docMk/>
          <pc:sldMk cId="1131243789" sldId="286"/>
        </pc:sldMkLst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6" creationId="{EAAD3E4B-40B7-4165-9CCD-8908FB40F78D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7" creationId="{4BA7E71A-769F-4B8A-901B-543E1A33DDB3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8" creationId="{66DD04B1-BDF8-4FB6-9A08-4211FE8760B8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9" creationId="{CB71CA75-2A34-4029-849A-728C4DDA8F93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10" creationId="{A52793BE-8D6A-4C1F-8897-B9CC62A11B40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11" creationId="{F9D10CA2-7B81-4DBB-95DB-1D01D344AADD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12" creationId="{73398394-ED94-48A8-B05A-607D4E2C0807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13" creationId="{9F842391-847E-49CE-A7E4-D86D25F030CD}"/>
          </ac:spMkLst>
        </pc:spChg>
        <pc:spChg chg="mod">
          <ac:chgData name="Clayton Silva" userId="29ef9a7b83f2ddc4" providerId="LiveId" clId="{58335943-2BE6-42EC-897C-A1C4427AB656}" dt="2026-10-21T21:16:54.874" v="139" actId="403"/>
          <ac:spMkLst>
            <pc:docMk/>
            <pc:sldMk cId="1131243789" sldId="286"/>
            <ac:spMk id="14" creationId="{F2B175C3-B5E7-4B7A-8D0C-F894C6E99B9A}"/>
          </ac:spMkLst>
        </pc:spChg>
      </pc:sldChg>
      <pc:sldChg chg="modSp add mod">
        <pc:chgData name="Clayton Silva" userId="29ef9a7b83f2ddc4" providerId="LiveId" clId="{58335943-2BE6-42EC-897C-A1C4427AB656}" dt="2026-10-21T20:16:11.858" v="91" actId="114"/>
        <pc:sldMkLst>
          <pc:docMk/>
          <pc:sldMk cId="1161703584" sldId="287"/>
        </pc:sldMkLst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3" creationId="{58BC1E54-7BCF-1679-8359-8979828919BB}"/>
          </ac:spMkLst>
        </pc:spChg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6" creationId="{6C7286C6-8A85-E28A-E672-D4DD01A57864}"/>
          </ac:spMkLst>
        </pc:spChg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7" creationId="{6509B800-BD18-A539-766C-ADC18BC35BC4}"/>
          </ac:spMkLst>
        </pc:spChg>
        <pc:spChg chg="mod">
          <ac:chgData name="Clayton Silva" userId="29ef9a7b83f2ddc4" providerId="LiveId" clId="{58335943-2BE6-42EC-897C-A1C4427AB656}" dt="2026-10-21T20:16:04.247" v="90" actId="114"/>
          <ac:spMkLst>
            <pc:docMk/>
            <pc:sldMk cId="1161703584" sldId="287"/>
            <ac:spMk id="8" creationId="{0A02F710-F9BD-20A0-4912-3D99C5F19C02}"/>
          </ac:spMkLst>
        </pc:spChg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9" creationId="{9121E05B-DFC8-96D9-F1AC-9559763189CC}"/>
          </ac:spMkLst>
        </pc:spChg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10" creationId="{DB14FADB-23D6-63F9-E19A-B46F23C37277}"/>
          </ac:spMkLst>
        </pc:spChg>
        <pc:spChg chg="mod">
          <ac:chgData name="Clayton Silva" userId="29ef9a7b83f2ddc4" providerId="LiveId" clId="{58335943-2BE6-42EC-897C-A1C4427AB656}" dt="2026-10-21T20:16:11.858" v="91" actId="114"/>
          <ac:spMkLst>
            <pc:docMk/>
            <pc:sldMk cId="1161703584" sldId="287"/>
            <ac:spMk id="11" creationId="{D3B499CD-72E8-C7C6-1981-150EEDB372C5}"/>
          </ac:spMkLst>
        </pc:spChg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12" creationId="{41AE0FF9-0CCD-D46A-070A-FF90A80B5BB2}"/>
          </ac:spMkLst>
        </pc:spChg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13" creationId="{0510F511-3799-2DF6-EBE4-4C62AA296A67}"/>
          </ac:spMkLst>
        </pc:spChg>
        <pc:spChg chg="mod">
          <ac:chgData name="Clayton Silva" userId="29ef9a7b83f2ddc4" providerId="LiveId" clId="{58335943-2BE6-42EC-897C-A1C4427AB656}" dt="2026-10-21T20:15:37.675" v="87" actId="403"/>
          <ac:spMkLst>
            <pc:docMk/>
            <pc:sldMk cId="1161703584" sldId="287"/>
            <ac:spMk id="14" creationId="{3F1E74E2-9356-9E18-2D2D-F432007736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EB7B-6AFD-21CD-5D25-874D0086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EBBDB-02D8-64DF-E28E-93C3A66B2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C72B5-BEB1-F8B3-3931-5EF396EB3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8283C-D84D-5EC1-69AB-6027264B994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1352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Figura 5.2 da página. Escopo e tempo destacam priorização, time-boxing e iteração.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Referência complementar: https://scrumguides.org/scrum-guide.html#product-backlog</a:t>
            </a:r>
          </a:p>
          <a:p>
            <a:r>
              <a:t>A decomposição em entregas de valor é uma formulação didática. O backlog pode incluir trabalho que sustenta o valor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Fontes: https://agilealliance.org/glossary/user-stories/ e https://agilealliance.org/glossary/user-story-template/</a:t>
            </a:r>
          </a:p>
          <a:p>
            <a:r>
              <a:t>Ilustração original gerada com IA para este slide: Ana recebe confirmação de inscrição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Fonte: https://agilealliance.org/glossary/personas/</a:t>
            </a:r>
          </a:p>
          <a:p>
            <a:r>
              <a:t>Persona é uma orientação didática adotada no capítulo. Scrum não exige que todo item do backlog seja uma história com persona.</a:t>
            </a:r>
          </a:p>
          <a:p>
            <a:r>
              <a:t>Três Cs: https://agilealliance.org/glossary/three-cs/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Referência: https://agilealliance.org/glossary/epic/</a:t>
            </a:r>
          </a:p>
          <a:p>
            <a:r>
              <a:t>A divisão depende do contexto e do tamanho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Esta organização de processos pertence ao SBOK de 2016. Ela não constitui uma lista de processos obrigatórios do Scrum Guide de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Nome completo no SBOK: Approve, Estimate, and Commit User Stories. Aprovação para planejamento e aceitação da entrega são decisões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Esforço e duração são grandezas diferentes. Estimativas relativas das histórias não exigem conversão fixa para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A definição de risco é introdutória e contextual. Seu tratamento será aprofundado na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Referência: SBOK Guide, 2016, seção 2.7.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Figura 5.6 da página. Durações da edição de 2016 do SBOK Guide.</a:t>
            </a:r>
          </a:p>
          <a:p>
            <a:r>
              <a:t>Preservadas as durações históricas do documento adotado: Sprint de uma a seis semanas, planejamento de oito horas, revisão e retrospectiva de quatro horas para Sprint de um 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As perguntas e os limites apresentados seguem especificamente o SBOK de 2016.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SBOK 2016: ambas possuem limite de quatro horas para uma Sprint de um 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Figura 5.7 da página. A “dívida” de valor diminui conforme as entregas realizam benefícios.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r>
              <a:t>Dívida de valor é uma metáfora didática, sem escala financeira. O total previsto pode mudar com o refinamento do backlog. A satisfação depende do atendimento das necessidades e do valor percebido.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da disciplina: C:/Users/ASUS/Documents/Codex/2026-10-21/ad/outputs/unidade5-v5.html</a:t>
            </a:r>
          </a:p>
          <a:p>
            <a:r>
              <a:t>Referência principal: SCRUMstudy, A Guide to the Scrum Body of Knowledge (SBOK Guide), edição de 2016.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87F1643-FE4D-4BD4-986B-9929D18B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21E9219-246C-4B58-8C45-11E756016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C6E5D1B-B156-4FF3-B1FF-247A5CAC3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8E6815-D722-4A16-9051-FA19DBCB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BB779DE-4A9E-4CB1-8A47-610752E7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3F096AC-298F-4A6A-A46D-B6AE278F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ECFDBA8-6F7A-4F78-B307-4E85B8038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A9C5E01-59B7-4A6D-9F64-DF0FD170F4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5295A6-BDAA-4B9F-9CB6-4A85C4185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30F9B69-FBCA-4CAC-B7FF-47253A465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idade">
            <a:extLst>
              <a:ext uri="{FF2B5EF4-FFF2-40B4-BE49-F238E27FC236}">
                <a16:creationId xmlns:a16="http://schemas.microsoft.com/office/drawing/2014/main" id="{B3277DA3-F2E8-4628-AE59-B5E17FA5CC9D}"/>
              </a:ext>
            </a:extLst>
          </p:cNvPr>
          <p:cNvSpPr>
            <a:spLocks noGrp="1"/>
          </p:cNvSpPr>
          <p:nvPr/>
        </p:nvSpPr>
        <p:spPr>
          <a:xfrm>
            <a:off x="762000" y="1047750"/>
            <a:ext cx="1371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0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C2FF"/>
                </a:solidFill>
                <a:latin typeface="Arial"/>
                <a:ea typeface="Arial"/>
                <a:cs typeface="Arial"/>
              </a:rPr>
              <a:t>UNIDADE 05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21377682-0461-4E17-BEE4-03D0839A87B8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3525500" cy="22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585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85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Gestão de escopo</a:t>
            </a:r>
          </a:p>
          <a:p>
            <a:pPr>
              <a:defRPr sz="585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 tempo com Scrum</a:t>
            </a:r>
          </a:p>
        </p:txBody>
      </p:sp>
      <p:sp>
        <p:nvSpPr>
          <p:cNvPr id="3" name="Subtítulo">
            <a:extLst>
              <a:ext uri="{FF2B5EF4-FFF2-40B4-BE49-F238E27FC236}">
                <a16:creationId xmlns:a16="http://schemas.microsoft.com/office/drawing/2014/main" id="{8E07E2CD-DAC8-49EA-B089-B41E105F1A94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13335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62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Backlog, prioridades e planejamento das Sprints</a:t>
            </a:r>
          </a:p>
        </p:txBody>
      </p:sp>
      <p:sp>
        <p:nvSpPr>
          <p:cNvPr id="4" name="Separador">
            <a:extLst>
              <a:ext uri="{FF2B5EF4-FFF2-40B4-BE49-F238E27FC236}">
                <a16:creationId xmlns:a16="http://schemas.microsoft.com/office/drawing/2014/main" id="{C0CF4371-5FB9-4CF9-B720-67DF74EBF673}"/>
              </a:ext>
            </a:extLst>
          </p:cNvPr>
          <p:cNvSpPr>
            <a:spLocks noGrp="1"/>
          </p:cNvSpPr>
          <p:nvPr/>
        </p:nvSpPr>
        <p:spPr>
          <a:xfrm>
            <a:off x="800100" y="6267450"/>
            <a:ext cx="2476500" cy="19050"/>
          </a:xfrm>
          <a:prstGeom prst="rect">
            <a:avLst/>
          </a:prstGeom>
          <a:solidFill>
            <a:srgbClr val="00C2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Docente">
            <a:extLst>
              <a:ext uri="{FF2B5EF4-FFF2-40B4-BE49-F238E27FC236}">
                <a16:creationId xmlns:a16="http://schemas.microsoft.com/office/drawing/2014/main" id="{437AE196-1299-41E0-83A1-C8F472317FAC}"/>
              </a:ext>
            </a:extLst>
          </p:cNvPr>
          <p:cNvSpPr>
            <a:spLocks noGrp="1"/>
          </p:cNvSpPr>
          <p:nvPr/>
        </p:nvSpPr>
        <p:spPr>
          <a:xfrm>
            <a:off x="800100" y="6791325"/>
            <a:ext cx="1238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9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Prof. Clayton J A Silva</a:t>
            </a:r>
          </a:p>
        </p:txBody>
      </p:sp>
    </p:spTree>
    <p:extLst>
      <p:ext uri="{BB962C8B-B14F-4D97-AF65-F5344CB8AC3E}">
        <p14:creationId xmlns:p14="http://schemas.microsoft.com/office/powerpoint/2010/main" val="6857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59D0FFAF-1E5F-492D-A78C-E39988F21CA7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5.1 VISÃO GERAL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AD6739D4-668B-4853-BFCB-6F0A9B2F1872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lang="pt-BR" sz="3600" b="1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O que é o Scrum</a:t>
            </a:r>
            <a:endParaRPr sz="3600" b="1" dirty="0">
              <a:solidFill>
                <a:srgbClr val="E2E8F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C56F683C-DC67-4EBA-9FF6-840311049B2D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E454F791-D954-4A66-8980-4EF2DE660351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B2D81D17-7C9F-4EA9-9349-ACF437143E14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E06428EF-3285-4D87-A3CD-20D40AF99741}"/>
              </a:ext>
            </a:extLst>
          </p:cNvPr>
          <p:cNvSpPr>
            <a:spLocks noGrp="1"/>
          </p:cNvSpPr>
          <p:nvPr/>
        </p:nvSpPr>
        <p:spPr>
          <a:xfrm>
            <a:off x="1190625" y="2847975"/>
            <a:ext cx="1285875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lang="pt-BR" sz="280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F</a:t>
            </a:r>
            <a:r>
              <a:rPr lang="pt-BR"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ramework adaptativo e iterativo que organiza o desenvolvimento de produtos, serviços ou outros resultados em </a:t>
            </a:r>
            <a:r>
              <a:rPr lang="pt-BR" sz="2800" b="1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ciclos curtos de trabalho</a:t>
            </a:r>
            <a:r>
              <a:rPr lang="pt-BR"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chamados </a:t>
            </a:r>
            <a:r>
              <a:rPr lang="pt-BR" sz="2800" b="1" i="1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Sprints</a:t>
            </a:r>
            <a:r>
              <a:rPr lang="pt-BR"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. Sua aplicação busca </a:t>
            </a:r>
            <a:r>
              <a:rPr lang="pt-BR" sz="2800" b="1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produzir valor desde o início e ao longo do projeto</a:t>
            </a:r>
            <a:r>
              <a:rPr lang="pt-BR"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, com comunicação transparente e acompanhamento frequente dos resultados.</a:t>
            </a:r>
          </a:p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endParaRPr lang="pt-BR" sz="2800" b="0" dirty="0">
              <a:solidFill>
                <a:srgbClr val="A6B4C8"/>
              </a:solidFill>
              <a:latin typeface="Arial"/>
              <a:ea typeface="Arial"/>
              <a:cs typeface="Arial"/>
            </a:endParaRPr>
          </a:p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lang="pt-BR"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visão do projeto orienta o trabalho; o </a:t>
            </a:r>
            <a:r>
              <a:rPr lang="pt-BR" sz="2800" b="1" i="1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Product</a:t>
            </a:r>
            <a:r>
              <a:rPr lang="pt-BR" sz="2800" b="1" i="1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Backlog </a:t>
            </a:r>
            <a:r>
              <a:rPr lang="pt-BR"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priorizado reúne as necessidades; e cada </a:t>
            </a:r>
            <a:r>
              <a:rPr lang="pt-BR" sz="2800" b="0" i="1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Sprint</a:t>
            </a:r>
            <a:r>
              <a:rPr lang="pt-BR"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transforma uma seleção dessas necessidades em um incremento potencialmente entregável.</a:t>
            </a:r>
            <a:endParaRPr sz="2800" b="0" dirty="0">
              <a:solidFill>
                <a:srgbClr val="A6B4C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73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A25BA-5FD6-EDF6-FB83-BC9E71D0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DE70B2B6-EEE1-3738-FD9F-3B190E83EC18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5.1 VISÃO GERAL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D800C09E-449C-F9F5-59BD-8D8D71DE9CBF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Scrum e a organização do trabalho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58BC1E54-7BCF-1679-8359-8979828919BB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 sz="2400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AB03C4B9-D922-DADE-C648-71834EA61514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23D2E49A-2261-40B1-339A-0E2212663274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6C7286C6-8A85-E28A-E672-D4DD01A57864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6509B800-BD18-A539-766C-ADC18BC35BC4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Ciclos curtos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0A02F710-F9BD-20A0-4912-3D99C5F19C02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 i="1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Sprints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desenvolvem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incrementos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potencialmente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entregáveis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9121E05B-DFC8-96D9-F1AC-9559763189CC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≡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DB14FADB-23D6-63F9-E19A-B46F23C37277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Escopo em evolução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D3B499CD-72E8-C7C6-1981-150EEDB372C5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</a:t>
            </a:r>
            <a:r>
              <a:rPr sz="2800" b="0" i="1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Product Backlog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reúne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necessidades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e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orienta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a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seleção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 do </a:t>
            </a:r>
            <a:r>
              <a:rPr sz="2800" b="0" dirty="0" err="1">
                <a:solidFill>
                  <a:srgbClr val="A6B4C8"/>
                </a:solidFill>
                <a:latin typeface="Arial"/>
                <a:ea typeface="Arial"/>
                <a:cs typeface="Arial"/>
              </a:rPr>
              <a:t>trabalho</a:t>
            </a:r>
            <a:r>
              <a:rPr sz="2800" b="0" dirty="0">
                <a:solidFill>
                  <a:srgbClr val="A6B4C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41AE0FF9-0CCD-D46A-070A-FF90A80B5BB2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0510F511-3799-2DF6-EBE4-4C62AA296A67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Valor ao longo do projeto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3F1E74E2-9356-9E18-2D2D-F43200773663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Entregas reais permitem verificar resultados e ajustar os próximos ciclos.</a:t>
            </a:r>
          </a:p>
        </p:txBody>
      </p:sp>
    </p:spTree>
    <p:extLst>
      <p:ext uri="{BB962C8B-B14F-4D97-AF65-F5344CB8AC3E}">
        <p14:creationId xmlns:p14="http://schemas.microsoft.com/office/powerpoint/2010/main" val="116170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ção">
            <a:extLst>
              <a:ext uri="{FF2B5EF4-FFF2-40B4-BE49-F238E27FC236}">
                <a16:creationId xmlns:a16="http://schemas.microsoft.com/office/drawing/2014/main" id="{1D0AD74E-A05C-433C-B059-B9514296B9B0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5.1 VISÃO GERAL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C06770B7-57FC-4097-A706-17567CED5157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Ciclo de desenvolvimento com Scrum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1826C149-D14F-4ACB-B81C-5A42530FB528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43D6636A-BFBE-444A-A44F-1ED11B22A6AC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ACA1C93E-FE85-48EE-AE4B-9B0E6640137C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A58228-138F-4490-9771-209F967BF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55573" y="2143125"/>
            <a:ext cx="12128854" cy="5429250"/>
          </a:xfrm>
          <a:prstGeom prst="rect">
            <a:avLst/>
          </a:prstGeom>
        </p:spPr>
      </p:pic>
      <p:sp>
        <p:nvSpPr>
          <p:cNvPr id="7" name="Legenda">
            <a:extLst>
              <a:ext uri="{FF2B5EF4-FFF2-40B4-BE49-F238E27FC236}">
                <a16:creationId xmlns:a16="http://schemas.microsoft.com/office/drawing/2014/main" id="{718CA281-12C3-43F8-9B4C-20FE9AF9B8B1}"/>
              </a:ext>
            </a:extLst>
          </p:cNvPr>
          <p:cNvSpPr>
            <a:spLocks noGrp="1"/>
          </p:cNvSpPr>
          <p:nvPr/>
        </p:nvSpPr>
        <p:spPr>
          <a:xfrm>
            <a:off x="762000" y="7648575"/>
            <a:ext cx="13716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Figura 5.1 da página. Adaptação da figura 1.1 do SBOK Guide (2016).</a:t>
            </a:r>
          </a:p>
        </p:txBody>
      </p:sp>
    </p:spTree>
    <p:extLst>
      <p:ext uri="{BB962C8B-B14F-4D97-AF65-F5344CB8AC3E}">
        <p14:creationId xmlns:p14="http://schemas.microsoft.com/office/powerpoint/2010/main" val="36981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ção">
            <a:extLst>
              <a:ext uri="{FF2B5EF4-FFF2-40B4-BE49-F238E27FC236}">
                <a16:creationId xmlns:a16="http://schemas.microsoft.com/office/drawing/2014/main" id="{18C085BA-B2FE-4A80-AFB4-6BE4952185FF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5.1 VISÃO GERAL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46EB3B52-103B-4FC6-87E0-9EA5C941A2A9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Elementos e responsabilidades do ciclo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32E9EDB8-05E1-4AC6-9DCA-366CBA8229A7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6E1A3E15-D16F-4709-8D1A-C9572F4743D8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50B0F7E7-FB10-47D6-8A75-6B0EF90E3F92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B6FC2E83-F39F-46EC-BC26-71EF72291B29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7114B59F-BEB0-41D3-9A78-412C1C8028E3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Visão e justificativa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FB129F40-C5EF-47A9-8339-1646EE402B47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Definem o resultado esperado e as razões para realizar o projeto.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0C681CFF-122A-4D51-BEEB-AA70C6902F21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31AAE04B-CB82-4857-8B74-36475145F8CA}"/>
              </a:ext>
            </a:extLst>
          </p:cNvPr>
          <p:cNvSpPr>
            <a:spLocks noGrp="1"/>
          </p:cNvSpPr>
          <p:nvPr/>
        </p:nvSpPr>
        <p:spPr>
          <a:xfrm>
            <a:off x="1390650" y="3619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Product Owner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833E94D4-C30D-4A32-8DE9-04C78610C23D}"/>
              </a:ext>
            </a:extLst>
          </p:cNvPr>
          <p:cNvSpPr>
            <a:spLocks noGrp="1"/>
          </p:cNvSpPr>
          <p:nvPr/>
        </p:nvSpPr>
        <p:spPr>
          <a:xfrm>
            <a:off x="1390650" y="4076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Expressa prioridades de negócio e mantém o Product Backlog.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136AFC1E-C37D-4D73-B316-50CAC04C31F3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5A91F076-3FBE-4096-A35E-3B7100337ACD}"/>
              </a:ext>
            </a:extLst>
          </p:cNvPr>
          <p:cNvSpPr>
            <a:spLocks noGrp="1"/>
          </p:cNvSpPr>
          <p:nvPr/>
        </p:nvSpPr>
        <p:spPr>
          <a:xfrm>
            <a:off x="1390650" y="48577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Equipe Scrum e Scrum Master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38AE9AFD-FFE6-4E04-8AF2-E7B562CF60E1}"/>
              </a:ext>
            </a:extLst>
          </p:cNvPr>
          <p:cNvSpPr>
            <a:spLocks noGrp="1"/>
          </p:cNvSpPr>
          <p:nvPr/>
        </p:nvSpPr>
        <p:spPr>
          <a:xfrm>
            <a:off x="1390650" y="53149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estima e realiza o trabalho. O Scrum Master facilita o processo.</a:t>
            </a:r>
          </a:p>
        </p:txBody>
      </p:sp>
      <p:sp>
        <p:nvSpPr>
          <p:cNvPr id="15" name="Marcador 3">
            <a:extLst>
              <a:ext uri="{FF2B5EF4-FFF2-40B4-BE49-F238E27FC236}">
                <a16:creationId xmlns:a16="http://schemas.microsoft.com/office/drawing/2014/main" id="{76C456A1-68CF-4C27-8A9E-697E086D9E49}"/>
              </a:ext>
            </a:extLst>
          </p:cNvPr>
          <p:cNvSpPr>
            <a:spLocks noGrp="1"/>
          </p:cNvSpPr>
          <p:nvPr/>
        </p:nvSpPr>
        <p:spPr>
          <a:xfrm>
            <a:off x="781050" y="61245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6" name="Tópico 3">
            <a:extLst>
              <a:ext uri="{FF2B5EF4-FFF2-40B4-BE49-F238E27FC236}">
                <a16:creationId xmlns:a16="http://schemas.microsoft.com/office/drawing/2014/main" id="{51669DCF-5CA3-4D0D-8CC1-30880BDE4278}"/>
              </a:ext>
            </a:extLst>
          </p:cNvPr>
          <p:cNvSpPr>
            <a:spLocks noGrp="1"/>
          </p:cNvSpPr>
          <p:nvPr/>
        </p:nvSpPr>
        <p:spPr>
          <a:xfrm>
            <a:off x="1390650" y="60960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Revisão e retrospectiva</a:t>
            </a:r>
          </a:p>
        </p:txBody>
      </p:sp>
      <p:sp>
        <p:nvSpPr>
          <p:cNvPr id="17" name="Explicação 3">
            <a:extLst>
              <a:ext uri="{FF2B5EF4-FFF2-40B4-BE49-F238E27FC236}">
                <a16:creationId xmlns:a16="http://schemas.microsoft.com/office/drawing/2014/main" id="{4A3C60D7-D6EA-4F73-883B-CB5F5CB27DC6}"/>
              </a:ext>
            </a:extLst>
          </p:cNvPr>
          <p:cNvSpPr>
            <a:spLocks noGrp="1"/>
          </p:cNvSpPr>
          <p:nvPr/>
        </p:nvSpPr>
        <p:spPr>
          <a:xfrm>
            <a:off x="1390650" y="65532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revisão verifica entregas. A retrospectiva melhora a forma de trabalhar.</a:t>
            </a:r>
          </a:p>
        </p:txBody>
      </p:sp>
    </p:spTree>
    <p:extLst>
      <p:ext uri="{BB962C8B-B14F-4D97-AF65-F5344CB8AC3E}">
        <p14:creationId xmlns:p14="http://schemas.microsoft.com/office/powerpoint/2010/main" val="99129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ção">
            <a:extLst>
              <a:ext uri="{FF2B5EF4-FFF2-40B4-BE49-F238E27FC236}">
                <a16:creationId xmlns:a16="http://schemas.microsoft.com/office/drawing/2014/main" id="{6D2BAAA3-44A8-4B0D-9CD0-D449849073B6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5.2 BENEFÍCIOS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09EB31FE-235E-47D5-858E-C5B963257D8A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Benefícios para escopo e tempo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E6E3170A-0751-4026-AECF-983C8CD73D75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264552A-F9EB-4D46-A332-EDB340824DD8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7E15B426-0857-4470-9E6A-7B64CDDB0BCF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52EE7991-EBEE-4947-8944-CA4F70CD29FB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C5B87562-DF27-4CE5-B893-6521C7AEA819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Adaptabilidade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2AA5C43C-B98F-49BF-B26F-A513369CDF49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aprendizado de uma entrega orienta os requisitos das próximas.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51FB5543-950B-4448-B83E-375B2BCE46FA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↔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5B4964FF-5D6A-4EDB-BE8F-7AB861FCB55F}"/>
              </a:ext>
            </a:extLst>
          </p:cNvPr>
          <p:cNvSpPr>
            <a:spLocks noGrp="1"/>
          </p:cNvSpPr>
          <p:nvPr/>
        </p:nvSpPr>
        <p:spPr>
          <a:xfrm>
            <a:off x="1390650" y="3619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Feedback contínuo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73433980-86DA-4D0D-A550-4D45392B2FDD}"/>
              </a:ext>
            </a:extLst>
          </p:cNvPr>
          <p:cNvSpPr>
            <a:spLocks noGrp="1"/>
          </p:cNvSpPr>
          <p:nvPr/>
        </p:nvSpPr>
        <p:spPr>
          <a:xfrm>
            <a:off x="1390650" y="4076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Acompanhamento diário e revisão aproximam entrega e expectativa.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6EA159DF-1235-4C37-BBC6-7087F39B0B58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91B89B9F-1CB8-4EE9-B480-94299528EBFB}"/>
              </a:ext>
            </a:extLst>
          </p:cNvPr>
          <p:cNvSpPr>
            <a:spLocks noGrp="1"/>
          </p:cNvSpPr>
          <p:nvPr/>
        </p:nvSpPr>
        <p:spPr>
          <a:xfrm>
            <a:off x="1390650" y="48577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Melhoria contínua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40B8E33A-4D92-4048-B9FA-3B08FFE5CA45}"/>
              </a:ext>
            </a:extLst>
          </p:cNvPr>
          <p:cNvSpPr>
            <a:spLocks noGrp="1"/>
          </p:cNvSpPr>
          <p:nvPr/>
        </p:nvSpPr>
        <p:spPr>
          <a:xfrm>
            <a:off x="1390650" y="53149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refinamento atualiza o backlog. A retrospectiva orienta melhorias.</a:t>
            </a:r>
          </a:p>
        </p:txBody>
      </p:sp>
      <p:sp>
        <p:nvSpPr>
          <p:cNvPr id="15" name="Marcador 3">
            <a:extLst>
              <a:ext uri="{FF2B5EF4-FFF2-40B4-BE49-F238E27FC236}">
                <a16:creationId xmlns:a16="http://schemas.microsoft.com/office/drawing/2014/main" id="{1E483516-6435-4F7F-B08F-DE840D28F614}"/>
              </a:ext>
            </a:extLst>
          </p:cNvPr>
          <p:cNvSpPr>
            <a:spLocks noGrp="1"/>
          </p:cNvSpPr>
          <p:nvPr/>
        </p:nvSpPr>
        <p:spPr>
          <a:xfrm>
            <a:off x="781050" y="61245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6" name="Tópico 3">
            <a:extLst>
              <a:ext uri="{FF2B5EF4-FFF2-40B4-BE49-F238E27FC236}">
                <a16:creationId xmlns:a16="http://schemas.microsoft.com/office/drawing/2014/main" id="{4AFDBAC1-EED6-46D4-8D16-10DD2392606C}"/>
              </a:ext>
            </a:extLst>
          </p:cNvPr>
          <p:cNvSpPr>
            <a:spLocks noGrp="1"/>
          </p:cNvSpPr>
          <p:nvPr/>
        </p:nvSpPr>
        <p:spPr>
          <a:xfrm>
            <a:off x="1390650" y="60960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Entrega contínua de valor</a:t>
            </a:r>
          </a:p>
        </p:txBody>
      </p:sp>
      <p:sp>
        <p:nvSpPr>
          <p:cNvPr id="17" name="Explicação 3">
            <a:extLst>
              <a:ext uri="{FF2B5EF4-FFF2-40B4-BE49-F238E27FC236}">
                <a16:creationId xmlns:a16="http://schemas.microsoft.com/office/drawing/2014/main" id="{BDDC8D70-E1D7-4673-91D4-11CEF8343658}"/>
              </a:ext>
            </a:extLst>
          </p:cNvPr>
          <p:cNvSpPr>
            <a:spLocks noGrp="1"/>
          </p:cNvSpPr>
          <p:nvPr/>
        </p:nvSpPr>
        <p:spPr>
          <a:xfrm>
            <a:off x="1390650" y="65532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Incrementos utilizáveis permitem realizar benefícios durante o projeto.</a:t>
            </a:r>
          </a:p>
        </p:txBody>
      </p:sp>
    </p:spTree>
    <p:extLst>
      <p:ext uri="{BB962C8B-B14F-4D97-AF65-F5344CB8AC3E}">
        <p14:creationId xmlns:p14="http://schemas.microsoft.com/office/powerpoint/2010/main" val="850251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">
            <a:extLst>
              <a:ext uri="{FF2B5EF4-FFF2-40B4-BE49-F238E27FC236}">
                <a16:creationId xmlns:a16="http://schemas.microsoft.com/office/drawing/2014/main" id="{B534EC7F-0FA5-4EFC-A816-88FE33ED28B2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Os seis princípios do Scrum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4A7F136-89F7-4DD5-B98C-3DBE767F6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47943" y="1066800"/>
            <a:ext cx="6944113" cy="6953250"/>
          </a:xfrm>
          <a:prstGeom prst="rect">
            <a:avLst/>
          </a:prstGeom>
        </p:spPr>
      </p:pic>
      <p:sp>
        <p:nvSpPr>
          <p:cNvPr id="3" name="Número">
            <a:extLst>
              <a:ext uri="{FF2B5EF4-FFF2-40B4-BE49-F238E27FC236}">
                <a16:creationId xmlns:a16="http://schemas.microsoft.com/office/drawing/2014/main" id="{CE8BE02C-06E4-44B0-B3D5-E25B42B86381}"/>
              </a:ext>
            </a:extLst>
          </p:cNvPr>
          <p:cNvSpPr>
            <a:spLocks noGrp="1"/>
          </p:cNvSpPr>
          <p:nvPr/>
        </p:nvSpPr>
        <p:spPr>
          <a:xfrm>
            <a:off x="13811250" y="810577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478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C3137103-AAC5-45FF-A443-2DBE5A83D6DF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5.4 ASPECTOS GERAIS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391793BA-1CA1-4311-9814-7188B255FA50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Justificativa de negócio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5791DE39-0982-4495-BF2A-28AD2DA85FA4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BE1335-43C9-4ADC-860C-B01C0600183D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D2A345FB-AF0A-48DC-A15E-FCD9BF4FF220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83DE5532-8F73-4312-9795-15B3C5019403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C40E4FFE-E4DE-40EC-8DCC-9EAB5C1ABD78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Necessidade e viabilidade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778B8993-D202-4201-9BF8-98CBF49F85D4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organização avalia por que deve investir e quais benefícios espera.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98461D22-5F74-4129-879D-8F13AB4967BD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BC6FFDA6-F927-437A-A8BF-8A00A4300D79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Resultados incertos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7FA7AFB8-A272-4A27-929B-077B0B75F30D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Entregas antecipadas ajudam a demonstrar a contribuição do projeto.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7F15D82C-E938-4B6A-AB1C-AAA2C20711AF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E24BF208-5F42-402C-98C8-8BDC3078D45B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Decisão ao longo do trabalho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C5FC5B94-8B8B-46B3-BAB5-0F795D9A7DE4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Mudanças na justificativa podem exigir a revisão de objetivos e prioridades.</a:t>
            </a:r>
          </a:p>
        </p:txBody>
      </p:sp>
    </p:spTree>
    <p:extLst>
      <p:ext uri="{BB962C8B-B14F-4D97-AF65-F5344CB8AC3E}">
        <p14:creationId xmlns:p14="http://schemas.microsoft.com/office/powerpoint/2010/main" val="133005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ção">
            <a:extLst>
              <a:ext uri="{FF2B5EF4-FFF2-40B4-BE49-F238E27FC236}">
                <a16:creationId xmlns:a16="http://schemas.microsoft.com/office/drawing/2014/main" id="{BB48E84C-9453-4320-B301-8B9A148DDB02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5.4 ASPECTOS GERAIS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02C07F1A-B5E5-4CCE-8D17-D1BD850B200F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Entrega orientada a valor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E92DD74F-5BC4-42FF-8050-5885CC26EE7B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D902C7F0-E964-4611-AE4B-3906A5BCC15A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0854198B-0441-4E3A-9860-E28038B6F485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D49F50-9B4B-4813-8973-BF127EF6E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5562" y="2809875"/>
            <a:ext cx="14488876" cy="3089274"/>
          </a:xfrm>
          <a:prstGeom prst="rect">
            <a:avLst/>
          </a:prstGeom>
        </p:spPr>
      </p:pic>
      <p:sp>
        <p:nvSpPr>
          <p:cNvPr id="7" name="Legenda">
            <a:extLst>
              <a:ext uri="{FF2B5EF4-FFF2-40B4-BE49-F238E27FC236}">
                <a16:creationId xmlns:a16="http://schemas.microsoft.com/office/drawing/2014/main" id="{71B253E7-825D-4E64-A3C8-E74DD03C6D3F}"/>
              </a:ext>
            </a:extLst>
          </p:cNvPr>
          <p:cNvSpPr>
            <a:spLocks noGrp="1"/>
          </p:cNvSpPr>
          <p:nvPr/>
        </p:nvSpPr>
        <p:spPr>
          <a:xfrm>
            <a:off x="762000" y="7648575"/>
            <a:ext cx="13716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Figura 5.3 da página. A sequência relaciona prioridade, feedback e valor antecipado.</a:t>
            </a:r>
          </a:p>
        </p:txBody>
      </p:sp>
    </p:spTree>
    <p:extLst>
      <p:ext uri="{BB962C8B-B14F-4D97-AF65-F5344CB8AC3E}">
        <p14:creationId xmlns:p14="http://schemas.microsoft.com/office/powerpoint/2010/main" val="749515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0977318E-8044-49E5-9626-8663DFBE6289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5.4 ASPECTOS GERAIS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5AE0B183-1F63-4D31-9558-6EA4FC48FF13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Mudanças e controle do escopo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EE79BA5F-5310-4B6B-9E12-57A5D43EC001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CDA44E89-074C-4936-A4BE-C1F5BEEAA2B9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E60CF38B-6F39-4786-9662-DFF0D4FA888C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5FC62617-F189-43A2-BEB7-4FC4D085C1DF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8C3CB0AC-5D62-437E-AE5E-921B3173B60F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Necessidades se esclarecem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81721FCD-5593-4EE4-9AC9-EAB35040DF8E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Clientes e usuários podem rever o que precisam durante o projeto.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C07C2ED7-79F0-40E3-B3C7-170390117BFF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≡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9B00139C-3200-4406-AD76-836C19E8C072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O backlog incorpora aprendizado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5435B34B-FEB3-488A-9B46-A1A899EC53DB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Novas solicitações entram na avaliação e na ordenação do trabalho.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E0D0FB70-E5AE-4A6B-8CA2-A41FA7218BFB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E0AE5264-8CE3-4CF5-A014-359195180DDF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 Sprint exige negociação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802210C1-B0A6-4C60-BE85-F2A434A7154B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Objetivo, capacidade e limite de tempo orientam qualquer ajuste no ciclo.</a:t>
            </a:r>
          </a:p>
        </p:txBody>
      </p:sp>
    </p:spTree>
    <p:extLst>
      <p:ext uri="{BB962C8B-B14F-4D97-AF65-F5344CB8AC3E}">
        <p14:creationId xmlns:p14="http://schemas.microsoft.com/office/powerpoint/2010/main" val="1926166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EA0452EF-E7F2-48F5-B911-857E93151D34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8480382F-EB75-4DA7-B8A1-E6823CCFD9A8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 i="1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Product Backlog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C7DC4CB6-9989-46AA-960F-D93BAA3C8464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8A784394-7F07-4135-A8B7-5DAFED4DA489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81B8F068-875A-45D2-821A-CC77D0EA3881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9830173D-A9D4-4485-BBA5-4C4CA2C7852B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46914A67-AD8F-4C6A-ADF7-E160C609F6C4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Valor como orientação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EB21A643-0B8E-497F-8E10-2598A3FB58B9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decomposição do produto ajuda a identificar entregas úteis ao cliente.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409E64C7-E365-4D83-84F6-50D8A8BF97AC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≡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4660D155-2737-411F-AAAD-29BEB6DFB203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Lista ordenada e evolutiva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B7DAEFE4-7537-4846-ADD1-E17311B57AB8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backlog reúne o trabalho necessário para melhorar o produto.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58C8102C-B183-479A-8E32-E6B34127F161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336AA7DF-93F4-41EB-BD01-AE723213E710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Refinamento contínuo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11A0BC20-5180-4A8D-BD90-B2B5427006B6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Os itens recebem maior detalhe e podem se dividir conforme a execução se aproxima.</a:t>
            </a:r>
          </a:p>
        </p:txBody>
      </p:sp>
    </p:spTree>
    <p:extLst>
      <p:ext uri="{BB962C8B-B14F-4D97-AF65-F5344CB8AC3E}">
        <p14:creationId xmlns:p14="http://schemas.microsoft.com/office/powerpoint/2010/main" val="7540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ção">
            <a:extLst>
              <a:ext uri="{FF2B5EF4-FFF2-40B4-BE49-F238E27FC236}">
                <a16:creationId xmlns:a16="http://schemas.microsoft.com/office/drawing/2014/main" id="{5435992A-CE87-4844-A172-D05BC160C0FB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C7F11A03-7C7B-448E-A297-2DE4B5543199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História de usuário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E55A6779-2CD4-4AD2-A017-D159C1F260AB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C14EA2CF-BD18-4EE7-AC48-FA275BFC7D4F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4089563D-F2DF-445C-B7F3-67BF1B7E8850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98C47C-3A10-45A0-98DC-C597C02EA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4750" y="2435225"/>
            <a:ext cx="6953250" cy="4635500"/>
          </a:xfrm>
          <a:prstGeom prst="rect">
            <a:avLst/>
          </a:prstGeom>
        </p:spPr>
      </p:pic>
      <p:sp>
        <p:nvSpPr>
          <p:cNvPr id="7" name="Conceito">
            <a:extLst>
              <a:ext uri="{FF2B5EF4-FFF2-40B4-BE49-F238E27FC236}">
                <a16:creationId xmlns:a16="http://schemas.microsoft.com/office/drawing/2014/main" id="{1890C298-1CD3-4D50-AAE8-568336B638C3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55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Expressa uma necessidade na perspectiva de quem utiliza o produto.</a:t>
            </a:r>
          </a:p>
        </p:txBody>
      </p:sp>
      <p:sp>
        <p:nvSpPr>
          <p:cNvPr id="8" name="Modelo">
            <a:extLst>
              <a:ext uri="{FF2B5EF4-FFF2-40B4-BE49-F238E27FC236}">
                <a16:creationId xmlns:a16="http://schemas.microsoft.com/office/drawing/2014/main" id="{C64C6526-A26F-476F-8D2F-FC355A365733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6191250" cy="1352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55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Como [persona], quero [realizar algo], para [obter um benefício].</a:t>
            </a:r>
          </a:p>
        </p:txBody>
      </p:sp>
      <p:sp>
        <p:nvSpPr>
          <p:cNvPr id="9" name="Exemplo">
            <a:extLst>
              <a:ext uri="{FF2B5EF4-FFF2-40B4-BE49-F238E27FC236}">
                <a16:creationId xmlns:a16="http://schemas.microsoft.com/office/drawing/2014/main" id="{154F3D3B-ED4E-4B96-934F-E3CD25B18883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619125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Como Ana, quero receber a confirmação da inscrição para saber que minha vaga está reservada.</a:t>
            </a:r>
          </a:p>
        </p:txBody>
      </p:sp>
    </p:spTree>
    <p:extLst>
      <p:ext uri="{BB962C8B-B14F-4D97-AF65-F5344CB8AC3E}">
        <p14:creationId xmlns:p14="http://schemas.microsoft.com/office/powerpoint/2010/main" val="242239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596E287C-5E81-4F69-92DC-1CE10FFC3598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8181398F-063C-4912-B4D2-F90722955BCB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Persona e critérios de aceitação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52A1C449-CC71-4C68-87C3-8ACC30EACFFD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38C50AF6-F147-48D3-9117-B07513FE684E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7DB1052C-404A-4354-BFFD-67EBAEA08F3A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EE6E8188-564A-402E-B08A-CDD340872461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E736EE43-1192-4BA9-8BC2-89FA5B6160C0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Persona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A946201C-3C88-4AA4-833F-B9400FE2B350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Ana se inscreve em eventos pelo celular e precisa confirmar sua reserva.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8D6A8E4C-AD78-4651-A148-AC3437A3FA3A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9A5B495D-2296-41AE-B347-FB13E9BC3E2D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Critérios verificáveis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FB07282E-BE6C-4094-8894-3F1EDE16B365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Uma inscrição válida deve gerar confirmação com evento e participante.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3A4A8B65-5ED1-47B0-964C-997225A82AB2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5A5D59D2-BCC9-43C5-8342-C363F41FC3ED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Condição de indisponibilidade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E4FCB7FF-B85F-48BB-A72F-AFB3BE4AC662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Se as vagas acabarem, o sistema informa a situação e não confirma reserva.</a:t>
            </a:r>
          </a:p>
        </p:txBody>
      </p:sp>
    </p:spTree>
    <p:extLst>
      <p:ext uri="{BB962C8B-B14F-4D97-AF65-F5344CB8AC3E}">
        <p14:creationId xmlns:p14="http://schemas.microsoft.com/office/powerpoint/2010/main" val="106585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1AA88B9F-23B0-4871-BF1C-584BFF598D79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B7BF77C9-D5D4-4031-8919-7AC625D44C84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Épicos, histórias e tarefas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60380E61-5FC2-4FC9-B889-B1DF72B055A2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6C7EB908-69E8-4039-A78B-5D448524DA6F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286441BD-5247-4784-933E-9803B3D3D78B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EF6E68FB-7F23-4E98-BD98-9024D3F89FDE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093E5A27-F863-433E-965E-7BE15F5AF6F1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Épico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69E68D60-B61C-459D-8DD0-F27C2DBA8535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Uma necessidade ampla, grande demais para uma única Sprint.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F97401AD-8637-49C4-8ED3-E657220BFE0F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307B70AC-068E-4514-9CF9-07E5CA0E5C6B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Histórias menores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91B6B6C5-E3BA-47EC-ADFE-10BD93913A6C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épico de gerenciar a participação pode originar inscrição e cancelamento.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17763DFC-CF68-41D1-A132-D9A9AF56232D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8510F4F9-2755-459D-BDFA-3EEBD1C6CD68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9246E069-240F-4FC3-9AFC-F33E722F6C57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Descrevem o trabalho para realizar uma história, como implementar uma validação.</a:t>
            </a:r>
          </a:p>
        </p:txBody>
      </p:sp>
    </p:spTree>
    <p:extLst>
      <p:ext uri="{BB962C8B-B14F-4D97-AF65-F5344CB8AC3E}">
        <p14:creationId xmlns:p14="http://schemas.microsoft.com/office/powerpoint/2010/main" val="1247696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ção">
            <a:extLst>
              <a:ext uri="{FF2B5EF4-FFF2-40B4-BE49-F238E27FC236}">
                <a16:creationId xmlns:a16="http://schemas.microsoft.com/office/drawing/2014/main" id="{38C2739B-49AE-4D70-8C4F-3EEA426E3616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6D8D8F4D-C9A0-4797-92CD-B13619A91ECA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Processos abordados no capítulo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243087B6-972F-4531-AFC3-EEF09CCF19BC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59713785-A10B-4F0F-8AC4-1AAC918B1AD7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8F85D7AF-8916-4812-920E-770D162C51C0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54E14C-7A72-4350-B40A-160C389D5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45594" y="2143125"/>
            <a:ext cx="9548813" cy="5429250"/>
          </a:xfrm>
          <a:prstGeom prst="rect">
            <a:avLst/>
          </a:prstGeom>
        </p:spPr>
      </p:pic>
      <p:sp>
        <p:nvSpPr>
          <p:cNvPr id="7" name="Legenda">
            <a:extLst>
              <a:ext uri="{FF2B5EF4-FFF2-40B4-BE49-F238E27FC236}">
                <a16:creationId xmlns:a16="http://schemas.microsoft.com/office/drawing/2014/main" id="{CA67F32D-881B-4153-844B-005E9548729B}"/>
              </a:ext>
            </a:extLst>
          </p:cNvPr>
          <p:cNvSpPr>
            <a:spLocks noGrp="1"/>
          </p:cNvSpPr>
          <p:nvPr/>
        </p:nvSpPr>
        <p:spPr>
          <a:xfrm>
            <a:off x="762000" y="7648575"/>
            <a:ext cx="13716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Figura 5.4 da página. Sequência didática baseada no SBOK de 2016.</a:t>
            </a:r>
          </a:p>
        </p:txBody>
      </p:sp>
    </p:spTree>
    <p:extLst>
      <p:ext uri="{BB962C8B-B14F-4D97-AF65-F5344CB8AC3E}">
        <p14:creationId xmlns:p14="http://schemas.microsoft.com/office/powerpoint/2010/main" val="36532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BBB36A24-FEE0-45CB-B71F-C3D0F610ED4D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1607CD69-10C0-4C6C-B03E-82AFC389229D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1. Criar o Product Backlog priorizado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B133D9DA-1F5C-4B95-A1F1-A379124585C9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D61C7097-BA3A-474A-BD61-7CF320717B74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5FE5994E-2EA0-4C40-B12C-A3FE3F105ED6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ADB56363-FFEC-4A03-8183-CB87C0BBF0E7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≡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2B6865A5-8BB2-49EA-B020-BF76F8292C1F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Refinar e ordenar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9318D455-6C86-42F7-8E56-61C61B86DEA5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visão e os épicos orientam a lista priorizada de necessidades.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7DC2FD41-33ED-4359-B9F4-A73F256A92FA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62DB109A-533E-474B-A4F0-BEE80C21B97A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Definir conclusão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B9177F66-CAC5-423E-ADCB-85B2E66C3885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Critérios de conclusão indicam as condições que o trabalho deve cumprir.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2BC9CA46-0269-496C-A6E0-FC043078036D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944D1758-087A-499A-B3A8-AD3D18087BB5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Detalhar progressivamente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F5D652B7-8872-42A6-B1B0-369D02344D0A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Itens próximos da execução recebem mais clareza e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945554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8C240882-A413-4C09-9248-DD4DE9A1E757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A4E05506-6887-49B8-901C-6284C1437A82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2. Criar histórias de usuário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E923242D-E12E-4BB6-8F8A-4C0E73BD865C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0A39DB-57C3-457C-AF29-5CB461F78024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0632B2FA-341F-4C08-ADF5-391083042A40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7FB363A5-668F-4F0B-8DFA-F4350FD0ECB3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AC1ABCD3-B3D1-41CA-A9BE-6266443CAAB2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Representar a necessidade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77E5DACD-3BB6-4FB5-A615-5DE64DF8A643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usuário, o resultado desejado e o benefício dão sentido à história.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6C1C90B4-D9D6-4A43-82D9-44C9635B3E2E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↔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F78E7D7A-F065-4E0C-AB1F-615E62A298DC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Esclarecer pela conversa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078AEDBC-6AC9-4EF5-A80F-636EA2381F72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Product Owner e equipe discutem o que precisa ser entregue.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AB05BBD6-E014-4C93-B331-4842EAA3C784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C027E6D1-9B73-4DC8-819F-CE7FD415FBBA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Definir aceitação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805EB75F-ECF4-4639-80F4-1483A25CA654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Critérios permitem verificar se a história atende ao esperado.</a:t>
            </a:r>
          </a:p>
        </p:txBody>
      </p:sp>
    </p:spTree>
    <p:extLst>
      <p:ext uri="{BB962C8B-B14F-4D97-AF65-F5344CB8AC3E}">
        <p14:creationId xmlns:p14="http://schemas.microsoft.com/office/powerpoint/2010/main" val="363470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54E73D9C-2FB6-4F18-A0A7-1483570972AE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CC27002E-ADF8-4C84-8844-406AAA98716C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3. Aprovar e estimar histórias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89022A5C-AD44-4376-90B6-82AFFB42E022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9039E874-FDA9-4764-905E-83DDD296B9CA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50D45501-6611-4542-A114-7BEDFF734331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725F6841-6E1D-4ED6-BDA9-02EC9FF5D600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2CC26B2A-14D6-46DF-92FA-65D4E2F020A9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Aprovar para planejamento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78AC9215-6743-4B69-9EE8-6AFDA10BFCBD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Product Owner considera as histórias prioritárias para a Sprint.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6775F1C1-B442-4567-8D39-33FAF9B2D1B6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9359588C-05FC-4C47-9DEA-20857422C34E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Estimar o esforço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1866CD0E-395B-4D31-8800-746195DC9FA9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avalia o trabalho necessário e suas incertezas.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431D0BEF-A738-4476-BE14-781A1031EA24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1C1EF4B7-F636-40C3-BF53-BE9E68AFD211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Assumir o trabalho viável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697AC4CF-E36E-4B91-938C-4A888C78B315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seleção considera capacidade, dependências e o objetivo da Sprint.</a:t>
            </a:r>
          </a:p>
        </p:txBody>
      </p:sp>
    </p:spTree>
    <p:extLst>
      <p:ext uri="{BB962C8B-B14F-4D97-AF65-F5344CB8AC3E}">
        <p14:creationId xmlns:p14="http://schemas.microsoft.com/office/powerpoint/2010/main" val="1767523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266E1E3A-D8F6-42B0-94FE-BA1931E66862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22AC9D58-CAFC-4AD0-A799-2586E284FC67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4. Criar tarefas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3C7E2310-FE0E-458E-8B79-3E724D4ACCD4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60E11169-9FAA-4FDA-ACDB-3B22940B47EE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D986A9C6-DC66-4C3F-929A-3907497DC244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BDB4FCEB-2BC0-4CE4-B07A-C4DCF2A2E79E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B5F41B3C-D76D-4A7C-913C-1C685CE99309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Decompor as histórias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B432A53B-70E5-4D69-8E66-45006870D8FB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identifica o trabalho necessário para cumprir os critérios.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4437AAF0-6EFA-4664-A141-4A2D858021E0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10CAB62C-BFC2-465D-A832-DDE1F48A391F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Tornar dependências visíveis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4792D679-E600-420B-929B-09C1D86E5FAE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sequência e os impedimentos ajudam a organizar a execução.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60445BF8-065A-4F6D-B03B-508753E5DBE9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ECE3DCD1-AF6D-42DB-A91D-D5FDB0FF2A9D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Exemplo de inscrição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AA6E247D-FEF4-4B24-80CB-1E38B29973D9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Definir campos, implementar o formulário e verificar a lotação.</a:t>
            </a:r>
          </a:p>
        </p:txBody>
      </p:sp>
    </p:spTree>
    <p:extLst>
      <p:ext uri="{BB962C8B-B14F-4D97-AF65-F5344CB8AC3E}">
        <p14:creationId xmlns:p14="http://schemas.microsoft.com/office/powerpoint/2010/main" val="1944317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F1DDAA52-1C61-43E0-856A-8F5E6A5EC698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AFF9FAAD-F458-4D53-BF28-6052CC936A8C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5. Estimar tarefas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53026DBB-7458-4E7C-9183-F28BDEB9E2C4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E67166-2018-4AA9-B7BB-2D34583D5D94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4352FD2E-D969-4EFD-B0F9-80A4FFDF1376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059C0033-E7AC-4E24-89F1-B95CEAEAFE7C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37D0D0F2-D62F-4B69-9C29-A2AC6C012FEE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Avaliar o esforço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61A72910-65B2-43F9-91E4-5D7F1540B023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As estimativas usam o conhecimento de quem executará o trabalho.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F52477AC-86B9-4CE3-B85F-F8A230650175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1509F89A-832F-43EE-B32D-6CAC3AE124B1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Considerar disponibilidade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38CF6A05-9477-408D-9F10-F0E0DF62AA2E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Recursos e dependências influenciam a duração.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6928BC9A-B757-492E-BD9E-C56B2070362C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487DFB5F-CFBE-477A-9F5C-41441C6A6C28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Rever a seleção quando necessário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53D413A7-0F9E-4916-A654-196FBC99CE9B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Se o trabalho não couber no ciclo, a equipe negocia o que realizar.</a:t>
            </a:r>
          </a:p>
        </p:txBody>
      </p:sp>
    </p:spTree>
    <p:extLst>
      <p:ext uri="{BB962C8B-B14F-4D97-AF65-F5344CB8AC3E}">
        <p14:creationId xmlns:p14="http://schemas.microsoft.com/office/powerpoint/2010/main" val="1053205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2452C0A3-D0E2-4B4B-9FF9-C382E9DCE43A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43908462-6443-4829-B081-F03198CADF1E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6. Criar o Sprint Backlog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A99BB53D-D7B6-4C4B-B320-4E75EB1C42F1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7A80482B-129A-4C46-893B-F7ACFA70BE84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19D8ADCA-A033-4604-83D3-CF1CDF38A9ED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9B19C409-61CE-4C37-A13D-B5C05F67768C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4F81E9FA-5D10-4EEC-A1BD-80CEF7309FCB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Objetivo da Sprint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A83B9056-8A84-4CD7-B408-183E198BDB53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Define o resultado que orienta o ciclo.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1A1A46B7-FECD-4EB2-95DD-8ED5D8D47BA7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≡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DC1601ED-0659-4086-8B24-F2CF967F7BEF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Trabalho selecionado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EDD3F131-B43A-4228-845C-E079CD129317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Histórias e tarefas refletem as prioridades e a capacidade disponível.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38735E0E-D926-495A-959D-2CF0D60F4187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58D33B1E-450A-4E17-93E3-A0B44CE1ADB9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Plano de execução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E2C81AD7-7D67-4CA6-AA06-D528E42F45C4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organiza como desenvolver e verificar o incremento.</a:t>
            </a:r>
          </a:p>
        </p:txBody>
      </p:sp>
    </p:spTree>
    <p:extLst>
      <p:ext uri="{BB962C8B-B14F-4D97-AF65-F5344CB8AC3E}">
        <p14:creationId xmlns:p14="http://schemas.microsoft.com/office/powerpoint/2010/main" val="2126127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C581ACD3-5795-4596-B395-B9966B7336AB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5.5 PROCESSOS DO SCRUM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15BB1368-31BF-4719-848D-3C3D9AA978C1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Continuidade do planejamento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058B3A6E-193B-4F13-B32A-FD184D965334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14CBC99A-C8AB-4D50-ABFC-DA7487D8C82F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2545DF28-166B-4E45-BE91-CA166579A7AD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63E6D843-A8C3-4A1E-B733-A9049793AB14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D16CB69A-A5DC-432B-A5FC-92C7ED5B7146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Planejamento de releases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05B9467F-50FA-4634-95C8-82B181DB2C82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Organiza a previsão de disponibilizações e a duração das Sprints.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219731B4-F495-4363-B77E-3006ACF4671E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DF50E022-06D3-4554-8AC7-E09A275DE21C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Execução e acompanhamento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1319EF9E-2CA2-41EC-A201-83936D6F3A47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cria entregas e torna progresso e impedimentos visíveis.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524F534F-1831-43E5-BB1B-2E87B3BC8154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F30116BF-7D69-46DD-A0F2-694D78E80675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Aprendizado para o próximo ciclo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02C4452B-F65C-4980-B8AF-A78C36624ADF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Revisão, retrospectiva e refinamento orientam as próximas decisões.</a:t>
            </a:r>
          </a:p>
        </p:txBody>
      </p:sp>
    </p:spTree>
    <p:extLst>
      <p:ext uri="{BB962C8B-B14F-4D97-AF65-F5344CB8AC3E}">
        <p14:creationId xmlns:p14="http://schemas.microsoft.com/office/powerpoint/2010/main" val="1555279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ção">
            <a:extLst>
              <a:ext uri="{FF2B5EF4-FFF2-40B4-BE49-F238E27FC236}">
                <a16:creationId xmlns:a16="http://schemas.microsoft.com/office/drawing/2014/main" id="{2A732EDE-5EB0-460B-AC62-8F94F2E79D58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5.6 PRIORIZAÇÃO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19A68893-3B6B-45D8-8F94-132C248E0456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Critérios para priorizar o backlog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EF850DEC-D7E1-45DB-A060-48CBF05419D9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8A6AA56F-D86D-4A28-8D39-BCF0E60355C5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0AD1044F-CEAD-422E-8070-6878B83D01A1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AC81B09-7DAF-4A84-8E95-781A1B8EF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6354" y="2586038"/>
            <a:ext cx="13647292" cy="4543425"/>
          </a:xfrm>
          <a:prstGeom prst="rect">
            <a:avLst/>
          </a:prstGeom>
        </p:spPr>
      </p:pic>
      <p:sp>
        <p:nvSpPr>
          <p:cNvPr id="7" name="Legenda">
            <a:extLst>
              <a:ext uri="{FF2B5EF4-FFF2-40B4-BE49-F238E27FC236}">
                <a16:creationId xmlns:a16="http://schemas.microsoft.com/office/drawing/2014/main" id="{DD6B8752-8AD1-41FB-99B8-6E1A7EFE16DD}"/>
              </a:ext>
            </a:extLst>
          </p:cNvPr>
          <p:cNvSpPr>
            <a:spLocks noGrp="1"/>
          </p:cNvSpPr>
          <p:nvPr/>
        </p:nvSpPr>
        <p:spPr>
          <a:xfrm>
            <a:off x="762000" y="7648575"/>
            <a:ext cx="13716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Figura 5.5 da página. Valor, risco ou incerteza e dependência orientam a prioridade.</a:t>
            </a:r>
          </a:p>
        </p:txBody>
      </p:sp>
    </p:spTree>
    <p:extLst>
      <p:ext uri="{BB962C8B-B14F-4D97-AF65-F5344CB8AC3E}">
        <p14:creationId xmlns:p14="http://schemas.microsoft.com/office/powerpoint/2010/main" val="46710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64039D22-30C8-4A37-9E69-8024688FF86D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5.6 PRIORIZAÇÃO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7D43C326-5B8C-47C6-B4B3-04C8473C1A58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Valor, risco e dependência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7E3344DB-D1AC-4AD5-8CB3-D980DC298F84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E6AA2849-77EC-4442-8E37-2ABCAFCE1158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6B19A659-9B71-4885-9615-208BCD292A03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E5125520-CC4A-433D-BA0D-7543B96DCEB9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E7F595B4-AEE4-4FD9-83FF-BA290AEFDF40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Valor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9C7800BC-72AE-4215-A3B9-559F81C09BF3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Importância atribuída pelo cliente. A escala deve permitir ordenar os itens.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1E732267-94CF-4C38-8D7E-DE60F5699E26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3B3BDC76-4D35-4D26-8111-0DDA4CFC7CD3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Risco ou incerteza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92F41205-E63A-45EE-A794-9E69029833F6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Grau de incerteza sobre a capacidade de desenvolver o componente.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D4403653-92C3-4A72-AA08-BCACBBBB7057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95BCB76C-A3D5-41E6-A3A1-841B5B3B733D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Dependência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C29B3784-223F-4358-AA5F-5D5639BD13DC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Necessidade de entregar outro componente previamente.</a:t>
            </a:r>
          </a:p>
        </p:txBody>
      </p:sp>
    </p:spTree>
    <p:extLst>
      <p:ext uri="{BB962C8B-B14F-4D97-AF65-F5344CB8AC3E}">
        <p14:creationId xmlns:p14="http://schemas.microsoft.com/office/powerpoint/2010/main" val="323048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ção">
            <a:extLst>
              <a:ext uri="{FF2B5EF4-FFF2-40B4-BE49-F238E27FC236}">
                <a16:creationId xmlns:a16="http://schemas.microsoft.com/office/drawing/2014/main" id="{12C9835E-E168-4F64-AFCC-3A9DA9D0200F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5.7 TIME-BOXING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B883E50D-F4E2-4E38-B1BD-EA2317121133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Limites de tempo no Scrum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E17B1073-846B-400B-8BB2-16E5C58EE5B8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4786380F-648B-4751-862E-B74D131B3A95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3E737887-419D-404D-90EB-4552BE9CC5FE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34C96FD5-5307-40C2-847B-4D06A56BC5AE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41CEB326-C6C9-4A50-9E77-14707AC46DC9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Tempo como restrição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3777B82C-42AB-4A9D-BE69-4BC3EB0B21CC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ciclo ou a atividade recebe uma duração definida.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F3377302-8EE2-4674-B3BA-23D336FF4F22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F5CE840B-5513-4637-8C82-B54B8A5D0509}"/>
              </a:ext>
            </a:extLst>
          </p:cNvPr>
          <p:cNvSpPr>
            <a:spLocks noGrp="1"/>
          </p:cNvSpPr>
          <p:nvPr/>
        </p:nvSpPr>
        <p:spPr>
          <a:xfrm>
            <a:off x="1390650" y="3619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Quantidade adequada de trabalho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8A1C1814-CC44-4BDB-B706-6A83215DDA74}"/>
              </a:ext>
            </a:extLst>
          </p:cNvPr>
          <p:cNvSpPr>
            <a:spLocks noGrp="1"/>
          </p:cNvSpPr>
          <p:nvPr/>
        </p:nvSpPr>
        <p:spPr>
          <a:xfrm>
            <a:off x="1390650" y="4076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limite apoia uma seleção compatível com a capacidade.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2D670C2A-1E4D-4EAB-9187-BC0D50608FF9}"/>
              </a:ext>
            </a:extLst>
          </p:cNvPr>
          <p:cNvSpPr>
            <a:spLocks noGrp="1"/>
          </p:cNvSpPr>
          <p:nvPr/>
        </p:nvSpPr>
        <p:spPr>
          <a:xfrm>
            <a:off x="781050" y="48863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EA79EB4A-C14A-4A7F-93D2-33089DE5C7D8}"/>
              </a:ext>
            </a:extLst>
          </p:cNvPr>
          <p:cNvSpPr>
            <a:spLocks noGrp="1"/>
          </p:cNvSpPr>
          <p:nvPr/>
        </p:nvSpPr>
        <p:spPr>
          <a:xfrm>
            <a:off x="1390650" y="48577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Foco no necessário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D6E1A88D-1A2D-44FF-8E63-0A869E9A62BC}"/>
              </a:ext>
            </a:extLst>
          </p:cNvPr>
          <p:cNvSpPr>
            <a:spLocks noGrp="1"/>
          </p:cNvSpPr>
          <p:nvPr/>
        </p:nvSpPr>
        <p:spPr>
          <a:xfrm>
            <a:off x="1390650" y="53149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time-box ajuda a evitar aperfeiçoamentos excessivos.</a:t>
            </a:r>
          </a:p>
        </p:txBody>
      </p:sp>
      <p:sp>
        <p:nvSpPr>
          <p:cNvPr id="15" name="Marcador 3">
            <a:extLst>
              <a:ext uri="{FF2B5EF4-FFF2-40B4-BE49-F238E27FC236}">
                <a16:creationId xmlns:a16="http://schemas.microsoft.com/office/drawing/2014/main" id="{ED6BBC75-3C11-4A04-9555-E323BB3D3592}"/>
              </a:ext>
            </a:extLst>
          </p:cNvPr>
          <p:cNvSpPr>
            <a:spLocks noGrp="1"/>
          </p:cNvSpPr>
          <p:nvPr/>
        </p:nvSpPr>
        <p:spPr>
          <a:xfrm>
            <a:off x="781050" y="61245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6" name="Tópico 3">
            <a:extLst>
              <a:ext uri="{FF2B5EF4-FFF2-40B4-BE49-F238E27FC236}">
                <a16:creationId xmlns:a16="http://schemas.microsoft.com/office/drawing/2014/main" id="{AC1BD3A3-6699-4598-BF49-B345B0CA7F52}"/>
              </a:ext>
            </a:extLst>
          </p:cNvPr>
          <p:cNvSpPr>
            <a:spLocks noGrp="1"/>
          </p:cNvSpPr>
          <p:nvPr/>
        </p:nvSpPr>
        <p:spPr>
          <a:xfrm>
            <a:off x="1390650" y="60960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Aplicação cuidadosa</a:t>
            </a:r>
          </a:p>
        </p:txBody>
      </p:sp>
      <p:sp>
        <p:nvSpPr>
          <p:cNvPr id="17" name="Explicação 3">
            <a:extLst>
              <a:ext uri="{FF2B5EF4-FFF2-40B4-BE49-F238E27FC236}">
                <a16:creationId xmlns:a16="http://schemas.microsoft.com/office/drawing/2014/main" id="{A0BB9BFF-7FA7-4C95-A78A-3D7CE5D4991C}"/>
              </a:ext>
            </a:extLst>
          </p:cNvPr>
          <p:cNvSpPr>
            <a:spLocks noGrp="1"/>
          </p:cNvSpPr>
          <p:nvPr/>
        </p:nvSpPr>
        <p:spPr>
          <a:xfrm>
            <a:off x="1390650" y="65532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Limites arbitrários podem desmotivar e gerar apreensão.</a:t>
            </a:r>
          </a:p>
        </p:txBody>
      </p:sp>
    </p:spTree>
    <p:extLst>
      <p:ext uri="{BB962C8B-B14F-4D97-AF65-F5344CB8AC3E}">
        <p14:creationId xmlns:p14="http://schemas.microsoft.com/office/powerpoint/2010/main" val="648971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">
            <a:extLst>
              <a:ext uri="{FF2B5EF4-FFF2-40B4-BE49-F238E27FC236}">
                <a16:creationId xmlns:a16="http://schemas.microsoft.com/office/drawing/2014/main" id="{1A10B7A7-4261-4A66-B9CB-2752985EEED3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Time-boxes do Scrum (SBOK 2016)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4C0B0D8-B899-452A-83A4-1AAA03D4A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6969" y="1066800"/>
            <a:ext cx="8566062" cy="6953250"/>
          </a:xfrm>
          <a:prstGeom prst="rect">
            <a:avLst/>
          </a:prstGeom>
        </p:spPr>
      </p:pic>
      <p:sp>
        <p:nvSpPr>
          <p:cNvPr id="3" name="Número">
            <a:extLst>
              <a:ext uri="{FF2B5EF4-FFF2-40B4-BE49-F238E27FC236}">
                <a16:creationId xmlns:a16="http://schemas.microsoft.com/office/drawing/2014/main" id="{68AC7614-0EA9-483C-9AF8-AC787AE98F14}"/>
              </a:ext>
            </a:extLst>
          </p:cNvPr>
          <p:cNvSpPr>
            <a:spLocks noGrp="1"/>
          </p:cNvSpPr>
          <p:nvPr/>
        </p:nvSpPr>
        <p:spPr>
          <a:xfrm>
            <a:off x="13811250" y="810577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09248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3BDE7B8A-E6BB-45AF-A708-385FF90690C2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5.7 TIME-BOXING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02EE4F40-6307-48BB-BD96-E742BF3160F5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Planejamento e reunião diária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06BF81A5-AED5-4A5B-B399-8A0116E6D8AE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72E8EC4C-DD4C-4CC9-8533-C46D939CF6C4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F4B63C5A-06C3-42E8-A1C1-4FED72218A9B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8666B4D3-19D2-4111-BFCB-FDC20281D7C1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E0F4BC2D-3CE5-4849-8D1F-87FB11A69AD5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Planejamento da Sprint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66BA7265-1BD3-45FA-B81E-2662DC6F69AC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Primeiro, objetivo e seleção. Depois, como realizar o trabalho.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919735CF-01CC-4BEC-B5E4-232191B5C108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15C59418-68AD-42FF-A3FD-5D47971D1EA7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Reunião diária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5DB37CE7-00BC-428D-8A87-94EE7EEB82BA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Até 15 minutos para compartilhar progresso e impedimentos.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A653CCBD-AFE1-4265-A70B-78BCF07C51C2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AA233227-A3AF-489E-916D-882880ED618E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Perguntas do roteiro de 2016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B7133263-B93D-4AAD-A3A3-D963FCAD3AD5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que concluí ontem? O que concluirei hoje? Quais obstáculos enfrento?</a:t>
            </a:r>
          </a:p>
        </p:txBody>
      </p:sp>
    </p:spTree>
    <p:extLst>
      <p:ext uri="{BB962C8B-B14F-4D97-AF65-F5344CB8AC3E}">
        <p14:creationId xmlns:p14="http://schemas.microsoft.com/office/powerpoint/2010/main" val="1921593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ção">
            <a:extLst>
              <a:ext uri="{FF2B5EF4-FFF2-40B4-BE49-F238E27FC236}">
                <a16:creationId xmlns:a16="http://schemas.microsoft.com/office/drawing/2014/main" id="{B4A9CD52-5850-4325-80B7-0BF19A89B380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5.7 TIME-BOXING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61FCC3DA-7765-4842-8DDF-EA74C24A3891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Revisão e retrospectiva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90AF9307-FAFB-4F68-BC20-6D755687654E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BA3ED723-26B3-470C-AE80-132E6DA7DEDC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676A985C-E3EF-46A0-8A16-D7393B8B8644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5FF31539-4620-47CD-916B-289D2E8A9696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5D4B91D8-49D7-4863-859B-F1602F23A384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Revisão da Sprint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85BB5734-E27F-4FDF-B382-6E75A73FF569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demonstra o incremento. O Product Owner verifica os critérios de aceitação.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9736D38F-3C92-4075-A58D-39D793F8ACB7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756F117D-39D3-403D-A26C-6CDCFEAF5D16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Retrospectiva da Sprint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2E3E5969-0851-41C7-AA49-C11A49F1D13F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examina processos e ferramentas para melhorar o próximo ciclo.</a:t>
            </a:r>
          </a:p>
        </p:txBody>
      </p:sp>
    </p:spTree>
    <p:extLst>
      <p:ext uri="{BB962C8B-B14F-4D97-AF65-F5344CB8AC3E}">
        <p14:creationId xmlns:p14="http://schemas.microsoft.com/office/powerpoint/2010/main" val="1973446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880F31A4-CF36-46AD-A2CD-0CFB3D204578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5.8 DESENVOLVIMENTO ITERATIVO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6AECBD26-DF49-4627-97F2-D108640643C8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Desenvolvimento iterativo do produto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6BC3A72F-0C10-43B1-80F3-49938575551D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A67BAAB0-49E7-4E92-A7E0-A2E916B0F151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4F88A382-B743-46AE-87D1-6E989D26182A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178E4D91-E1F6-411D-B1A0-24153DF41962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8B88D78C-4D75-42A0-8420-CA481BE908EE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Elaboração progressiva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45E80DE4-CF39-4C88-8230-224352814A7E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Épicos se dividem em histórias menores e o backlog recebe novos detalhes.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A084C737-660F-482D-BB73-A93A346C8813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4B4FBBAB-A24B-4B24-BE1D-699C07EC7FA1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Incrementos a cada ciclo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24D49BBE-01E7-4B6A-9679-713CF5578695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desenvolve as entregas selecionadas e verifica sua aceitação.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5E8565FC-19D8-45EA-A744-6B115352DDD3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FE2516F4-7A45-4E7B-8094-AB16BC07420F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Correções de rumo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17BF89E3-FC56-4210-9C5A-8FDDCD840AEA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aprendizado melhora a compreensão do produto e orienta as próximas Sprints.</a:t>
            </a:r>
          </a:p>
        </p:txBody>
      </p:sp>
    </p:spTree>
    <p:extLst>
      <p:ext uri="{BB962C8B-B14F-4D97-AF65-F5344CB8AC3E}">
        <p14:creationId xmlns:p14="http://schemas.microsoft.com/office/powerpoint/2010/main" val="1879049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">
            <a:extLst>
              <a:ext uri="{FF2B5EF4-FFF2-40B4-BE49-F238E27FC236}">
                <a16:creationId xmlns:a16="http://schemas.microsoft.com/office/drawing/2014/main" id="{C092BDE1-01B0-49BE-9A72-C3A02445A36E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2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Valor ainda a entregar ao longo das Sprints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4241D7B-D856-4B8B-BE51-A62FECA7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37638" y="1066800"/>
            <a:ext cx="8164724" cy="6953250"/>
          </a:xfrm>
          <a:prstGeom prst="rect">
            <a:avLst/>
          </a:prstGeom>
        </p:spPr>
      </p:pic>
      <p:sp>
        <p:nvSpPr>
          <p:cNvPr id="3" name="Número">
            <a:extLst>
              <a:ext uri="{FF2B5EF4-FFF2-40B4-BE49-F238E27FC236}">
                <a16:creationId xmlns:a16="http://schemas.microsoft.com/office/drawing/2014/main" id="{F7013745-7AEE-4B5B-AEA9-4DAC218B62D7}"/>
              </a:ext>
            </a:extLst>
          </p:cNvPr>
          <p:cNvSpPr>
            <a:spLocks noGrp="1"/>
          </p:cNvSpPr>
          <p:nvPr/>
        </p:nvSpPr>
        <p:spPr>
          <a:xfrm>
            <a:off x="13811250" y="810577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01790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A5B85B6C-3B34-4CCD-AD6F-71C443DCF961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5.8 DESENVOLVIMENTO ITERATIVO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161E4C71-4D41-4C09-A070-5D98758246FE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 “dívida” de valor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C0687C5A-6415-48A9-9189-28D18E0ABBDC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9F1D445B-F336-42A8-A328-93ECC81E0F4C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5A76C8E0-6C40-48BC-9D2A-E5B55DFFF02F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69888AAB-38E9-4B6A-BEBF-FA34912FA357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344BAA0A-04CA-4C7D-A0A6-ECADD62F5F3D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No início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C1AA4B9E-6A5E-41DE-8297-FA237C1A756A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Todo o valor previsto para o produto ainda está por realizar.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7F57C22B-75ED-40A4-8700-0A2D76F4057B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E9EA2800-32F4-4FE1-AE6B-F5E41D22CABC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A cada entrega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CE54B43B-1946-474D-9CA8-C0978EC0E7B4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cliente reconhece benefícios e o valor ainda pendente diminui.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75E99CDA-15A3-4FA2-941C-1F582DC2AD83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◆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4F13A57A-B06D-4A74-BFD7-7D95ACC056F8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Prioridade e satisfação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5BD119FD-EFA6-4D02-9426-3B90C0F34D6B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As entregas mais relevantes podem produzir benefícios mais cedo.</a:t>
            </a:r>
          </a:p>
        </p:txBody>
      </p:sp>
    </p:spTree>
    <p:extLst>
      <p:ext uri="{BB962C8B-B14F-4D97-AF65-F5344CB8AC3E}">
        <p14:creationId xmlns:p14="http://schemas.microsoft.com/office/powerpoint/2010/main" val="892217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ção">
            <a:extLst>
              <a:ext uri="{FF2B5EF4-FFF2-40B4-BE49-F238E27FC236}">
                <a16:creationId xmlns:a16="http://schemas.microsoft.com/office/drawing/2014/main" id="{FD00F2A1-83F6-4F98-9A81-4CE72F083ACA}"/>
              </a:ext>
            </a:extLst>
          </p:cNvPr>
          <p:cNvSpPr>
            <a:spLocks noGrp="1"/>
          </p:cNvSpPr>
          <p:nvPr/>
        </p:nvSpPr>
        <p:spPr>
          <a:xfrm>
            <a:off x="762000" y="400050"/>
            <a:ext cx="1371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425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5.8 DESENVOLVIMENTO ITERATIVO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08014230-3B37-4383-8F4C-8A4123AF8927}"/>
              </a:ext>
            </a:extLst>
          </p:cNvPr>
          <p:cNvSpPr>
            <a:spLocks noGrp="1"/>
          </p:cNvSpPr>
          <p:nvPr/>
        </p:nvSpPr>
        <p:spPr>
          <a:xfrm>
            <a:off x="762000" y="866775"/>
            <a:ext cx="137160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Revisão das entregas nas próximas Sprints</a:t>
            </a:r>
          </a:p>
        </p:txBody>
      </p:sp>
      <p:sp>
        <p:nvSpPr>
          <p:cNvPr id="3" name="Separador">
            <a:extLst>
              <a:ext uri="{FF2B5EF4-FFF2-40B4-BE49-F238E27FC236}">
                <a16:creationId xmlns:a16="http://schemas.microsoft.com/office/drawing/2014/main" id="{36A15C56-F11C-483B-878D-194ABE1CE66B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13716000" cy="19050"/>
          </a:xfrm>
          <a:prstGeom prst="rect">
            <a:avLst/>
          </a:prstGeom>
          <a:solidFill>
            <a:srgbClr val="3044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DE919094-E677-466B-84B5-A86D123467BC}"/>
              </a:ext>
            </a:extLst>
          </p:cNvPr>
          <p:cNvSpPr>
            <a:spLocks noGrp="1"/>
          </p:cNvSpPr>
          <p:nvPr/>
        </p:nvSpPr>
        <p:spPr>
          <a:xfrm>
            <a:off x="762000" y="8086725"/>
            <a:ext cx="1228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Gestão de escopo e tempo com Scrum</a:t>
            </a:r>
          </a:p>
        </p:txBody>
      </p:sp>
      <p:sp>
        <p:nvSpPr>
          <p:cNvPr id="5" name="Número">
            <a:extLst>
              <a:ext uri="{FF2B5EF4-FFF2-40B4-BE49-F238E27FC236}">
                <a16:creationId xmlns:a16="http://schemas.microsoft.com/office/drawing/2014/main" id="{D8A081E1-7837-43B9-9AB6-5C8C396A7A29}"/>
              </a:ext>
            </a:extLst>
          </p:cNvPr>
          <p:cNvSpPr>
            <a:spLocks noGrp="1"/>
          </p:cNvSpPr>
          <p:nvPr/>
        </p:nvSpPr>
        <p:spPr>
          <a:xfrm>
            <a:off x="13811250" y="8048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00C2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C2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Marcador 0">
            <a:extLst>
              <a:ext uri="{FF2B5EF4-FFF2-40B4-BE49-F238E27FC236}">
                <a16:creationId xmlns:a16="http://schemas.microsoft.com/office/drawing/2014/main" id="{EAAD3E4B-40B7-4165-9CCD-8908FB40F78D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↔</a:t>
            </a:r>
          </a:p>
        </p:txBody>
      </p:sp>
      <p:sp>
        <p:nvSpPr>
          <p:cNvPr id="7" name="Tópico 0">
            <a:extLst>
              <a:ext uri="{FF2B5EF4-FFF2-40B4-BE49-F238E27FC236}">
                <a16:creationId xmlns:a16="http://schemas.microsoft.com/office/drawing/2014/main" id="{4BA7E71A-769F-4B8A-901B-543E1A33DDB3}"/>
              </a:ext>
            </a:extLst>
          </p:cNvPr>
          <p:cNvSpPr>
            <a:spLocks noGrp="1"/>
          </p:cNvSpPr>
          <p:nvPr/>
        </p:nvSpPr>
        <p:spPr>
          <a:xfrm>
            <a:off x="1390650" y="238125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Feedback sobre o incremento</a:t>
            </a:r>
          </a:p>
        </p:txBody>
      </p:sp>
      <p:sp>
        <p:nvSpPr>
          <p:cNvPr id="8" name="Explicação 0">
            <a:extLst>
              <a:ext uri="{FF2B5EF4-FFF2-40B4-BE49-F238E27FC236}">
                <a16:creationId xmlns:a16="http://schemas.microsoft.com/office/drawing/2014/main" id="{66DD04B1-BDF8-4FB6-9A08-4211FE8760B8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O cliente pode identificar ajustes, novas necessidades e melhorias.</a:t>
            </a:r>
          </a:p>
        </p:txBody>
      </p:sp>
      <p:sp>
        <p:nvSpPr>
          <p:cNvPr id="9" name="Marcador 1">
            <a:extLst>
              <a:ext uri="{FF2B5EF4-FFF2-40B4-BE49-F238E27FC236}">
                <a16:creationId xmlns:a16="http://schemas.microsoft.com/office/drawing/2014/main" id="{CB71CA75-2A34-4029-849A-728C4DDA8F93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≡</a:t>
            </a:r>
          </a:p>
        </p:txBody>
      </p:sp>
      <p:sp>
        <p:nvSpPr>
          <p:cNvPr id="10" name="Tópico 1">
            <a:extLst>
              <a:ext uri="{FF2B5EF4-FFF2-40B4-BE49-F238E27FC236}">
                <a16:creationId xmlns:a16="http://schemas.microsoft.com/office/drawing/2014/main" id="{A52793BE-8D6A-4C1F-8897-B9CC62A11B40}"/>
              </a:ext>
            </a:extLst>
          </p:cNvPr>
          <p:cNvSpPr>
            <a:spLocks noGrp="1"/>
          </p:cNvSpPr>
          <p:nvPr/>
        </p:nvSpPr>
        <p:spPr>
          <a:xfrm>
            <a:off x="1390650" y="3952875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Retorno ao Product Backlog</a:t>
            </a:r>
          </a:p>
        </p:txBody>
      </p:sp>
      <p:sp>
        <p:nvSpPr>
          <p:cNvPr id="11" name="Explicação 1">
            <a:extLst>
              <a:ext uri="{FF2B5EF4-FFF2-40B4-BE49-F238E27FC236}">
                <a16:creationId xmlns:a16="http://schemas.microsoft.com/office/drawing/2014/main" id="{F9D10CA2-7B81-4DBB-95DB-1D01D344AADD}"/>
              </a:ext>
            </a:extLst>
          </p:cNvPr>
          <p:cNvSpPr>
            <a:spLocks noGrp="1"/>
          </p:cNvSpPr>
          <p:nvPr/>
        </p:nvSpPr>
        <p:spPr>
          <a:xfrm>
            <a:off x="1390650" y="4410075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A equipe avalia e prioriza o novo trabalho para ciclos seguintes.</a:t>
            </a:r>
          </a:p>
        </p:txBody>
      </p:sp>
      <p:sp>
        <p:nvSpPr>
          <p:cNvPr id="12" name="Marcador 2">
            <a:extLst>
              <a:ext uri="{FF2B5EF4-FFF2-40B4-BE49-F238E27FC236}">
                <a16:creationId xmlns:a16="http://schemas.microsoft.com/office/drawing/2014/main" id="{73398394-ED94-48A8-B05A-607D4E2C0807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4191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>
            <a:pPr>
              <a:defRPr sz="2325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00" b="0">
                <a:solidFill>
                  <a:srgbClr val="00C2FF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13" name="Tópico 2">
            <a:extLst>
              <a:ext uri="{FF2B5EF4-FFF2-40B4-BE49-F238E27FC236}">
                <a16:creationId xmlns:a16="http://schemas.microsoft.com/office/drawing/2014/main" id="{9F842391-847E-49CE-A7E4-D86D25F030CD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13030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E2E8F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E2E8F0"/>
                </a:solidFill>
                <a:latin typeface="Arial"/>
                <a:ea typeface="Arial"/>
                <a:cs typeface="Arial"/>
              </a:rPr>
              <a:t>Entrega aceita e aperfeiçoamento</a:t>
            </a:r>
          </a:p>
        </p:txBody>
      </p:sp>
      <p:sp>
        <p:nvSpPr>
          <p:cNvPr id="14" name="Explicação 2">
            <a:extLst>
              <a:ext uri="{FF2B5EF4-FFF2-40B4-BE49-F238E27FC236}">
                <a16:creationId xmlns:a16="http://schemas.microsoft.com/office/drawing/2014/main" id="{F2B175C3-B5E7-4B7A-8D0C-F894C6E99B9A}"/>
              </a:ext>
            </a:extLst>
          </p:cNvPr>
          <p:cNvSpPr>
            <a:spLocks noGrp="1"/>
          </p:cNvSpPr>
          <p:nvPr/>
        </p:nvSpPr>
        <p:spPr>
          <a:xfrm>
            <a:off x="1390650" y="5981700"/>
            <a:ext cx="12858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A6B4C8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A6B4C8"/>
                </a:solidFill>
                <a:latin typeface="Arial"/>
                <a:ea typeface="Arial"/>
                <a:cs typeface="Arial"/>
              </a:rPr>
              <a:t>Um incremento aceito pode evoluir em uma Sprint posterior.</a:t>
            </a:r>
          </a:p>
        </p:txBody>
      </p:sp>
    </p:spTree>
    <p:extLst>
      <p:ext uri="{BB962C8B-B14F-4D97-AF65-F5344CB8AC3E}">
        <p14:creationId xmlns:p14="http://schemas.microsoft.com/office/powerpoint/2010/main" val="11312437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3489</Words>
  <Application>Microsoft Office PowerPoint</Application>
  <DocSecurity>0</DocSecurity>
  <PresentationFormat>Personalizar</PresentationFormat>
  <Paragraphs>422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5" baseType="lpstr">
      <vt:lpstr>Arial</vt:lpstr>
      <vt:lpstr>Segoe UI Symbol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Clayton Silva</cp:lastModifiedBy>
  <cp:revision>1</cp:revision>
  <dcterms:created xsi:type="dcterms:W3CDTF">2026-10-21T19:57:00Z</dcterms:created>
  <dcterms:modified xsi:type="dcterms:W3CDTF">2026-10-21T21:16:57Z</dcterms:modified>
</cp:coreProperties>
</file>