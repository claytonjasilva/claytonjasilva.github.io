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7" r:id="rId1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ayton Silva" userId="29ef9a7b83f2ddc4" providerId="LiveId" clId="{58335943-2BE6-42EC-897C-A1C4427AB656}"/>
    <pc:docChg chg="undo custSel addSld delSld modSld">
      <pc:chgData name="Clayton Silva" userId="29ef9a7b83f2ddc4" providerId="LiveId" clId="{58335943-2BE6-42EC-897C-A1C4427AB656}" dt="2026-09-04T17:12:44.065" v="169" actId="931"/>
      <pc:docMkLst>
        <pc:docMk/>
      </pc:docMkLst>
      <pc:sldChg chg="addSp modSp mod">
        <pc:chgData name="Clayton Silva" userId="29ef9a7b83f2ddc4" providerId="LiveId" clId="{58335943-2BE6-42EC-897C-A1C4427AB656}" dt="2026-08-20T17:24:58.928" v="98" actId="1038"/>
        <pc:sldMkLst>
          <pc:docMk/>
          <pc:sldMk cId="2548748768" sldId="256"/>
        </pc:sldMkLst>
        <pc:spChg chg="add mod">
          <ac:chgData name="Clayton Silva" userId="29ef9a7b83f2ddc4" providerId="LiveId" clId="{58335943-2BE6-42EC-897C-A1C4427AB656}" dt="2026-08-20T17:24:58.928" v="98" actId="1038"/>
          <ac:spMkLst>
            <pc:docMk/>
            <pc:sldMk cId="2548748768" sldId="256"/>
            <ac:spMk id="5" creationId="{74BEF7D4-E006-2D2B-C942-370B4B333C02}"/>
          </ac:spMkLst>
        </pc:spChg>
      </pc:sldChg>
      <pc:sldChg chg="addSp delSp modSp mod">
        <pc:chgData name="Clayton Silva" userId="29ef9a7b83f2ddc4" providerId="LiveId" clId="{58335943-2BE6-42EC-897C-A1C4427AB656}" dt="2026-08-20T17:41:48.089" v="143" actId="931"/>
        <pc:sldMkLst>
          <pc:docMk/>
          <pc:sldMk cId="1801782121" sldId="257"/>
        </pc:sldMkLst>
        <pc:picChg chg="add mod">
          <ac:chgData name="Clayton Silva" userId="29ef9a7b83f2ddc4" providerId="LiveId" clId="{58335943-2BE6-42EC-897C-A1C4427AB656}" dt="2026-08-20T17:41:48.089" v="143" actId="931"/>
          <ac:picMkLst>
            <pc:docMk/>
            <pc:sldMk cId="1801782121" sldId="257"/>
            <ac:picMk id="3" creationId="{0041C30A-2327-C0EE-5A37-77D649273846}"/>
          </ac:picMkLst>
        </pc:picChg>
      </pc:sldChg>
      <pc:sldChg chg="addSp delSp modSp mod">
        <pc:chgData name="Clayton Silva" userId="29ef9a7b83f2ddc4" providerId="LiveId" clId="{58335943-2BE6-42EC-897C-A1C4427AB656}" dt="2026-08-20T17:47:23.425" v="145" actId="931"/>
        <pc:sldMkLst>
          <pc:docMk/>
          <pc:sldMk cId="2094070849" sldId="258"/>
        </pc:sldMkLst>
        <pc:picChg chg="add mod">
          <ac:chgData name="Clayton Silva" userId="29ef9a7b83f2ddc4" providerId="LiveId" clId="{58335943-2BE6-42EC-897C-A1C4427AB656}" dt="2026-08-20T17:47:23.425" v="145" actId="931"/>
          <ac:picMkLst>
            <pc:docMk/>
            <pc:sldMk cId="2094070849" sldId="258"/>
            <ac:picMk id="4" creationId="{631E116A-159B-41B5-9E08-78CA01196DF6}"/>
          </ac:picMkLst>
        </pc:picChg>
      </pc:sldChg>
      <pc:sldChg chg="addSp delSp modSp mod">
        <pc:chgData name="Clayton Silva" userId="29ef9a7b83f2ddc4" providerId="LiveId" clId="{58335943-2BE6-42EC-897C-A1C4427AB656}" dt="2026-09-04T17:12:44.065" v="169" actId="931"/>
        <pc:sldMkLst>
          <pc:docMk/>
          <pc:sldMk cId="3715398109" sldId="259"/>
        </pc:sldMkLst>
        <pc:picChg chg="add mod">
          <ac:chgData name="Clayton Silva" userId="29ef9a7b83f2ddc4" providerId="LiveId" clId="{58335943-2BE6-42EC-897C-A1C4427AB656}" dt="2026-09-04T17:12:44.065" v="169" actId="931"/>
          <ac:picMkLst>
            <pc:docMk/>
            <pc:sldMk cId="3715398109" sldId="259"/>
            <ac:picMk id="3" creationId="{352BF078-F237-6C01-82A7-4C1B6FF0B506}"/>
          </ac:picMkLst>
        </pc:picChg>
        <pc:picChg chg="add del mod">
          <ac:chgData name="Clayton Silva" userId="29ef9a7b83f2ddc4" providerId="LiveId" clId="{58335943-2BE6-42EC-897C-A1C4427AB656}" dt="2026-09-04T17:12:30.736" v="168" actId="478"/>
          <ac:picMkLst>
            <pc:docMk/>
            <pc:sldMk cId="3715398109" sldId="259"/>
            <ac:picMk id="4" creationId="{0269C16A-A2EE-94DA-56EB-EFF9EFEBC268}"/>
          </ac:picMkLst>
        </pc:picChg>
      </pc:sldChg>
      <pc:sldChg chg="addSp delSp modSp add del mod">
        <pc:chgData name="Clayton Silva" userId="29ef9a7b83f2ddc4" providerId="LiveId" clId="{58335943-2BE6-42EC-897C-A1C4427AB656}" dt="2026-08-20T18:03:44.639" v="153" actId="931"/>
        <pc:sldMkLst>
          <pc:docMk/>
          <pc:sldMk cId="1906589680" sldId="260"/>
        </pc:sldMkLst>
        <pc:picChg chg="add mod">
          <ac:chgData name="Clayton Silva" userId="29ef9a7b83f2ddc4" providerId="LiveId" clId="{58335943-2BE6-42EC-897C-A1C4427AB656}" dt="2026-08-20T18:03:44.639" v="153" actId="931"/>
          <ac:picMkLst>
            <pc:docMk/>
            <pc:sldMk cId="1906589680" sldId="260"/>
            <ac:picMk id="6" creationId="{73906154-F0DD-C09B-2DAC-626E7DE47E1A}"/>
          </ac:picMkLst>
        </pc:picChg>
      </pc:sldChg>
      <pc:sldChg chg="addSp delSp modSp mod">
        <pc:chgData name="Clayton Silva" userId="29ef9a7b83f2ddc4" providerId="LiveId" clId="{58335943-2BE6-42EC-897C-A1C4427AB656}" dt="2026-08-20T18:11:54.655" v="155" actId="931"/>
        <pc:sldMkLst>
          <pc:docMk/>
          <pc:sldMk cId="1523292042" sldId="261"/>
        </pc:sldMkLst>
        <pc:picChg chg="add mod">
          <ac:chgData name="Clayton Silva" userId="29ef9a7b83f2ddc4" providerId="LiveId" clId="{58335943-2BE6-42EC-897C-A1C4427AB656}" dt="2026-08-20T18:11:54.655" v="155" actId="931"/>
          <ac:picMkLst>
            <pc:docMk/>
            <pc:sldMk cId="1523292042" sldId="261"/>
            <ac:picMk id="4" creationId="{17443945-275F-1E8D-324F-4B5CB1E302B9}"/>
          </ac:picMkLst>
        </pc:picChg>
      </pc:sldChg>
      <pc:sldChg chg="addSp delSp modSp mod">
        <pc:chgData name="Clayton Silva" userId="29ef9a7b83f2ddc4" providerId="LiveId" clId="{58335943-2BE6-42EC-897C-A1C4427AB656}" dt="2026-08-20T18:22:24.119" v="157" actId="931"/>
        <pc:sldMkLst>
          <pc:docMk/>
          <pc:sldMk cId="2034079931" sldId="262"/>
        </pc:sldMkLst>
        <pc:picChg chg="add mod">
          <ac:chgData name="Clayton Silva" userId="29ef9a7b83f2ddc4" providerId="LiveId" clId="{58335943-2BE6-42EC-897C-A1C4427AB656}" dt="2026-08-20T18:22:24.119" v="157" actId="931"/>
          <ac:picMkLst>
            <pc:docMk/>
            <pc:sldMk cId="2034079931" sldId="262"/>
            <ac:picMk id="4" creationId="{6A4900CF-2A18-4CDF-42B9-B89AE6D7CFEC}"/>
          </ac:picMkLst>
        </pc:picChg>
      </pc:sldChg>
      <pc:sldChg chg="addSp delSp modSp mod">
        <pc:chgData name="Clayton Silva" userId="29ef9a7b83f2ddc4" providerId="LiveId" clId="{58335943-2BE6-42EC-897C-A1C4427AB656}" dt="2026-08-20T18:28:58.330" v="159" actId="931"/>
        <pc:sldMkLst>
          <pc:docMk/>
          <pc:sldMk cId="3644081021" sldId="263"/>
        </pc:sldMkLst>
        <pc:picChg chg="add mod">
          <ac:chgData name="Clayton Silva" userId="29ef9a7b83f2ddc4" providerId="LiveId" clId="{58335943-2BE6-42EC-897C-A1C4427AB656}" dt="2026-08-20T18:28:58.330" v="159" actId="931"/>
          <ac:picMkLst>
            <pc:docMk/>
            <pc:sldMk cId="3644081021" sldId="263"/>
            <ac:picMk id="4" creationId="{75002191-9CFA-D19B-4DB2-66C64206785D}"/>
          </ac:picMkLst>
        </pc:picChg>
      </pc:sldChg>
      <pc:sldChg chg="addSp delSp modSp mod">
        <pc:chgData name="Clayton Silva" userId="29ef9a7b83f2ddc4" providerId="LiveId" clId="{58335943-2BE6-42EC-897C-A1C4427AB656}" dt="2026-08-20T18:35:33.168" v="163" actId="931"/>
        <pc:sldMkLst>
          <pc:docMk/>
          <pc:sldMk cId="1717109544" sldId="264"/>
        </pc:sldMkLst>
        <pc:picChg chg="add mod">
          <ac:chgData name="Clayton Silva" userId="29ef9a7b83f2ddc4" providerId="LiveId" clId="{58335943-2BE6-42EC-897C-A1C4427AB656}" dt="2026-08-20T18:35:33.168" v="163" actId="931"/>
          <ac:picMkLst>
            <pc:docMk/>
            <pc:sldMk cId="1717109544" sldId="264"/>
            <ac:picMk id="6" creationId="{DA523695-489E-69AC-3BBB-27AEB01BE455}"/>
          </ac:picMkLst>
        </pc:picChg>
      </pc:sldChg>
      <pc:sldChg chg="addSp delSp modSp new mod modClrScheme chgLayout">
        <pc:chgData name="Clayton Silva" userId="29ef9a7b83f2ddc4" providerId="LiveId" clId="{58335943-2BE6-42EC-897C-A1C4427AB656}" dt="2026-08-20T17:38:39.335" v="141" actId="1038"/>
        <pc:sldMkLst>
          <pc:docMk/>
          <pc:sldMk cId="714322635" sldId="265"/>
        </pc:sldMkLst>
        <pc:picChg chg="add mod modCrop">
          <ac:chgData name="Clayton Silva" userId="29ef9a7b83f2ddc4" providerId="LiveId" clId="{58335943-2BE6-42EC-897C-A1C4427AB656}" dt="2026-08-20T17:38:39.335" v="141" actId="1038"/>
          <ac:picMkLst>
            <pc:docMk/>
            <pc:sldMk cId="714322635" sldId="265"/>
            <ac:picMk id="6" creationId="{3E8EE677-8BE6-7546-8F63-B082177A3C5A}"/>
          </ac:picMkLst>
        </pc:picChg>
      </pc:sldChg>
      <pc:sldChg chg="addSp delSp modSp new mod">
        <pc:chgData name="Clayton Silva" userId="29ef9a7b83f2ddc4" providerId="LiveId" clId="{58335943-2BE6-42EC-897C-A1C4427AB656}" dt="2026-08-20T18:59:09.316" v="167" actId="931"/>
        <pc:sldMkLst>
          <pc:docMk/>
          <pc:sldMk cId="2013127443" sldId="267"/>
        </pc:sldMkLst>
        <pc:picChg chg="add mod">
          <ac:chgData name="Clayton Silva" userId="29ef9a7b83f2ddc4" providerId="LiveId" clId="{58335943-2BE6-42EC-897C-A1C4427AB656}" dt="2026-08-20T18:59:09.316" v="167" actId="931"/>
          <ac:picMkLst>
            <pc:docMk/>
            <pc:sldMk cId="2013127443" sldId="267"/>
            <ac:picMk id="6" creationId="{CF605868-78E3-67D8-2BAC-43F56FDD29A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CEE579-E1C6-1891-1F76-3E922E3A2E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61537C-2B17-8015-493E-D1088D35BA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8BFE3B0-25E4-60C4-0A94-0FF32BD55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C49ED-6414-470B-B818-4F400A22B9B4}" type="datetimeFigureOut">
              <a:rPr lang="pt-BR" smtClean="0"/>
              <a:t>04/09/2026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1E697D-C639-708C-EDB4-FBC104ED7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03B7F8-D1AE-FFC8-47BF-E92203785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E4E6F-FA7E-4B94-A865-F68D215C11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3493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5CDF2A-10B3-49B9-54ED-C2952547A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7E29C7-E9C7-1A5F-8BFF-DF31FC362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7541420-41B3-E0A4-61FA-A8402EA1A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C49ED-6414-470B-B818-4F400A22B9B4}" type="datetimeFigureOut">
              <a:rPr lang="pt-BR" smtClean="0"/>
              <a:t>04/09/2026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317EC53-F18B-483B-CE34-5B62F78BA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10D8C8C-4FAB-94AA-CF68-8C31F8510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E4E6F-FA7E-4B94-A865-F68D215C11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6646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63910B-6B76-93B9-55CA-8D8CA7C0E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247399D-CE4C-6C7B-89D0-892876E178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0E17C91-FD64-2DC3-99AB-01C643A22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C49ED-6414-470B-B818-4F400A22B9B4}" type="datetimeFigureOut">
              <a:rPr lang="pt-BR" smtClean="0"/>
              <a:t>04/09/2026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122D505-EF7C-A586-C5C7-DE6BD93F8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BF79A0E-0051-0BC0-4BCE-AA3FA1504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E4E6F-FA7E-4B94-A865-F68D215C11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9287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E8BE2C-4A24-E4B9-B0F3-5ADC8F521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49780C7-E99B-9070-CC55-A8137DB6AC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41030B1-DA83-8B94-7CCB-2BB52C8158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B4A8C75-CECE-6549-C12A-A7E9DC912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C49ED-6414-470B-B818-4F400A22B9B4}" type="datetimeFigureOut">
              <a:rPr lang="pt-BR" smtClean="0"/>
              <a:t>04/09/2026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3F5A432-C61D-C45A-F6BE-28AD506C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327DFF0-D6CC-C587-BE9B-51FE48B85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E4E6F-FA7E-4B94-A865-F68D215C11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6399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49DD6D-5FD0-6189-A799-66199067D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C4B1B09-B91F-CFE5-CE3A-0C07A74484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7A7461D-CFF2-58E8-1747-AB8CB20456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ECE5D51-767E-8FC2-4C8C-29A32DFB6C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F3B498A-ED2A-AD83-0353-93E9CC9CFF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75C790E-011D-2191-85A5-566598669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C49ED-6414-470B-B818-4F400A22B9B4}" type="datetimeFigureOut">
              <a:rPr lang="pt-BR" smtClean="0"/>
              <a:t>04/09/2026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76429B1-0062-AC93-E978-5D2BEF4E6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DB60E57-BFB3-65B2-6DE4-E903A2D45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E4E6F-FA7E-4B94-A865-F68D215C11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6164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514BDC-8A4A-FB0F-7F25-EC7CC5A4C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05947C1-630F-5557-02A1-1897410F0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C49ED-6414-470B-B818-4F400A22B9B4}" type="datetimeFigureOut">
              <a:rPr lang="pt-BR" smtClean="0"/>
              <a:t>04/09/2026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3DB6B86-94C3-56F8-598C-1CDBEA420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0B1557F-FEE8-6D06-79CD-8777A2834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E4E6F-FA7E-4B94-A865-F68D215C11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4796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5F43254-9708-EB23-DF29-46007CDC8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C49ED-6414-470B-B818-4F400A22B9B4}" type="datetimeFigureOut">
              <a:rPr lang="pt-BR" smtClean="0"/>
              <a:t>04/09/2026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DCB2AD4-BFC3-0CE0-3834-AE6129080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E5D1874-19B4-E616-D8FF-A27FCF13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E4E6F-FA7E-4B94-A865-F68D215C11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9889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2FC6D0-95FF-A369-25CC-A07424954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4719D84-DA63-B739-A1DF-AD96431E72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B82CB2C-1EDE-26F5-8685-2660EAC051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3034DB6-507F-3182-6637-4DCDD7FC0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C49ED-6414-470B-B818-4F400A22B9B4}" type="datetimeFigureOut">
              <a:rPr lang="pt-BR" smtClean="0"/>
              <a:t>04/09/2026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F29C827-C27E-B5D6-63B6-B0CD0CDF4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3597221-4CDC-BF14-DEC8-0C6F1DEC4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E4E6F-FA7E-4B94-A865-F68D215C11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0376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54F0AF-6814-1C05-AEE6-508E80339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534D2C1-A768-50E8-34D8-C9865F0EE1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F09F9F4-038D-EB73-4342-B129D651D5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121D968-9500-36F4-B79C-8DEC20B52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C49ED-6414-470B-B818-4F400A22B9B4}" type="datetimeFigureOut">
              <a:rPr lang="pt-BR" smtClean="0"/>
              <a:t>04/09/2026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D1E4DAA-9919-672E-DBA7-6181310C1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7BE64DF-562D-17FB-926E-B1BD8598C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E4E6F-FA7E-4B94-A865-F68D215C11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186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6EFFD1-8C1E-6E29-2A8F-2CFBEAA32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66C2017-7216-63E6-ECCF-CFD90A9993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F5ED19C-66CF-E184-BF78-7DC829768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C49ED-6414-470B-B818-4F400A22B9B4}" type="datetimeFigureOut">
              <a:rPr lang="pt-BR" smtClean="0"/>
              <a:t>04/09/2026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22997AE-2C01-1748-3B3A-A3C62C9F0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0F05477-8E0B-7BD9-9A22-30C34AAEA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E4E6F-FA7E-4B94-A865-F68D215C11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506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3F1397B-1887-BB0C-9AB2-9514F04108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D49CB49-103A-9063-E6FC-B30409CD75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B67E8B0-3F9F-044A-8E93-8FB7DA8A4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C49ED-6414-470B-B818-4F400A22B9B4}" type="datetimeFigureOut">
              <a:rPr lang="pt-BR" smtClean="0"/>
              <a:t>04/09/2026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81CAE1D-3DE9-F313-D187-17C609B5B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8AE2182-B17F-3354-4CBE-4AEF6025F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E4E6F-FA7E-4B94-A865-F68D215C11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5418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3EEA564-25D7-5EBD-149D-8833C3312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A89F874-C62D-2AC2-DC25-B3ED624DFD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9FE9FB6-2B96-D7BF-174F-B219738E79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AC49ED-6414-470B-B818-4F400A22B9B4}" type="datetimeFigureOut">
              <a:rPr lang="pt-BR" smtClean="0"/>
              <a:t>04/09/2026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99E9C46-CFC9-B9CE-E3F9-DDA1F31091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50FA5C8-A2C9-BC72-3FF8-21624F3A20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DE4E6F-FA7E-4B94-A865-F68D215C11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0682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01EB40-9358-9E99-7076-0C934542DB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Gestão de Projetos</a:t>
            </a:r>
            <a:br>
              <a:rPr lang="pt-BR" dirty="0"/>
            </a:br>
            <a:r>
              <a:rPr lang="pt-BR" sz="4800" dirty="0"/>
              <a:t>2026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5B7CE78-3F9E-EE30-5B9D-21A26B13AE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MS Clayton J A Silva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4BEF7D4-E006-2D2B-C942-370B4B333C02}"/>
              </a:ext>
            </a:extLst>
          </p:cNvPr>
          <p:cNvSpPr txBox="1"/>
          <p:nvPr/>
        </p:nvSpPr>
        <p:spPr>
          <a:xfrm>
            <a:off x="1300480" y="4531360"/>
            <a:ext cx="10222094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/>
              <a:t>Governança, complexidade e maturidade</a:t>
            </a:r>
          </a:p>
          <a:p>
            <a:r>
              <a:rPr lang="pt-BR" sz="4400" dirty="0"/>
              <a:t>de projetos</a:t>
            </a:r>
          </a:p>
        </p:txBody>
      </p:sp>
    </p:spTree>
    <p:extLst>
      <p:ext uri="{BB962C8B-B14F-4D97-AF65-F5344CB8AC3E}">
        <p14:creationId xmlns:p14="http://schemas.microsoft.com/office/powerpoint/2010/main" val="2548748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3E8EE677-8BE6-7546-8F63-B082177A3C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288"/>
          <a:stretch>
            <a:fillRect/>
          </a:stretch>
        </p:blipFill>
        <p:spPr>
          <a:xfrm>
            <a:off x="613068" y="41563"/>
            <a:ext cx="11139055" cy="6733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322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041C30A-2327-C0EE-5A37-77D6492738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782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31E116A-159B-41B5-9E08-78CA01196D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070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52BF078-F237-6C01-82A7-4C1B6FF0B5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398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73906154-F0DD-C09B-2DAC-626E7DE47E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589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17443945-275F-1E8D-324F-4B5CB1E302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2920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A4900CF-2A18-4CDF-42B9-B89AE6D7CF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0799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75002191-9CFA-D19B-4DB2-66C6420678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0810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DA523695-489E-69AC-3BBB-27AEB01BE4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1095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CF605868-78E3-67D8-2BAC-43F56FDD29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12744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19</Words>
  <Application>Microsoft Office PowerPoint</Application>
  <PresentationFormat>Widescreen</PresentationFormat>
  <Paragraphs>4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Tema do Office</vt:lpstr>
      <vt:lpstr>Gestão de Projetos 2026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Clayton Silva</dc:creator>
  <cp:lastModifiedBy>Clayton Silva</cp:lastModifiedBy>
  <cp:revision>1</cp:revision>
  <dcterms:created xsi:type="dcterms:W3CDTF">2026-08-05T22:38:24Z</dcterms:created>
  <dcterms:modified xsi:type="dcterms:W3CDTF">2026-09-04T17:12:54Z</dcterms:modified>
</cp:coreProperties>
</file>