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6B41FF-4C2B-406C-A54D-1305DCF43CC9}" v="1" dt="2026-08-20T17:23:29.0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yton Silva" userId="29ef9a7b83f2ddc4" providerId="LiveId" clId="{58335943-2BE6-42EC-897C-A1C4427AB656}"/>
    <pc:docChg chg="custSel addSld delSld modSld">
      <pc:chgData name="Clayton Silva" userId="29ef9a7b83f2ddc4" providerId="LiveId" clId="{58335943-2BE6-42EC-897C-A1C4427AB656}" dt="2026-08-20T17:23:57.380" v="156" actId="1037"/>
      <pc:docMkLst>
        <pc:docMk/>
      </pc:docMkLst>
      <pc:sldChg chg="addSp modSp mod">
        <pc:chgData name="Clayton Silva" userId="29ef9a7b83f2ddc4" providerId="LiveId" clId="{58335943-2BE6-42EC-897C-A1C4427AB656}" dt="2026-08-20T17:23:57.380" v="156" actId="1037"/>
        <pc:sldMkLst>
          <pc:docMk/>
          <pc:sldMk cId="2548748768" sldId="256"/>
        </pc:sldMkLst>
        <pc:spChg chg="add mod">
          <ac:chgData name="Clayton Silva" userId="29ef9a7b83f2ddc4" providerId="LiveId" clId="{58335943-2BE6-42EC-897C-A1C4427AB656}" dt="2026-08-20T17:23:57.380" v="156" actId="1037"/>
          <ac:spMkLst>
            <pc:docMk/>
            <pc:sldMk cId="2548748768" sldId="256"/>
            <ac:spMk id="4" creationId="{D5C51E5B-D6E8-2935-F8D0-69DC9021D902}"/>
          </ac:spMkLst>
        </pc:spChg>
      </pc:sldChg>
      <pc:sldChg chg="addSp delSp modSp new mod modClrScheme chgLayout">
        <pc:chgData name="Clayton Silva" userId="29ef9a7b83f2ddc4" providerId="LiveId" clId="{58335943-2BE6-42EC-897C-A1C4427AB656}" dt="2026-08-05T23:11:01.889" v="2" actId="931"/>
        <pc:sldMkLst>
          <pc:docMk/>
          <pc:sldMk cId="714322635" sldId="265"/>
        </pc:sldMkLst>
        <pc:picChg chg="add mod">
          <ac:chgData name="Clayton Silva" userId="29ef9a7b83f2ddc4" providerId="LiveId" clId="{58335943-2BE6-42EC-897C-A1C4427AB656}" dt="2026-08-05T23:11:01.889" v="2" actId="931"/>
          <ac:picMkLst>
            <pc:docMk/>
            <pc:sldMk cId="714322635" sldId="265"/>
            <ac:picMk id="5" creationId="{379FA438-76A0-6351-89C7-E5384E5977A1}"/>
          </ac:picMkLst>
        </pc:picChg>
      </pc:sldChg>
      <pc:sldChg chg="addSp modSp new mod">
        <pc:chgData name="Clayton Silva" userId="29ef9a7b83f2ddc4" providerId="LiveId" clId="{58335943-2BE6-42EC-897C-A1C4427AB656}" dt="2026-08-05T23:17:09.024" v="8" actId="931"/>
        <pc:sldMkLst>
          <pc:docMk/>
          <pc:sldMk cId="2013127443" sldId="267"/>
        </pc:sldMkLst>
        <pc:picChg chg="add mod">
          <ac:chgData name="Clayton Silva" userId="29ef9a7b83f2ddc4" providerId="LiveId" clId="{58335943-2BE6-42EC-897C-A1C4427AB656}" dt="2026-08-05T23:17:09.024" v="8" actId="931"/>
          <ac:picMkLst>
            <pc:docMk/>
            <pc:sldMk cId="2013127443" sldId="267"/>
            <ac:picMk id="3" creationId="{93B6784C-4742-87B6-864B-61F14C75974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CEE579-E1C6-1891-1F76-3E922E3A2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61537C-2B17-8015-493E-D1088D35BA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8BFE3B0-25E4-60C4-0A94-0FF32BD55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1E697D-C639-708C-EDB4-FBC104ED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103B7F8-D1AE-FFC8-47BF-E9220378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3493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5CDF2A-10B3-49B9-54ED-C2952547A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7E29C7-E9C7-1A5F-8BFF-DF31FC362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541420-41B3-E0A4-61FA-A8402EA1A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317EC53-F18B-483B-CE34-5B62F78BA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10D8C8C-4FAB-94AA-CF68-8C31F851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6646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63910B-6B76-93B9-55CA-8D8CA7C0E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47399D-CE4C-6C7B-89D0-892876E17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0E17C91-FD64-2DC3-99AB-01C643A22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2D505-EF7C-A586-C5C7-DE6BD93F8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BF79A0E-0051-0BC0-4BCE-AA3FA1504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928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8BE2C-4A24-E4B9-B0F3-5ADC8F521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9780C7-E99B-9070-CC55-A8137DB6AC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41030B1-DA83-8B94-7CCB-2BB52C8158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B4A8C75-CECE-6549-C12A-A7E9DC912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3F5A432-C61D-C45A-F6BE-28AD506C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27DFF0-D6CC-C587-BE9B-51FE48B85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6399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49DD6D-5FD0-6189-A799-66199067D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C4B1B09-B91F-CFE5-CE3A-0C07A74484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7A7461D-CFF2-58E8-1747-AB8CB20456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ECE5D51-767E-8FC2-4C8C-29A32DFB6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F3B498A-ED2A-AD83-0353-93E9CC9CFF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75C790E-011D-2191-85A5-566598669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76429B1-0062-AC93-E978-5D2BEF4E6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DB60E57-BFB3-65B2-6DE4-E903A2D45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61645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514BDC-8A4A-FB0F-7F25-EC7CC5A4C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05947C1-630F-5557-02A1-1897410F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DB6B86-94C3-56F8-598C-1CDBEA420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0B1557F-FEE8-6D06-79CD-8777A2834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479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5F43254-9708-EB23-DF29-46007CDC8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DCB2AD4-BFC3-0CE0-3834-AE6129080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E5D1874-19B4-E616-D8FF-A27FCF138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9889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2FC6D0-95FF-A369-25CC-A07424954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719D84-DA63-B739-A1DF-AD96431E7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B82CB2C-1EDE-26F5-8685-2660EAC051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034DB6-507F-3182-6637-4DCDD7FC0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F29C827-C27E-B5D6-63B6-B0CD0CDF4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3597221-4CDC-BF14-DEC8-0C6F1DEC4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376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4F0AF-6814-1C05-AEE6-508E80339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534D2C1-A768-50E8-34D8-C9865F0EE1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F09F9F4-038D-EB73-4342-B129D651D5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121D968-9500-36F4-B79C-8DEC20B52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D1E4DAA-9919-672E-DBA7-6181310C1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7BE64DF-562D-17FB-926E-B1BD8598C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86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6EFFD1-8C1E-6E29-2A8F-2CFBEAA32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66C2017-7216-63E6-ECCF-CFD90A9993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5ED19C-66CF-E184-BF78-7DC829768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22997AE-2C01-1748-3B3A-A3C62C9F0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0F05477-8E0B-7BD9-9A22-30C34AAE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506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3F1397B-1887-BB0C-9AB2-9514F0410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D49CB49-103A-9063-E6FC-B30409CD75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B67E8B0-3F9F-044A-8E93-8FB7DA8A4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81CAE1D-3DE9-F313-D187-17C609B5B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AE2182-B17F-3354-4CBE-4AEF6025F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5418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3EEA564-25D7-5EBD-149D-8833C3312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A89F874-C62D-2AC2-DC25-B3ED624DFD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FE9FB6-2B96-D7BF-174F-B219738E79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AC49ED-6414-470B-B818-4F400A22B9B4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99E9C46-CFC9-B9CE-E3F9-DDA1F31091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50FA5C8-A2C9-BC72-3FF8-21624F3A20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0682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01EB40-9358-9E99-7076-0C934542DB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Gestão de Projetos</a:t>
            </a:r>
            <a:br>
              <a:rPr lang="pt-BR" dirty="0"/>
            </a:br>
            <a:r>
              <a:rPr lang="pt-BR" sz="4800" dirty="0"/>
              <a:t>2026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5B7CE78-3F9E-EE30-5B9D-21A26B13A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MS Clayton J A Silva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5C51E5B-D6E8-2935-F8D0-69DC9021D902}"/>
              </a:ext>
            </a:extLst>
          </p:cNvPr>
          <p:cNvSpPr txBox="1"/>
          <p:nvPr/>
        </p:nvSpPr>
        <p:spPr>
          <a:xfrm>
            <a:off x="1930400" y="4531360"/>
            <a:ext cx="902708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400" dirty="0"/>
              <a:t>Fundamentos de Gestão de Projetos</a:t>
            </a:r>
          </a:p>
        </p:txBody>
      </p:sp>
    </p:spTree>
    <p:extLst>
      <p:ext uri="{BB962C8B-B14F-4D97-AF65-F5344CB8AC3E}">
        <p14:creationId xmlns:p14="http://schemas.microsoft.com/office/powerpoint/2010/main" val="2548748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79FA438-76A0-6351-89C7-E5384E5977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322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CB20166-6C6A-3646-244C-723ECB65B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782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78A5D5A-EC4F-5943-62A4-3026D3A9CB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0708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E2C8F67-B02C-0A1E-4979-BE808BE2A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398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ACA49CB-D1E4-C27C-7906-75F1F95404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589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055E744-A873-F70B-C987-1BDE3E8FBF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292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26661C1-BE18-19DC-59A7-E28F30470C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079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5CE2806-ED86-E0BB-8F71-EF668FCDE4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081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6926FAE-452B-696E-FC7E-DFF2CBFC5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109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3B6784C-4742-87B6-864B-61F14C7597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1274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17</Words>
  <Application>Microsoft Office PowerPoint</Application>
  <PresentationFormat>Widescreen</PresentationFormat>
  <Paragraphs>3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Tema do Office</vt:lpstr>
      <vt:lpstr>Gestão de Projetos 2026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Clayton Silva</dc:creator>
  <cp:lastModifiedBy>Clayton Silva</cp:lastModifiedBy>
  <cp:revision>1</cp:revision>
  <dcterms:created xsi:type="dcterms:W3CDTF">2026-08-05T22:38:24Z</dcterms:created>
  <dcterms:modified xsi:type="dcterms:W3CDTF">2026-08-20T17:24:00Z</dcterms:modified>
</cp:coreProperties>
</file>