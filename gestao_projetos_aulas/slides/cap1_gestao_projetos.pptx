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yton Silva" userId="29ef9a7b83f2ddc4" providerId="LiveId" clId="{58335943-2BE6-42EC-897C-A1C4427AB656}"/>
    <pc:docChg chg="custSel addSld delSld modSld">
      <pc:chgData name="Clayton Silva" userId="29ef9a7b83f2ddc4" providerId="LiveId" clId="{58335943-2BE6-42EC-897C-A1C4427AB656}" dt="2026-08-05T23:17:21.291" v="9" actId="47"/>
      <pc:docMkLst>
        <pc:docMk/>
      </pc:docMkLst>
      <pc:sldChg chg="addSp delSp modSp new mod modClrScheme chgLayout">
        <pc:chgData name="Clayton Silva" userId="29ef9a7b83f2ddc4" providerId="LiveId" clId="{58335943-2BE6-42EC-897C-A1C4427AB656}" dt="2026-08-05T23:11:01.889" v="2" actId="931"/>
        <pc:sldMkLst>
          <pc:docMk/>
          <pc:sldMk cId="714322635" sldId="265"/>
        </pc:sldMkLst>
        <pc:spChg chg="del">
          <ac:chgData name="Clayton Silva" userId="29ef9a7b83f2ddc4" providerId="LiveId" clId="{58335943-2BE6-42EC-897C-A1C4427AB656}" dt="2026-08-05T23:10:43.246" v="1" actId="700"/>
          <ac:spMkLst>
            <pc:docMk/>
            <pc:sldMk cId="714322635" sldId="265"/>
            <ac:spMk id="2" creationId="{20D7411C-47F3-27B4-F38F-7A2FDF3FA1DE}"/>
          </ac:spMkLst>
        </pc:spChg>
        <pc:spChg chg="del">
          <ac:chgData name="Clayton Silva" userId="29ef9a7b83f2ddc4" providerId="LiveId" clId="{58335943-2BE6-42EC-897C-A1C4427AB656}" dt="2026-08-05T23:10:43.246" v="1" actId="700"/>
          <ac:spMkLst>
            <pc:docMk/>
            <pc:sldMk cId="714322635" sldId="265"/>
            <ac:spMk id="3" creationId="{9161F32C-7998-B5AD-0E9E-70B38A9BCA26}"/>
          </ac:spMkLst>
        </pc:spChg>
        <pc:picChg chg="add mod">
          <ac:chgData name="Clayton Silva" userId="29ef9a7b83f2ddc4" providerId="LiveId" clId="{58335943-2BE6-42EC-897C-A1C4427AB656}" dt="2026-08-05T23:11:01.889" v="2" actId="931"/>
          <ac:picMkLst>
            <pc:docMk/>
            <pc:sldMk cId="714322635" sldId="265"/>
            <ac:picMk id="5" creationId="{379FA438-76A0-6351-89C7-E5384E5977A1}"/>
          </ac:picMkLst>
        </pc:picChg>
      </pc:sldChg>
      <pc:sldChg chg="addSp delSp modSp new del mod">
        <pc:chgData name="Clayton Silva" userId="29ef9a7b83f2ddc4" providerId="LiveId" clId="{58335943-2BE6-42EC-897C-A1C4427AB656}" dt="2026-08-05T23:17:21.291" v="9" actId="47"/>
        <pc:sldMkLst>
          <pc:docMk/>
          <pc:sldMk cId="1973700445" sldId="266"/>
        </pc:sldMkLst>
        <pc:picChg chg="add del mod">
          <ac:chgData name="Clayton Silva" userId="29ef9a7b83f2ddc4" providerId="LiveId" clId="{58335943-2BE6-42EC-897C-A1C4427AB656}" dt="2026-08-05T23:14:34.051" v="6" actId="478"/>
          <ac:picMkLst>
            <pc:docMk/>
            <pc:sldMk cId="1973700445" sldId="266"/>
            <ac:picMk id="3" creationId="{D489F125-3BF9-441E-2662-9E96D210EEE5}"/>
          </ac:picMkLst>
        </pc:picChg>
        <pc:picChg chg="add mod">
          <ac:chgData name="Clayton Silva" userId="29ef9a7b83f2ddc4" providerId="LiveId" clId="{58335943-2BE6-42EC-897C-A1C4427AB656}" dt="2026-08-05T23:14:41.022" v="7" actId="931"/>
          <ac:picMkLst>
            <pc:docMk/>
            <pc:sldMk cId="1973700445" sldId="266"/>
            <ac:picMk id="5" creationId="{0704B3BA-D170-8830-4A96-F63929580982}"/>
          </ac:picMkLst>
        </pc:picChg>
      </pc:sldChg>
      <pc:sldChg chg="addSp modSp new mod">
        <pc:chgData name="Clayton Silva" userId="29ef9a7b83f2ddc4" providerId="LiveId" clId="{58335943-2BE6-42EC-897C-A1C4427AB656}" dt="2026-08-05T23:17:09.024" v="8" actId="931"/>
        <pc:sldMkLst>
          <pc:docMk/>
          <pc:sldMk cId="2013127443" sldId="267"/>
        </pc:sldMkLst>
        <pc:picChg chg="add mod">
          <ac:chgData name="Clayton Silva" userId="29ef9a7b83f2ddc4" providerId="LiveId" clId="{58335943-2BE6-42EC-897C-A1C4427AB656}" dt="2026-08-05T23:17:09.024" v="8" actId="931"/>
          <ac:picMkLst>
            <pc:docMk/>
            <pc:sldMk cId="2013127443" sldId="267"/>
            <ac:picMk id="3" creationId="{93B6784C-4742-87B6-864B-61F14C75974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EE579-E1C6-1891-1F76-3E922E3A2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61537C-2B17-8015-493E-D1088D35B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BFE3B0-25E4-60C4-0A94-0FF32BD5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1E697D-C639-708C-EDB4-FBC104ED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03B7F8-D1AE-FFC8-47BF-E9220378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49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CDF2A-10B3-49B9-54ED-C2952547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7E29C7-E9C7-1A5F-8BFF-DF31FC362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541420-41B3-E0A4-61FA-A8402EA1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17EC53-F18B-483B-CE34-5B62F78BA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0D8C8C-4FAB-94AA-CF68-8C31F851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664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3910B-6B76-93B9-55CA-8D8CA7C0E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47399D-CE4C-6C7B-89D0-892876E17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E17C91-FD64-2DC3-99AB-01C643A2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22D505-EF7C-A586-C5C7-DE6BD93F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F79A0E-0051-0BC0-4BCE-AA3FA150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28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8BE2C-4A24-E4B9-B0F3-5ADC8F52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9780C7-E99B-9070-CC55-A8137DB6A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1030B1-DA83-8B94-7CCB-2BB52C815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4A8C75-CECE-6549-C12A-A7E9DC91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F5A432-C61D-C45A-F6BE-28AD506C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27DFF0-D6CC-C587-BE9B-51FE48B8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6399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9DD6D-5FD0-6189-A799-66199067D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4B1B09-B91F-CFE5-CE3A-0C07A7448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A7461D-CFF2-58E8-1747-AB8CB2045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CE5D51-767E-8FC2-4C8C-29A32DFB6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F3B498A-ED2A-AD83-0353-93E9CC9CF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5C790E-011D-2191-85A5-56659866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76429B1-0062-AC93-E978-5D2BEF4E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DB60E57-BFB3-65B2-6DE4-E903A2D4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16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14BDC-8A4A-FB0F-7F25-EC7CC5A4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5947C1-630F-5557-02A1-1897410F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DB6B86-94C3-56F8-598C-1CDBEA42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0B1557F-FEE8-6D06-79CD-8777A283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79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F43254-9708-EB23-DF29-46007CDC8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CB2AD4-BFC3-0CE0-3834-AE612908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5D1874-19B4-E616-D8FF-A27FCF13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88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FC6D0-95FF-A369-25CC-A0742495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19D84-DA63-B739-A1DF-AD96431E7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82CB2C-1EDE-26F5-8685-2660EAC05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034DB6-507F-3182-6637-4DCDD7FC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29C827-C27E-B5D6-63B6-B0CD0CDF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597221-4CDC-BF14-DEC8-0C6F1DEC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37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4F0AF-6814-1C05-AEE6-508E80339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534D2C1-A768-50E8-34D8-C9865F0EE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09F9F4-038D-EB73-4342-B129D651D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21D968-9500-36F4-B79C-8DEC20B5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1E4DAA-9919-672E-DBA7-6181310C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BE64DF-562D-17FB-926E-B1BD8598C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8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EFFD1-8C1E-6E29-2A8F-2CFBEAA3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6C2017-7216-63E6-ECCF-CFD90A999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5ED19C-66CF-E184-BF78-7DC82976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997AE-2C01-1748-3B3A-A3C62C9F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F05477-8E0B-7BD9-9A22-30C34AAE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06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F1397B-1887-BB0C-9AB2-9514F0410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9CB49-103A-9063-E6FC-B30409CD7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67E8B0-3F9F-044A-8E93-8FB7DA8A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1CAE1D-3DE9-F313-D187-17C609B5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AE2182-B17F-3354-4CBE-4AEF6025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41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3EEA564-25D7-5EBD-149D-8833C3312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89F874-C62D-2AC2-DC25-B3ED624DF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FE9FB6-2B96-D7BF-174F-B219738E7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C49ED-6414-470B-B818-4F400A22B9B4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9E9C46-CFC9-B9CE-E3F9-DDA1F3109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0FA5C8-A2C9-BC72-3FF8-21624F3A2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068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1EB40-9358-9E99-7076-0C934542D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Gestão de Projetos</a:t>
            </a:r>
            <a:br>
              <a:rPr lang="pt-BR" dirty="0"/>
            </a:br>
            <a:r>
              <a:rPr lang="pt-BR" sz="4800" dirty="0"/>
              <a:t>2026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B7CE78-3F9E-EE30-5B9D-21A26B13A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MS Clayton J A Silva</a:t>
            </a:r>
          </a:p>
        </p:txBody>
      </p:sp>
    </p:spTree>
    <p:extLst>
      <p:ext uri="{BB962C8B-B14F-4D97-AF65-F5344CB8AC3E}">
        <p14:creationId xmlns:p14="http://schemas.microsoft.com/office/powerpoint/2010/main" val="2548748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79FA438-76A0-6351-89C7-E5384E597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22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CB20166-6C6A-3646-244C-723ECB65B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82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78A5D5A-EC4F-5943-62A4-3026D3A9C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70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E2C8F67-B02C-0A1E-4979-BE808BE2A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98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ACA49CB-D1E4-C27C-7906-75F1F9540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89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055E744-A873-F70B-C987-1BDE3E8FB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292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26661C1-BE18-19DC-59A7-E28F30470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79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5CE2806-ED86-E0BB-8F71-EF668FCDE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81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6926FAE-452B-696E-FC7E-DFF2CBFC5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09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3B6784C-4742-87B6-864B-61F14C759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27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Gestão de Projetos 2026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 Silva</dc:creator>
  <cp:lastModifiedBy>Clayton Silva</cp:lastModifiedBy>
  <cp:revision>1</cp:revision>
  <dcterms:created xsi:type="dcterms:W3CDTF">2026-08-05T22:38:24Z</dcterms:created>
  <dcterms:modified xsi:type="dcterms:W3CDTF">2026-08-05T23:17:26Z</dcterms:modified>
</cp:coreProperties>
</file>