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1" r:id="rId4"/>
    <p:sldId id="272" r:id="rId5"/>
    <p:sldId id="260" r:id="rId6"/>
    <p:sldId id="268" r:id="rId7"/>
    <p:sldId id="269" r:id="rId8"/>
    <p:sldId id="270" r:id="rId9"/>
    <p:sldId id="265" r:id="rId10"/>
    <p:sldId id="275" r:id="rId11"/>
    <p:sldId id="258" r:id="rId12"/>
    <p:sldId id="257" r:id="rId13"/>
    <p:sldId id="276" r:id="rId14"/>
    <p:sldId id="259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454750-ABB1-4ECD-AEF6-7EAEE446BE4D}" v="9" dt="2026-08-27T21:08:56.5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yton Silva" userId="29ef9a7b83f2ddc4" providerId="LiveId" clId="{58335943-2BE6-42EC-897C-A1C4427AB656}"/>
    <pc:docChg chg="custSel addSld delSld modSld sldOrd">
      <pc:chgData name="Clayton Silva" userId="29ef9a7b83f2ddc4" providerId="LiveId" clId="{58335943-2BE6-42EC-897C-A1C4427AB656}" dt="2026-08-27T21:10:23.072" v="465" actId="47"/>
      <pc:docMkLst>
        <pc:docMk/>
      </pc:docMkLst>
      <pc:sldChg chg="addSp modSp mod">
        <pc:chgData name="Clayton Silva" userId="29ef9a7b83f2ddc4" providerId="LiveId" clId="{58335943-2BE6-42EC-897C-A1C4427AB656}" dt="2026-08-27T20:25:40.233" v="196" actId="20577"/>
        <pc:sldMkLst>
          <pc:docMk/>
          <pc:sldMk cId="2548748768" sldId="256"/>
        </pc:sldMkLst>
        <pc:spChg chg="add mod">
          <ac:chgData name="Clayton Silva" userId="29ef9a7b83f2ddc4" providerId="LiveId" clId="{58335943-2BE6-42EC-897C-A1C4427AB656}" dt="2026-08-27T20:25:40.233" v="196" actId="20577"/>
          <ac:spMkLst>
            <pc:docMk/>
            <pc:sldMk cId="2548748768" sldId="256"/>
            <ac:spMk id="4" creationId="{D5C51E5B-D6E8-2935-F8D0-69DC9021D902}"/>
          </ac:spMkLst>
        </pc:spChg>
      </pc:sldChg>
      <pc:sldChg chg="addSp delSp modSp mod">
        <pc:chgData name="Clayton Silva" userId="29ef9a7b83f2ddc4" providerId="LiveId" clId="{58335943-2BE6-42EC-897C-A1C4427AB656}" dt="2026-08-27T20:28:01.650" v="250" actId="1076"/>
        <pc:sldMkLst>
          <pc:docMk/>
          <pc:sldMk cId="1801782121" sldId="257"/>
        </pc:sldMkLst>
        <pc:picChg chg="add mod">
          <ac:chgData name="Clayton Silva" userId="29ef9a7b83f2ddc4" providerId="LiveId" clId="{58335943-2BE6-42EC-897C-A1C4427AB656}" dt="2026-08-27T20:28:01.650" v="250" actId="1076"/>
          <ac:picMkLst>
            <pc:docMk/>
            <pc:sldMk cId="1801782121" sldId="257"/>
            <ac:picMk id="2" creationId="{A9FF13FB-B614-6C5A-EE81-F23DEB68A73D}"/>
          </ac:picMkLst>
        </pc:picChg>
        <pc:picChg chg="del">
          <ac:chgData name="Clayton Silva" userId="29ef9a7b83f2ddc4" providerId="LiveId" clId="{58335943-2BE6-42EC-897C-A1C4427AB656}" dt="2026-08-27T20:27:20.188" v="237" actId="478"/>
          <ac:picMkLst>
            <pc:docMk/>
            <pc:sldMk cId="1801782121" sldId="257"/>
            <ac:picMk id="5" creationId="{BCB20166-6C6A-3646-244C-723ECB65BFE9}"/>
          </ac:picMkLst>
        </pc:picChg>
      </pc:sldChg>
      <pc:sldChg chg="addSp delSp modSp mod ord">
        <pc:chgData name="Clayton Silva" userId="29ef9a7b83f2ddc4" providerId="LiveId" clId="{58335943-2BE6-42EC-897C-A1C4427AB656}" dt="2026-08-27T21:05:13.012" v="441"/>
        <pc:sldMkLst>
          <pc:docMk/>
          <pc:sldMk cId="2094070849" sldId="258"/>
        </pc:sldMkLst>
        <pc:picChg chg="add mod">
          <ac:chgData name="Clayton Silva" userId="29ef9a7b83f2ddc4" providerId="LiveId" clId="{58335943-2BE6-42EC-897C-A1C4427AB656}" dt="2026-08-27T20:29:16.458" v="284" actId="1036"/>
          <ac:picMkLst>
            <pc:docMk/>
            <pc:sldMk cId="2094070849" sldId="258"/>
            <ac:picMk id="2" creationId="{1B5801BD-D02A-E8EB-06B6-915F0F58A00E}"/>
          </ac:picMkLst>
        </pc:picChg>
        <pc:picChg chg="del">
          <ac:chgData name="Clayton Silva" userId="29ef9a7b83f2ddc4" providerId="LiveId" clId="{58335943-2BE6-42EC-897C-A1C4427AB656}" dt="2026-08-27T20:28:39.435" v="251" actId="478"/>
          <ac:picMkLst>
            <pc:docMk/>
            <pc:sldMk cId="2094070849" sldId="258"/>
            <ac:picMk id="3" creationId="{978A5D5A-EC4F-5943-62A4-3026D3A9CB89}"/>
          </ac:picMkLst>
        </pc:picChg>
      </pc:sldChg>
      <pc:sldChg chg="addSp delSp modSp mod">
        <pc:chgData name="Clayton Silva" userId="29ef9a7b83f2ddc4" providerId="LiveId" clId="{58335943-2BE6-42EC-897C-A1C4427AB656}" dt="2026-08-27T20:30:12.075" v="310" actId="1036"/>
        <pc:sldMkLst>
          <pc:docMk/>
          <pc:sldMk cId="3715398109" sldId="259"/>
        </pc:sldMkLst>
        <pc:picChg chg="add mod">
          <ac:chgData name="Clayton Silva" userId="29ef9a7b83f2ddc4" providerId="LiveId" clId="{58335943-2BE6-42EC-897C-A1C4427AB656}" dt="2026-08-27T20:30:12.075" v="310" actId="1036"/>
          <ac:picMkLst>
            <pc:docMk/>
            <pc:sldMk cId="3715398109" sldId="259"/>
            <ac:picMk id="2" creationId="{6BF33FA9-20B0-11D8-21E1-EF366BD1D9F6}"/>
          </ac:picMkLst>
        </pc:picChg>
        <pc:picChg chg="del">
          <ac:chgData name="Clayton Silva" userId="29ef9a7b83f2ddc4" providerId="LiveId" clId="{58335943-2BE6-42EC-897C-A1C4427AB656}" dt="2026-08-27T20:29:53.282" v="285" actId="478"/>
          <ac:picMkLst>
            <pc:docMk/>
            <pc:sldMk cId="3715398109" sldId="259"/>
            <ac:picMk id="3" creationId="{CE2C8F67-B02C-0A1E-4979-BE808BE2ADE9}"/>
          </ac:picMkLst>
        </pc:picChg>
      </pc:sldChg>
      <pc:sldChg chg="addSp delSp modSp mod ord">
        <pc:chgData name="Clayton Silva" userId="29ef9a7b83f2ddc4" providerId="LiveId" clId="{58335943-2BE6-42EC-897C-A1C4427AB656}" dt="2026-08-27T20:34:20.303" v="314" actId="931"/>
        <pc:sldMkLst>
          <pc:docMk/>
          <pc:sldMk cId="1906589680" sldId="260"/>
        </pc:sldMkLst>
        <pc:picChg chg="del">
          <ac:chgData name="Clayton Silva" userId="29ef9a7b83f2ddc4" providerId="LiveId" clId="{58335943-2BE6-42EC-897C-A1C4427AB656}" dt="2026-08-27T20:30:23.463" v="311" actId="478"/>
          <ac:picMkLst>
            <pc:docMk/>
            <pc:sldMk cId="1906589680" sldId="260"/>
            <ac:picMk id="3" creationId="{FACA49CB-D1E4-C27C-7906-75F1F9540479}"/>
          </ac:picMkLst>
        </pc:picChg>
        <pc:picChg chg="add mod">
          <ac:chgData name="Clayton Silva" userId="29ef9a7b83f2ddc4" providerId="LiveId" clId="{58335943-2BE6-42EC-897C-A1C4427AB656}" dt="2026-08-27T20:34:20.303" v="314" actId="931"/>
          <ac:picMkLst>
            <pc:docMk/>
            <pc:sldMk cId="1906589680" sldId="260"/>
            <ac:picMk id="4" creationId="{5ACEC0CB-B8E3-FF9B-BA69-4C166384ABE7}"/>
          </ac:picMkLst>
        </pc:picChg>
      </pc:sldChg>
      <pc:sldChg chg="del">
        <pc:chgData name="Clayton Silva" userId="29ef9a7b83f2ddc4" providerId="LiveId" clId="{58335943-2BE6-42EC-897C-A1C4427AB656}" dt="2026-08-27T21:04:47.610" v="434" actId="47"/>
        <pc:sldMkLst>
          <pc:docMk/>
          <pc:sldMk cId="1523292042" sldId="261"/>
        </pc:sldMkLst>
      </pc:sldChg>
      <pc:sldChg chg="del">
        <pc:chgData name="Clayton Silva" userId="29ef9a7b83f2ddc4" providerId="LiveId" clId="{58335943-2BE6-42EC-897C-A1C4427AB656}" dt="2026-08-27T21:04:48.250" v="435" actId="47"/>
        <pc:sldMkLst>
          <pc:docMk/>
          <pc:sldMk cId="2034079931" sldId="262"/>
        </pc:sldMkLst>
      </pc:sldChg>
      <pc:sldChg chg="del">
        <pc:chgData name="Clayton Silva" userId="29ef9a7b83f2ddc4" providerId="LiveId" clId="{58335943-2BE6-42EC-897C-A1C4427AB656}" dt="2026-08-27T21:04:49.330" v="436" actId="47"/>
        <pc:sldMkLst>
          <pc:docMk/>
          <pc:sldMk cId="3644081021" sldId="263"/>
        </pc:sldMkLst>
      </pc:sldChg>
      <pc:sldChg chg="del">
        <pc:chgData name="Clayton Silva" userId="29ef9a7b83f2ddc4" providerId="LiveId" clId="{58335943-2BE6-42EC-897C-A1C4427AB656}" dt="2026-08-27T21:04:50.089" v="437" actId="47"/>
        <pc:sldMkLst>
          <pc:docMk/>
          <pc:sldMk cId="1717109544" sldId="264"/>
        </pc:sldMkLst>
      </pc:sldChg>
      <pc:sldChg chg="addSp delSp modSp new mod modClrScheme chgLayout">
        <pc:chgData name="Clayton Silva" userId="29ef9a7b83f2ddc4" providerId="LiveId" clId="{58335943-2BE6-42EC-897C-A1C4427AB656}" dt="2026-08-27T20:27:14.804" v="236" actId="1036"/>
        <pc:sldMkLst>
          <pc:docMk/>
          <pc:sldMk cId="714322635" sldId="265"/>
        </pc:sldMkLst>
        <pc:picChg chg="add mod">
          <ac:chgData name="Clayton Silva" userId="29ef9a7b83f2ddc4" providerId="LiveId" clId="{58335943-2BE6-42EC-897C-A1C4427AB656}" dt="2026-08-27T20:27:14.804" v="236" actId="1036"/>
          <ac:picMkLst>
            <pc:docMk/>
            <pc:sldMk cId="714322635" sldId="265"/>
            <ac:picMk id="2" creationId="{E981DD31-0EF0-2539-0406-069B29545156}"/>
          </ac:picMkLst>
        </pc:picChg>
        <pc:picChg chg="add del mod">
          <ac:chgData name="Clayton Silva" userId="29ef9a7b83f2ddc4" providerId="LiveId" clId="{58335943-2BE6-42EC-897C-A1C4427AB656}" dt="2026-08-27T20:24:53.635" v="157" actId="478"/>
          <ac:picMkLst>
            <pc:docMk/>
            <pc:sldMk cId="714322635" sldId="265"/>
            <ac:picMk id="5" creationId="{379FA438-76A0-6351-89C7-E5384E5977A1}"/>
          </ac:picMkLst>
        </pc:picChg>
      </pc:sldChg>
      <pc:sldChg chg="addSp modSp new del mod">
        <pc:chgData name="Clayton Silva" userId="29ef9a7b83f2ddc4" providerId="LiveId" clId="{58335943-2BE6-42EC-897C-A1C4427AB656}" dt="2026-08-27T21:04:51.539" v="438" actId="47"/>
        <pc:sldMkLst>
          <pc:docMk/>
          <pc:sldMk cId="2013127443" sldId="267"/>
        </pc:sldMkLst>
      </pc:sldChg>
      <pc:sldChg chg="addSp modSp new mod">
        <pc:chgData name="Clayton Silva" userId="29ef9a7b83f2ddc4" providerId="LiveId" clId="{58335943-2BE6-42EC-897C-A1C4427AB656}" dt="2026-08-27T20:37:30.761" v="316" actId="931"/>
        <pc:sldMkLst>
          <pc:docMk/>
          <pc:sldMk cId="2655173032" sldId="268"/>
        </pc:sldMkLst>
        <pc:picChg chg="add mod">
          <ac:chgData name="Clayton Silva" userId="29ef9a7b83f2ddc4" providerId="LiveId" clId="{58335943-2BE6-42EC-897C-A1C4427AB656}" dt="2026-08-27T20:37:30.761" v="316" actId="931"/>
          <ac:picMkLst>
            <pc:docMk/>
            <pc:sldMk cId="2655173032" sldId="268"/>
            <ac:picMk id="3" creationId="{E215BFC5-C775-DC41-3E61-01D631554BCD}"/>
          </ac:picMkLst>
        </pc:picChg>
      </pc:sldChg>
      <pc:sldChg chg="addSp modSp new mod">
        <pc:chgData name="Clayton Silva" userId="29ef9a7b83f2ddc4" providerId="LiveId" clId="{58335943-2BE6-42EC-897C-A1C4427AB656}" dt="2026-08-27T20:41:18.036" v="318" actId="931"/>
        <pc:sldMkLst>
          <pc:docMk/>
          <pc:sldMk cId="3380186652" sldId="269"/>
        </pc:sldMkLst>
        <pc:picChg chg="add mod">
          <ac:chgData name="Clayton Silva" userId="29ef9a7b83f2ddc4" providerId="LiveId" clId="{58335943-2BE6-42EC-897C-A1C4427AB656}" dt="2026-08-27T20:41:18.036" v="318" actId="931"/>
          <ac:picMkLst>
            <pc:docMk/>
            <pc:sldMk cId="3380186652" sldId="269"/>
            <ac:picMk id="3" creationId="{F43E87B9-432B-9663-12E1-B3E9D5B3D55A}"/>
          </ac:picMkLst>
        </pc:picChg>
      </pc:sldChg>
      <pc:sldChg chg="addSp modSp new mod">
        <pc:chgData name="Clayton Silva" userId="29ef9a7b83f2ddc4" providerId="LiveId" clId="{58335943-2BE6-42EC-897C-A1C4427AB656}" dt="2026-08-27T20:45:16.659" v="320" actId="931"/>
        <pc:sldMkLst>
          <pc:docMk/>
          <pc:sldMk cId="1301060425" sldId="270"/>
        </pc:sldMkLst>
        <pc:picChg chg="add mod">
          <ac:chgData name="Clayton Silva" userId="29ef9a7b83f2ddc4" providerId="LiveId" clId="{58335943-2BE6-42EC-897C-A1C4427AB656}" dt="2026-08-27T20:45:16.659" v="320" actId="931"/>
          <ac:picMkLst>
            <pc:docMk/>
            <pc:sldMk cId="1301060425" sldId="270"/>
            <ac:picMk id="3" creationId="{EB0E1220-BE79-1FEF-80D7-FC2AA3B296A4}"/>
          </ac:picMkLst>
        </pc:picChg>
      </pc:sldChg>
      <pc:sldChg chg="addSp modSp new mod ord">
        <pc:chgData name="Clayton Silva" userId="29ef9a7b83f2ddc4" providerId="LiveId" clId="{58335943-2BE6-42EC-897C-A1C4427AB656}" dt="2026-08-27T20:57:28.936" v="390"/>
        <pc:sldMkLst>
          <pc:docMk/>
          <pc:sldMk cId="4126053473" sldId="271"/>
        </pc:sldMkLst>
        <pc:picChg chg="add mod">
          <ac:chgData name="Clayton Silva" userId="29ef9a7b83f2ddc4" providerId="LiveId" clId="{58335943-2BE6-42EC-897C-A1C4427AB656}" dt="2026-08-27T20:50:35.109" v="322" actId="931"/>
          <ac:picMkLst>
            <pc:docMk/>
            <pc:sldMk cId="4126053473" sldId="271"/>
            <ac:picMk id="3" creationId="{7E78A279-3AF0-2693-D7FE-54E4692BFE38}"/>
          </ac:picMkLst>
        </pc:picChg>
      </pc:sldChg>
      <pc:sldChg chg="addSp delSp modSp new mod ord modClrScheme chgLayout">
        <pc:chgData name="Clayton Silva" userId="29ef9a7b83f2ddc4" providerId="LiveId" clId="{58335943-2BE6-42EC-897C-A1C4427AB656}" dt="2026-08-27T20:57:39.968" v="392"/>
        <pc:sldMkLst>
          <pc:docMk/>
          <pc:sldMk cId="1000328076" sldId="272"/>
        </pc:sldMkLst>
        <pc:spChg chg="add del mod ord">
          <ac:chgData name="Clayton Silva" userId="29ef9a7b83f2ddc4" providerId="LiveId" clId="{58335943-2BE6-42EC-897C-A1C4427AB656}" dt="2026-08-27T20:51:05.787" v="325" actId="700"/>
          <ac:spMkLst>
            <pc:docMk/>
            <pc:sldMk cId="1000328076" sldId="272"/>
            <ac:spMk id="2" creationId="{CFEB5345-6667-226E-B79C-81C6E8D81D45}"/>
          </ac:spMkLst>
        </pc:spChg>
        <pc:spChg chg="add del mod ord">
          <ac:chgData name="Clayton Silva" userId="29ef9a7b83f2ddc4" providerId="LiveId" clId="{58335943-2BE6-42EC-897C-A1C4427AB656}" dt="2026-08-27T20:51:05.787" v="325" actId="700"/>
          <ac:spMkLst>
            <pc:docMk/>
            <pc:sldMk cId="1000328076" sldId="272"/>
            <ac:spMk id="3" creationId="{5C37C7F2-8653-D4EF-48E3-5793504B8BCA}"/>
          </ac:spMkLst>
        </pc:spChg>
        <pc:spChg chg="add mod ord">
          <ac:chgData name="Clayton Silva" userId="29ef9a7b83f2ddc4" providerId="LiveId" clId="{58335943-2BE6-42EC-897C-A1C4427AB656}" dt="2026-08-27T20:52:25.175" v="357" actId="20577"/>
          <ac:spMkLst>
            <pc:docMk/>
            <pc:sldMk cId="1000328076" sldId="272"/>
            <ac:spMk id="4" creationId="{FF31864A-8583-1294-494B-7A3818B00A3E}"/>
          </ac:spMkLst>
        </pc:spChg>
        <pc:spChg chg="add mod ord">
          <ac:chgData name="Clayton Silva" userId="29ef9a7b83f2ddc4" providerId="LiveId" clId="{58335943-2BE6-42EC-897C-A1C4427AB656}" dt="2026-08-27T20:55:21.207" v="384" actId="20577"/>
          <ac:spMkLst>
            <pc:docMk/>
            <pc:sldMk cId="1000328076" sldId="272"/>
            <ac:spMk id="5" creationId="{9A783618-D38C-F264-248A-79CA56C96134}"/>
          </ac:spMkLst>
        </pc:spChg>
      </pc:sldChg>
      <pc:sldChg chg="modSp add mod ord">
        <pc:chgData name="Clayton Silva" userId="29ef9a7b83f2ddc4" providerId="LiveId" clId="{58335943-2BE6-42EC-897C-A1C4427AB656}" dt="2026-08-27T21:01:42.626" v="433" actId="27636"/>
        <pc:sldMkLst>
          <pc:docMk/>
          <pc:sldMk cId="2567027635" sldId="273"/>
        </pc:sldMkLst>
        <pc:spChg chg="mod">
          <ac:chgData name="Clayton Silva" userId="29ef9a7b83f2ddc4" providerId="LiveId" clId="{58335943-2BE6-42EC-897C-A1C4427AB656}" dt="2026-08-27T20:59:56.686" v="397" actId="20577"/>
          <ac:spMkLst>
            <pc:docMk/>
            <pc:sldMk cId="2567027635" sldId="273"/>
            <ac:spMk id="4" creationId="{482CA6EA-454E-B865-D07C-F0E7D2491EF1}"/>
          </ac:spMkLst>
        </pc:spChg>
        <pc:spChg chg="mod">
          <ac:chgData name="Clayton Silva" userId="29ef9a7b83f2ddc4" providerId="LiveId" clId="{58335943-2BE6-42EC-897C-A1C4427AB656}" dt="2026-08-27T21:01:42.626" v="433" actId="27636"/>
          <ac:spMkLst>
            <pc:docMk/>
            <pc:sldMk cId="2567027635" sldId="273"/>
            <ac:spMk id="5" creationId="{D9C3FBCD-A5FF-ECE0-0643-522A6CCD563A}"/>
          </ac:spMkLst>
        </pc:spChg>
      </pc:sldChg>
      <pc:sldChg chg="new del">
        <pc:chgData name="Clayton Silva" userId="29ef9a7b83f2ddc4" providerId="LiveId" clId="{58335943-2BE6-42EC-897C-A1C4427AB656}" dt="2026-08-27T21:10:23.072" v="465" actId="47"/>
        <pc:sldMkLst>
          <pc:docMk/>
          <pc:sldMk cId="1255801861" sldId="274"/>
        </pc:sldMkLst>
      </pc:sldChg>
      <pc:sldChg chg="addSp modSp new mod">
        <pc:chgData name="Clayton Silva" userId="29ef9a7b83f2ddc4" providerId="LiveId" clId="{58335943-2BE6-42EC-897C-A1C4427AB656}" dt="2026-08-27T21:07:00.327" v="443" actId="931"/>
        <pc:sldMkLst>
          <pc:docMk/>
          <pc:sldMk cId="237969856" sldId="275"/>
        </pc:sldMkLst>
        <pc:picChg chg="add mod">
          <ac:chgData name="Clayton Silva" userId="29ef9a7b83f2ddc4" providerId="LiveId" clId="{58335943-2BE6-42EC-897C-A1C4427AB656}" dt="2026-08-27T21:07:00.327" v="443" actId="931"/>
          <ac:picMkLst>
            <pc:docMk/>
            <pc:sldMk cId="237969856" sldId="275"/>
            <ac:picMk id="3" creationId="{D77E9B6C-4C70-950A-E601-800F750CAF46}"/>
          </ac:picMkLst>
        </pc:picChg>
      </pc:sldChg>
      <pc:sldChg chg="modSp add mod ord">
        <pc:chgData name="Clayton Silva" userId="29ef9a7b83f2ddc4" providerId="LiveId" clId="{58335943-2BE6-42EC-897C-A1C4427AB656}" dt="2026-08-27T21:10:18.617" v="464" actId="6549"/>
        <pc:sldMkLst>
          <pc:docMk/>
          <pc:sldMk cId="3925296125" sldId="276"/>
        </pc:sldMkLst>
        <pc:spChg chg="mod">
          <ac:chgData name="Clayton Silva" userId="29ef9a7b83f2ddc4" providerId="LiveId" clId="{58335943-2BE6-42EC-897C-A1C4427AB656}" dt="2026-08-27T21:08:50.009" v="454" actId="20577"/>
          <ac:spMkLst>
            <pc:docMk/>
            <pc:sldMk cId="3925296125" sldId="276"/>
            <ac:spMk id="4" creationId="{5FB54219-8505-057C-6C5D-3D866CC2D973}"/>
          </ac:spMkLst>
        </pc:spChg>
        <pc:spChg chg="mod">
          <ac:chgData name="Clayton Silva" userId="29ef9a7b83f2ddc4" providerId="LiveId" clId="{58335943-2BE6-42EC-897C-A1C4427AB656}" dt="2026-08-27T21:10:18.617" v="464" actId="6549"/>
          <ac:spMkLst>
            <pc:docMk/>
            <pc:sldMk cId="3925296125" sldId="276"/>
            <ac:spMk id="5" creationId="{6F0254AA-EBBD-F5A9-7052-1E753C9D187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CEE579-E1C6-1891-1F76-3E922E3A2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61537C-2B17-8015-493E-D1088D35BA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8BFE3B0-25E4-60C4-0A94-0FF32BD55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1E697D-C639-708C-EDB4-FBC104ED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103B7F8-D1AE-FFC8-47BF-E9220378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3493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CDF2A-10B3-49B9-54ED-C2952547A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7E29C7-E9C7-1A5F-8BFF-DF31FC362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541420-41B3-E0A4-61FA-A8402EA1A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317EC53-F18B-483B-CE34-5B62F78BA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10D8C8C-4FAB-94AA-CF68-8C31F851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6646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63910B-6B76-93B9-55CA-8D8CA7C0E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47399D-CE4C-6C7B-89D0-892876E17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0E17C91-FD64-2DC3-99AB-01C643A22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2D505-EF7C-A586-C5C7-DE6BD93F8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BF79A0E-0051-0BC0-4BCE-AA3FA1504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928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8BE2C-4A24-E4B9-B0F3-5ADC8F52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9780C7-E99B-9070-CC55-A8137DB6AC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41030B1-DA83-8B94-7CCB-2BB52C8158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B4A8C75-CECE-6549-C12A-A7E9DC912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3F5A432-C61D-C45A-F6BE-28AD506C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27DFF0-D6CC-C587-BE9B-51FE48B85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399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49DD6D-5FD0-6189-A799-66199067D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C4B1B09-B91F-CFE5-CE3A-0C07A74484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7A7461D-CFF2-58E8-1747-AB8CB20456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ECE5D51-767E-8FC2-4C8C-29A32DFB6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F3B498A-ED2A-AD83-0353-93E9CC9CF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75C790E-011D-2191-85A5-566598669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76429B1-0062-AC93-E978-5D2BEF4E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DB60E57-BFB3-65B2-6DE4-E903A2D45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1645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514BDC-8A4A-FB0F-7F25-EC7CC5A4C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05947C1-630F-5557-02A1-1897410F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DB6B86-94C3-56F8-598C-1CDBEA420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0B1557F-FEE8-6D06-79CD-8777A283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479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5F43254-9708-EB23-DF29-46007CDC8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DCB2AD4-BFC3-0CE0-3834-AE6129080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E5D1874-19B4-E616-D8FF-A27FCF138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9889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2FC6D0-95FF-A369-25CC-A07424954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719D84-DA63-B739-A1DF-AD96431E7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B82CB2C-1EDE-26F5-8685-2660EAC05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034DB6-507F-3182-6637-4DCDD7FC0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F29C827-C27E-B5D6-63B6-B0CD0CDF4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3597221-4CDC-BF14-DEC8-0C6F1DEC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376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4F0AF-6814-1C05-AEE6-508E80339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534D2C1-A768-50E8-34D8-C9865F0EE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F09F9F4-038D-EB73-4342-B129D651D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121D968-9500-36F4-B79C-8DEC20B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D1E4DAA-9919-672E-DBA7-6181310C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7BE64DF-562D-17FB-926E-B1BD8598C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86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6EFFD1-8C1E-6E29-2A8F-2CFBEAA32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66C2017-7216-63E6-ECCF-CFD90A9993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5ED19C-66CF-E184-BF78-7DC829768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22997AE-2C01-1748-3B3A-A3C62C9F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0F05477-8E0B-7BD9-9A22-30C34AAE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506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3F1397B-1887-BB0C-9AB2-9514F0410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D49CB49-103A-9063-E6FC-B30409CD75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B67E8B0-3F9F-044A-8E93-8FB7DA8A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81CAE1D-3DE9-F313-D187-17C609B5B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AE2182-B17F-3354-4CBE-4AEF6025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418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3EEA564-25D7-5EBD-149D-8833C3312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A89F874-C62D-2AC2-DC25-B3ED624DFD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FE9FB6-2B96-D7BF-174F-B219738E79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C49ED-6414-470B-B818-4F400A22B9B4}" type="datetimeFigureOut">
              <a:rPr lang="pt-BR" smtClean="0"/>
              <a:t>27/08/2026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99E9C46-CFC9-B9CE-E3F9-DDA1F31091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50FA5C8-A2C9-BC72-3FF8-21624F3A2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E4E6F-FA7E-4B94-A865-F68D215C11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0682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01EB40-9358-9E99-7076-0C934542DB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Gestão de Projetos</a:t>
            </a:r>
            <a:br>
              <a:rPr lang="pt-BR" dirty="0"/>
            </a:br>
            <a:r>
              <a:rPr lang="pt-BR" sz="4800" dirty="0"/>
              <a:t>2026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5B7CE78-3F9E-EE30-5B9D-21A26B13A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MS Clayton J A Silva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5C51E5B-D6E8-2935-F8D0-69DC9021D902}"/>
              </a:ext>
            </a:extLst>
          </p:cNvPr>
          <p:cNvSpPr txBox="1"/>
          <p:nvPr/>
        </p:nvSpPr>
        <p:spPr>
          <a:xfrm>
            <a:off x="2590800" y="4531360"/>
            <a:ext cx="74527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dirty="0"/>
              <a:t>Gestão do escopo de projetos</a:t>
            </a:r>
          </a:p>
        </p:txBody>
      </p:sp>
    </p:spTree>
    <p:extLst>
      <p:ext uri="{BB962C8B-B14F-4D97-AF65-F5344CB8AC3E}">
        <p14:creationId xmlns:p14="http://schemas.microsoft.com/office/powerpoint/2010/main" val="2548748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52688-266D-3D64-CCFA-26465D5BD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82CA6EA-454E-B865-D07C-F0E7D249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Gerenciamento do escopo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C3FBCD-A5FF-ECE0-0643-522A6CCD5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Inclui todas as atividades de gestão necessárias para assegurar que o projeto inclui todo o trabalho necessário, e </a:t>
            </a:r>
            <a:r>
              <a:rPr lang="pt-BR" b="1" dirty="0">
                <a:solidFill>
                  <a:srgbClr val="FF0000"/>
                </a:solidFill>
              </a:rPr>
              <a:t>apenas o necessário</a:t>
            </a:r>
            <a:r>
              <a:rPr lang="pt-BR" dirty="0"/>
              <a:t>, para encerrar o projeto com sucessos. </a:t>
            </a:r>
          </a:p>
          <a:p>
            <a:r>
              <a:rPr lang="pt-BR" dirty="0"/>
              <a:t>Relaciona-se principalmente com a definição e controle </a:t>
            </a:r>
            <a:r>
              <a:rPr lang="pt-BR" b="1" dirty="0">
                <a:solidFill>
                  <a:srgbClr val="FF0000"/>
                </a:solidFill>
              </a:rPr>
              <a:t>do que está e não está </a:t>
            </a:r>
            <a:r>
              <a:rPr lang="pt-BR" dirty="0"/>
              <a:t>incluso no projeto.</a:t>
            </a:r>
          </a:p>
          <a:p>
            <a:r>
              <a:rPr lang="pt-BR" b="1" dirty="0">
                <a:solidFill>
                  <a:srgbClr val="002060"/>
                </a:solidFill>
              </a:rPr>
              <a:t>Escopo do produto: </a:t>
            </a:r>
            <a:r>
              <a:rPr lang="pt-BR" dirty="0"/>
              <a:t>características e funções que definem um produto, serviço ou resultado;</a:t>
            </a:r>
          </a:p>
          <a:p>
            <a:r>
              <a:rPr lang="pt-BR" b="1" dirty="0">
                <a:solidFill>
                  <a:srgbClr val="002060"/>
                </a:solidFill>
              </a:rPr>
              <a:t>Escopo do projeto: </a:t>
            </a:r>
            <a:r>
              <a:rPr lang="pt-BR" dirty="0"/>
              <a:t>trabalho que deve ser realizado para entregar um produto, serviço ou resultado de acordo com as características e funções especificadas. </a:t>
            </a:r>
          </a:p>
          <a:p>
            <a:endParaRPr lang="pt-BR" dirty="0"/>
          </a:p>
          <a:p>
            <a:pPr>
              <a:buFont typeface="Wingdings" panose="05000000000000000000" pitchFamily="2" charset="2"/>
              <a:buChar char="ü"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67027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E78A279-3AF0-2693-D7FE-54E4692BF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53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F31864A-8583-1294-494B-7A3818B0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Plano de gerenciamento do escopo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9A783618-D38C-F264-248A-79CA56C96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  <a:buFont typeface="Wingdings" panose="05000000000000000000" pitchFamily="2" charset="2"/>
              <a:buChar char="ü"/>
            </a:pPr>
            <a:r>
              <a:rPr lang="pt-BR" sz="2800" dirty="0"/>
              <a:t>Criação da EAP e como a EAP será mantida;</a:t>
            </a:r>
          </a:p>
          <a:p>
            <a:pPr marL="228600" lvl="1">
              <a:spcBef>
                <a:spcPts val="1000"/>
              </a:spcBef>
              <a:buFont typeface="Wingdings" panose="05000000000000000000" pitchFamily="2" charset="2"/>
              <a:buChar char="ü"/>
            </a:pPr>
            <a:r>
              <a:rPr lang="pt-BR" sz="2800" dirty="0"/>
              <a:t>Como será obtida a aceitação formal das entregas;</a:t>
            </a:r>
          </a:p>
          <a:p>
            <a:pPr marL="228600" lvl="1">
              <a:spcBef>
                <a:spcPts val="1000"/>
              </a:spcBef>
              <a:buFont typeface="Wingdings" panose="05000000000000000000" pitchFamily="2" charset="2"/>
              <a:buChar char="ü"/>
            </a:pPr>
            <a:r>
              <a:rPr lang="pt-BR" sz="2800" dirty="0"/>
              <a:t>Controle das solicitações de mudança do escopo.</a:t>
            </a:r>
            <a:endParaRPr lang="pt-BR" dirty="0"/>
          </a:p>
          <a:p>
            <a:pPr>
              <a:buFont typeface="Wingdings" panose="05000000000000000000" pitchFamily="2" charset="2"/>
              <a:buChar char="ü"/>
            </a:pPr>
            <a:r>
              <a:rPr lang="pt-BR" dirty="0"/>
              <a:t>Priorização dos requisitos;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pt-BR" dirty="0"/>
              <a:t>Métricas do produto e a justificativa pela sua adoção;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pt-BR" dirty="0"/>
              <a:t>Estrutura de rastreabilidade que reflita quais atributos serão capturados na matriz de rastreabilidade;</a:t>
            </a:r>
          </a:p>
          <a:p>
            <a:pPr>
              <a:buFont typeface="Wingdings" panose="05000000000000000000" pitchFamily="2" charset="2"/>
              <a:buChar char="ü"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0328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ACEC0CB-B8E3-FF9B-BA69-4C166384AB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589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15BFC5-C775-DC41-3E61-01D631554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173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43E87B9-432B-9663-12E1-B3E9D5B3D5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186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B0E1220-BE79-1FEF-80D7-FC2AA3B29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060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981DD31-0EF0-2539-0406-069B2954515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96"/>
          <a:stretch>
            <a:fillRect/>
          </a:stretch>
        </p:blipFill>
        <p:spPr bwMode="auto">
          <a:xfrm>
            <a:off x="0" y="581893"/>
            <a:ext cx="12192000" cy="54017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14322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77E9B6C-4C70-950A-E601-800F750CA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9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B5801BD-D02A-E8EB-06B6-915F0F58A00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9"/>
          <a:stretch>
            <a:fillRect/>
          </a:stretch>
        </p:blipFill>
        <p:spPr bwMode="auto">
          <a:xfrm>
            <a:off x="748148" y="72736"/>
            <a:ext cx="10733807" cy="670700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094070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9FF13FB-B614-6C5A-EE81-F23DEB68A7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23"/>
          <a:stretch>
            <a:fillRect/>
          </a:stretch>
        </p:blipFill>
        <p:spPr bwMode="auto">
          <a:xfrm>
            <a:off x="826047" y="220284"/>
            <a:ext cx="10687080" cy="641743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1782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9E1C6-6CBC-4D4D-8594-284BFD48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FB54219-8505-057C-6C5D-3D866CC2D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Controle do escopo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F0254AA-EBBD-F5A9-7052-1E753C9D1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Busca assegurar que o trabalho executado permaneça aderente ao planejamento aprovado. </a:t>
            </a:r>
          </a:p>
          <a:p>
            <a:r>
              <a:rPr lang="pt-BR" dirty="0"/>
              <a:t>Alterações sucessivas e não controladas podem comprometer progressivamente custo, prazo, qualidade e desempenho do empreendimento. </a:t>
            </a:r>
          </a:p>
          <a:p>
            <a:r>
              <a:rPr lang="pt-BR" i="1" dirty="0" err="1"/>
              <a:t>scope</a:t>
            </a:r>
            <a:r>
              <a:rPr lang="pt-BR" i="1" dirty="0"/>
              <a:t> </a:t>
            </a:r>
            <a:r>
              <a:rPr lang="pt-BR" i="1" dirty="0" err="1"/>
              <a:t>creep</a:t>
            </a:r>
            <a:r>
              <a:rPr lang="pt-BR" dirty="0"/>
              <a:t> — o </a:t>
            </a:r>
            <a:r>
              <a:rPr lang="pt-BR" b="1" dirty="0"/>
              <a:t>crescimento gradual e não controlado do escopo</a:t>
            </a:r>
            <a:r>
              <a:rPr lang="pt-BR" dirty="0"/>
              <a:t>, normalmente decorrente da aceitação informal de pequenas solicitações de mudança sem avaliação formal de impacto — e</a:t>
            </a:r>
          </a:p>
          <a:p>
            <a:r>
              <a:rPr lang="pt-BR" i="1" dirty="0" err="1"/>
              <a:t>gold</a:t>
            </a:r>
            <a:r>
              <a:rPr lang="pt-BR" i="1" dirty="0"/>
              <a:t> </a:t>
            </a:r>
            <a:r>
              <a:rPr lang="pt-BR" i="1" dirty="0" err="1"/>
              <a:t>plating</a:t>
            </a:r>
            <a:r>
              <a:rPr lang="pt-BR" dirty="0"/>
              <a:t> — a </a:t>
            </a:r>
            <a:r>
              <a:rPr lang="pt-BR" b="1" dirty="0"/>
              <a:t>inclusão de funcionalidades não solicitadas pelo cliente</a:t>
            </a:r>
            <a:r>
              <a:rPr lang="pt-BR" dirty="0"/>
              <a:t>, geralmente motivada pelo entusiasmo técnico da própria equipe de desenvolvimento, e que consome recursos sem gerar valor correspondente.</a:t>
            </a:r>
          </a:p>
          <a:p>
            <a:pPr>
              <a:buFont typeface="Wingdings" panose="05000000000000000000" pitchFamily="2" charset="2"/>
              <a:buChar char="ü"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25296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BF33FA9-20B0-11D8-21E1-EF366BD1D9F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42"/>
          <a:stretch>
            <a:fillRect/>
          </a:stretch>
        </p:blipFill>
        <p:spPr bwMode="auto">
          <a:xfrm>
            <a:off x="665021" y="31173"/>
            <a:ext cx="10993582" cy="678327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71539810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263</Words>
  <Application>Microsoft Office PowerPoint</Application>
  <PresentationFormat>Widescreen</PresentationFormat>
  <Paragraphs>21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Tema do Office</vt:lpstr>
      <vt:lpstr>Gestão de Projetos 2026</vt:lpstr>
      <vt:lpstr>Gerenciamento do escopo</vt:lpstr>
      <vt:lpstr>Apresentação do PowerPoint</vt:lpstr>
      <vt:lpstr>Plano de gerenciamento do escopo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Controle do escopo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Clayton Silva</dc:creator>
  <cp:lastModifiedBy>Clayton Silva</cp:lastModifiedBy>
  <cp:revision>1</cp:revision>
  <dcterms:created xsi:type="dcterms:W3CDTF">2026-08-05T22:38:24Z</dcterms:created>
  <dcterms:modified xsi:type="dcterms:W3CDTF">2026-08-27T21:10:25Z</dcterms:modified>
</cp:coreProperties>
</file>